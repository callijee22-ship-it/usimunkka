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59" r:id="rId2"/>
  </p:sldMasterIdLst>
  <p:notesMasterIdLst>
    <p:notesMasterId r:id="rId4"/>
  </p:notesMasterIdLst>
  <p:sldIdLst>
    <p:sldId id="256" r:id="rId6"/>
    <p:sldId id="279" r:id="rId52"/>
    <p:sldId id="257" r:id="rId7"/>
    <p:sldId id="258" r:id="rId10"/>
    <p:sldId id="259" r:id="rId8"/>
    <p:sldId id="260" r:id="rId9"/>
    <p:sldId id="261" r:id="rId11"/>
    <p:sldId id="262" r:id="rId13"/>
    <p:sldId id="263" r:id="rId12"/>
    <p:sldId id="264" r:id="rId14"/>
    <p:sldId id="265" r:id="rId15"/>
    <p:sldId id="267" r:id="rId16"/>
    <p:sldId id="278" r:id="rId51"/>
    <p:sldId id="268" r:id="rId17"/>
    <p:sldId id="266" r:id="rId18"/>
    <p:sldId id="273" r:id="rId19"/>
    <p:sldId id="274" r:id="rId20"/>
    <p:sldId id="275" r:id="rId21"/>
    <p:sldId id="276" r:id="rId22"/>
    <p:sldId id="280" r:id="rId53"/>
    <p:sldId id="269" r:id="rId23"/>
    <p:sldId id="281" r:id="rId54"/>
    <p:sldId id="270" r:id="rId24"/>
    <p:sldId id="282" r:id="rId55"/>
    <p:sldId id="277" r:id="rId25"/>
    <p:sldId id="271" r:id="rId26"/>
    <p:sldId id="272" r:id="rId27"/>
  </p:sldIdLst>
  <p:sldSz cx="12192000" cy="6858000"/>
  <p:notesSz cx="6858000" cy="12192000"/>
</p:presentation>
</file>

<file path=ppt/presProps.xml><?xml version="1.0" encoding="utf-8"?>
<p:presentationPr xmlns:a="http://schemas.openxmlformats.org/drawingml/2006/main" xmlns:r="http://schemas.openxmlformats.org/officeDocument/2006/relationships" xmlns:p="http://schemas.openxmlformats.org/presentationml/2006/main">
  <p:showPr>
    <p:present/>
    <p:sldAll/>
    <p:penClr>
      <a:srgbClr val="ff0000"/>
    </p:penClr>
    <p:extLst>
      <p:ext uri="{EC167BDD-8182-4AB7-AECC-EB403E3ABB37}">
        <p14:laserClr xmlns:p14="http://schemas.microsoft.com/office/powerpoint/2010/main">
          <a:srgbClr val="ff0000"/>
        </p14:laserClr>
      </p:ext>
    </p:extLst>
  </p:showPr>
</p:presentationPr>
</file>

<file path=ppt/_rels/presentation.xml.rels><?xml version='1.0' encoding='UTF-8' standalone='yes'?>
<Relationships xmlns="http://schemas.openxmlformats.org/package/2006/relationships"><Relationship Id="rId2" Type="http://schemas.openxmlformats.org/officeDocument/2006/relationships/slideMaster" Target="slideMasters/slideMaster1.xml"/><Relationship Id="rId3" Type="http://schemas.openxmlformats.org/officeDocument/2006/relationships/theme" Target="theme/theme1.xml"/><Relationship Id="rId4"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3.xml"/><Relationship Id="rId8" Type="http://schemas.openxmlformats.org/officeDocument/2006/relationships/slide" Target="slides/slide5.xml"/><Relationship Id="rId9" Type="http://schemas.openxmlformats.org/officeDocument/2006/relationships/slide" Target="slides/slide6.xml"/><Relationship Id="rId10" Type="http://schemas.openxmlformats.org/officeDocument/2006/relationships/slide" Target="slides/slide4.xml"/><Relationship Id="rId11" Type="http://schemas.openxmlformats.org/officeDocument/2006/relationships/slide" Target="slides/slide7.xml"/><Relationship Id="rId12" Type="http://schemas.openxmlformats.org/officeDocument/2006/relationships/slide" Target="slides/slide9.xml"/><Relationship Id="rId13" Type="http://schemas.openxmlformats.org/officeDocument/2006/relationships/slide" Target="slides/slide8.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4.xml"/><Relationship Id="rId18" Type="http://schemas.openxmlformats.org/officeDocument/2006/relationships/slide" Target="slides/slide15.xml"/><Relationship Id="rId19" Type="http://schemas.openxmlformats.org/officeDocument/2006/relationships/slide" Target="slides/slide16.xml"/><Relationship Id="rId20" Type="http://schemas.openxmlformats.org/officeDocument/2006/relationships/slide" Target="slides/slide17.xml"/><Relationship Id="rId21" Type="http://schemas.openxmlformats.org/officeDocument/2006/relationships/slide" Target="slides/slide18.xml"/><Relationship Id="rId22" Type="http://schemas.openxmlformats.org/officeDocument/2006/relationships/slide" Target="slides/slide19.xml"/><Relationship Id="rId23" Type="http://schemas.openxmlformats.org/officeDocument/2006/relationships/slide" Target="slides/slide21.xml"/><Relationship Id="rId24" Type="http://schemas.openxmlformats.org/officeDocument/2006/relationships/slide" Target="slides/slide23.xml"/><Relationship Id="rId25" Type="http://schemas.openxmlformats.org/officeDocument/2006/relationships/slide" Target="slides/slide25.xml"/><Relationship Id="rId26" Type="http://schemas.openxmlformats.org/officeDocument/2006/relationships/slide" Target="slides/slide26.xml"/><Relationship Id="rId27" Type="http://schemas.openxmlformats.org/officeDocument/2006/relationships/slide" Target="slides/slide27.xml"/><Relationship Id="rId50" Type="http://schemas.openxmlformats.org/officeDocument/2006/relationships/presProps" Target="presProps.xml"/><Relationship Id="rId51" Type="http://schemas.openxmlformats.org/officeDocument/2006/relationships/slide" Target="slides/slide13.xml"/><Relationship Id="rId52" Type="http://schemas.openxmlformats.org/officeDocument/2006/relationships/slide" Target="slides/slide2.xml"/><Relationship Id="rId53" Type="http://schemas.openxmlformats.org/officeDocument/2006/relationships/slide" Target="slides/slide20.xml"/><Relationship Id="rId54" Type="http://schemas.openxmlformats.org/officeDocument/2006/relationships/slide" Target="slides/slide22.xml"/><Relationship Id="rId55" Type="http://schemas.openxmlformats.org/officeDocument/2006/relationships/slide" Target="slides/slide24.xml"/></Relationships>
</file>

<file path=ppt/charts/chart1.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barChart>
        <c:barDir val="bar"/>
        <c:grouping val="clustered"/>
        <c:varyColors val="0"/>
        <c:ser>
          <c:idx val="0"/>
          <c:order val="0"/>
          <c:tx>
            <c:v>비율</c:v>
          </c:tx>
          <c:spPr>
            <a:solidFill>
              <a:srgbClr val="2E5A46">
                <a:alpha val="99607"/>
              </a:srgbClr>
            </a:solidFill>
            <a:ln>
              <a:noFill/>
              <a:round/>
            </a:ln>
          </c:spPr>
          <c:dPt>
            <c:idx val="0"/>
            <c:spPr>
              <a:solidFill>
                <a:srgbClr val="2E5A46">
                  <a:alpha val="99607"/>
                </a:srgbClr>
              </a:solidFill>
              <a:ln>
                <a:noFill/>
                <a:round/>
              </a:ln>
            </c:spPr>
          </c:dPt>
          <c:dPt>
            <c:idx val="1"/>
            <c:spPr>
              <a:solidFill>
                <a:srgbClr val="D9A441">
                  <a:alpha val="99607"/>
                </a:srgbClr>
              </a:solidFill>
              <a:ln>
                <a:noFill/>
                <a:round/>
              </a:ln>
            </c:spPr>
          </c:dPt>
          <c:dPt>
            <c:idx val="2"/>
            <c:spPr>
              <a:solidFill>
                <a:srgbClr val="B5654A">
                  <a:alpha val="99607"/>
                </a:srgbClr>
              </a:solidFill>
              <a:ln>
                <a:noFill/>
                <a:round/>
              </a:ln>
            </c:spPr>
          </c:dPt>
          <c:dLbls>
            <c:txPr>
              <a:bodyPr/>
              <a:lstStyle/>
              <a:p>
                <a:pPr>
                  <a:defRPr sz="1600" b="1" i="0" u="none" baseline="0">
                    <a:solidFill>
                      <a:srgbClr val="1e2621"/>
                    </a:solidFill>
                    <a:latin typeface="Malgun Gothic"/>
                    <a:ea typeface="Malgun Gothic"/>
                  </a:defRPr>
                </a:pPr>
                <a:endParaRPr lang="ko-KR"/>
              </a:p>
            </c:txPr>
            <c:dLbl>
              <c:idx val="0"/>
              <c:dLblPos val="outEnd"/>
              <c:showLegendKey val="0"/>
              <c:showCatName val="0"/>
              <c:showPercent val="0"/>
              <c:showVal val="1"/>
              <c:showSerName val="0"/>
              <c:extLst>
                <c:ext xmlns:c15="http://schemas.microsoft.com/office/drawing/2012/chart" uri="{CE6537A1-D6FC-4f65-9D91-7224C49458BB}"/>
              </c:extLst>
            </c:dLbl>
            <c:dLbl>
              <c:idx val="1"/>
              <c:dLblPos val="outEnd"/>
              <c:showLegendKey val="0"/>
              <c:showCatName val="0"/>
              <c:showPercent val="0"/>
              <c:showVal val="1"/>
              <c:showSerName val="0"/>
              <c:extLst>
                <c:ext xmlns:c15="http://schemas.microsoft.com/office/drawing/2012/chart" uri="{CE6537A1-D6FC-4f65-9D91-7224C49458BB}"/>
              </c:extLst>
            </c:dLbl>
            <c:dLbl>
              <c:idx val="2"/>
              <c:dLblPos val="outEnd"/>
              <c:showLegendKey val="0"/>
              <c:showCatName val="0"/>
              <c:showPercent val="0"/>
              <c:showVal val="1"/>
              <c:showSerName val="0"/>
              <c:extLst>
                <c:ext xmlns:c15="http://schemas.microsoft.com/office/drawing/2012/chart" uri="{CE6537A1-D6FC-4f65-9D91-7224C49458BB}"/>
              </c:extLst>
            </c:dLbl>
            <c:numFmt formatCode="#,##0" sourceLinked="0"/>
            <c:dLblPos val="outEnd"/>
            <c:showLegendKey val="0"/>
            <c:showCatName val="0"/>
            <c:showPercent val="0"/>
            <c:showVal val="1"/>
            <c:showSerName val="0"/>
            <c:showLeaderLines val="0"/>
            <c:extLst>
              <c:ext xmlns:c15="http://schemas.microsoft.com/office/drawing/2012/chart" uri="{CE6537A1-D6FC-4f65-9D91-7224C49458BB}">
                <c15:showLeaderLines val="0"/>
              </c:ext>
            </c:extLst>
          </c:dLbls>
          <c:cat>
            <c:strLit>
              <c:ptCount val="3"/>
              <c:pt idx="0">
                <c:v>시간 부족</c:v>
              </c:pt>
              <c:pt idx="1">
                <c:v>흥미 부족</c:v>
              </c:pt>
              <c:pt idx="2">
                <c:v>시설 접근성 부족</c:v>
              </c:pt>
            </c:strLit>
          </c:cat>
          <c:val>
            <c:numLit>
              <c:formatCode/>
              <c:ptCount val="3"/>
              <c:pt idx="0">
                <c:v>61.3</c:v>
              </c:pt>
              <c:pt idx="1">
                <c:v>50.8</c:v>
              </c:pt>
              <c:pt idx="2">
                <c:v>31.3</c:v>
              </c:pt>
            </c:numLit>
          </c:val>
          <c:smooth val="0"/>
        </c:ser>
        <c:gapWidth val="55"/>
        <c:axId val="1111"/>
        <c:axId val="2222"/>
      </c:barChart>
      <c:catAx>
        <c:axId val="1111"/>
        <c:scaling>
          <c:orientation val="maxMin"/>
        </c:scaling>
        <c:delete val="0"/>
        <c:axPos val="l"/>
        <c:majorTickMark val="out"/>
        <c:minorTickMark val="none"/>
        <c:tickLblPos val="nextTo"/>
        <c:spPr>
          <a:noFill/>
          <a:ln>
            <a:noFill/>
            <a:round/>
          </a:ln>
        </c:spPr>
        <c:txPr>
          <a:bodyPr/>
          <a:lstStyle/>
          <a:p>
            <a:pPr>
              <a:defRPr sz="1600" b="1" i="0" u="none" baseline="0">
                <a:solidFill>
                  <a:srgbClr val="1e2621"/>
                </a:solidFill>
                <a:latin typeface="Malgun Gothic"/>
                <a:ea typeface="Malgun Gothic"/>
              </a:defRPr>
            </a:pPr>
            <a:endParaRPr lang="ko-KR"/>
          </a:p>
        </c:txPr>
        <c:crossAx val="2222"/>
        <c:crosses val="autoZero"/>
        <c:auto val="1"/>
        <c:lblAlgn val="ctr"/>
        <c:lblOffset val="100"/>
      </c:catAx>
      <c:valAx>
        <c:axId val="2222"/>
        <c:scaling>
          <c:orientation val="minMax"/>
          <c:max val="75"/>
          <c:min val="0"/>
        </c:scaling>
        <c:delete val="1"/>
        <c:axPos val="t"/>
        <c:numFmt formatCode="General" sourceLinked="1"/>
        <c:majorTickMark val="out"/>
        <c:minorTickMark val="none"/>
        <c:tickLblPos val="low"/>
        <c:spPr>
          <a:noFill/>
          <a:ln w="12700" cap="flat">
            <a:solidFill>
              <a:srgbClr val="888888">
                <a:alpha val="99607"/>
              </a:srgbClr>
            </a:solidFill>
            <a:round/>
            <a:alpha val="99607"/>
          </a:ln>
        </c:spPr>
        <c:txPr>
          <a:bodyPr/>
          <a:lstStyle/>
          <a:p>
            <a:pPr>
              <a:defRPr sz="1200" b="0" i="0" u="none" baseline="0">
                <a:solidFill>
                  <a:srgbClr val="000000"/>
                </a:solidFill>
                <a:latin typeface="Arial"/>
                <a:ea typeface="Arial"/>
              </a:defRPr>
            </a:pPr>
            <a:endParaRPr lang="ko-KR"/>
          </a:p>
        </c:txPr>
        <c:crossAx val="1111"/>
        <c:crosses val="autoZero"/>
        <c:crossBetween val="between"/>
      </c:valAx>
      <c:spPr>
        <a:noFill/>
        <a:ln>
          <a:noFill/>
          <a:round/>
        </a:ln>
      </c:spPr>
    </c:plotArea>
    <c:plotVisOnly val="1"/>
    <c:dispBlanksAs val="span"/>
  </c:chart>
  <c:spPr>
    <a:noFill/>
    <a:ln>
      <a:noFill/>
      <a:round/>
    </a:ln>
  </c:spPr>
  <c:txPr>
    <a:bodyPr/>
    <a:lstStyle/>
    <a:p>
      <a:pPr>
        <a:defRPr sz="1000" b="0" i="0" u="none" baseline="0">
          <a:solidFill>
            <a:srgbClr val="000000"/>
          </a:solidFill>
          <a:latin typeface="맑은 고딕"/>
          <a:ea typeface="맑은 고딕"/>
        </a:defRPr>
      </a:pPr>
      <a:endParaRPr lang="ko-KR"/>
    </a:p>
  </c:txPr>
  <c:printSettings>
    <c:headerFooter/>
    <c:pageMargins b="0.75" l="0.7" r="0.7" t="0.75" header="0.3" footer="0.3"/>
    <c:pageSetup/>
  </c:printSettings>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 name="PlaceHolder 1"/>
          <p:cNvSpPr>
            <a:spLocks noGrp="1"/>
          </p:cNvSpPr>
          <p:nvPr>
            <p:ph type="sldImg"/>
          </p:nvPr>
        </p:nvSpPr>
        <p:spPr>
          <a:xfrm>
            <a:off x="216000" y="812520"/>
            <a:ext cx="7127280" cy="4008960"/>
          </a:xfrm>
          <a:prstGeom prst="rect">
            <a:avLst/>
          </a:prstGeom>
          <a:noFill/>
          <a:ln w="0">
            <a:noFill/>
          </a:ln>
        </p:spPr>
        <p:txBody>
          <a:bodyPr lIns="0" rIns="0" tIns="0" bIns="0" anchor="ctr">
            <a:noAutofit/>
          </a:bodyPr>
          <a:p>
            <a:r>
              <a:rPr b="0" lang="ko-KR" sz="1800" spc="-1" strike="noStrike">
                <a:solidFill>
                  <a:schemeClr val="dk1"/>
                </a:solidFill>
                <a:latin typeface="Calibri"/>
              </a:rPr>
              <a:t>슬라이드를 이동하려면 클릭하십시오</a:t>
            </a:r>
            <a:r>
              <a:rPr b="0" lang="en-US" sz="1800" spc="-1" strike="noStrike">
                <a:solidFill>
                  <a:schemeClr val="dk1"/>
                </a:solidFill>
                <a:latin typeface="Calibri"/>
              </a:rPr>
              <a:t>.</a:t>
            </a:r>
            <a:endParaRPr b="0" lang="en-US" sz="1800" spc="-1" strike="noStrike">
              <a:solidFill>
                <a:schemeClr val="dk1"/>
              </a:solidFill>
              <a:latin typeface="Calibri"/>
            </a:endParaRPr>
          </a:p>
        </p:txBody>
      </p:sp>
      <p:sp>
        <p:nvSpPr>
          <p:cNvPr id="3" name="PlaceHolder 2"/>
          <p:cNvSpPr>
            <a:spLocks noGrp="1"/>
          </p:cNvSpPr>
          <p:nvPr>
            <p:ph type="body"/>
          </p:nvPr>
        </p:nvSpPr>
        <p:spPr>
          <a:xfrm>
            <a:off x="756000" y="5078520"/>
            <a:ext cx="6047640" cy="4811040"/>
          </a:xfrm>
          <a:prstGeom prst="rect">
            <a:avLst/>
          </a:prstGeom>
          <a:noFill/>
          <a:ln w="0">
            <a:noFill/>
          </a:ln>
        </p:spPr>
        <p:txBody>
          <a:bodyPr lIns="0" rIns="0" tIns="0" bIns="0" anchor="t">
            <a:noAutofit/>
          </a:bodyPr>
          <a:p>
            <a:pPr marL="216000" indent="-216000">
              <a:buNone/>
            </a:pPr>
            <a:r>
              <a:rPr b="0" lang="ko-KR" sz="2000" spc="-1" strike="noStrike">
                <a:solidFill>
                  <a:srgbClr val="000000"/>
                </a:solidFill>
                <a:latin typeface="Noto Sans KR"/>
              </a:rPr>
              <a:t>메모 서식을 편집하려면 클릭하십시오</a:t>
            </a:r>
            <a:r>
              <a:rPr b="0" lang="en-US" sz="2000" spc="-1" strike="noStrike">
                <a:solidFill>
                  <a:srgbClr val="000000"/>
                </a:solidFill>
                <a:latin typeface="Noto Sans KR"/>
              </a:rPr>
              <a:t>.</a:t>
            </a:r>
            <a:endParaRPr b="0" lang="en-US" sz="2000" spc="-1" strike="noStrike">
              <a:solidFill>
                <a:srgbClr val="000000"/>
              </a:solidFill>
              <a:latin typeface="Noto Sans KR"/>
            </a:endParaRPr>
          </a:p>
        </p:txBody>
      </p:sp>
      <p:sp>
        <p:nvSpPr>
          <p:cNvPr id="4" name="PlaceHolder 3"/>
          <p:cNvSpPr>
            <a:spLocks noGrp="1"/>
          </p:cNvSpPr>
          <p:nvPr>
            <p:ph type="hdr"/>
          </p:nvPr>
        </p:nvSpPr>
        <p:spPr>
          <a:xfrm>
            <a:off x="0" y="0"/>
            <a:ext cx="3280680" cy="534240"/>
          </a:xfrm>
          <a:prstGeom prst="rect">
            <a:avLst/>
          </a:prstGeom>
          <a:noFill/>
          <a:ln w="0">
            <a:noFill/>
          </a:ln>
        </p:spPr>
        <p:txBody>
          <a:bodyPr lIns="0" rIns="0" tIns="0" bIns="0" anchor="t">
            <a:noAutofit/>
          </a:bodyPr>
          <a:p>
            <a:pPr indent="0">
              <a:buNone/>
            </a:pPr>
            <a:r>
              <a:rPr b="0" lang="en-US" sz="1400" spc="-1" strike="noStrike">
                <a:solidFill>
                  <a:srgbClr val="000000"/>
                </a:solidFill>
                <a:latin typeface="Noto Serif KR"/>
              </a:rPr>
              <a:t>&lt;머리글&gt;</a:t>
            </a:r>
            <a:endParaRPr b="0" lang="en-US" sz="1400" spc="-1" strike="noStrike">
              <a:solidFill>
                <a:srgbClr val="000000"/>
              </a:solidFill>
              <a:latin typeface="Noto Serif KR"/>
            </a:endParaRPr>
          </a:p>
        </p:txBody>
      </p:sp>
      <p:sp>
        <p:nvSpPr>
          <p:cNvPr id="5" name="PlaceHolder 4"/>
          <p:cNvSpPr>
            <a:spLocks noGrp="1"/>
          </p:cNvSpPr>
          <p:nvPr>
            <p:ph type="dt" idx="1"/>
          </p:nvPr>
        </p:nvSpPr>
        <p:spPr>
          <a:xfrm>
            <a:off x="4278960" y="0"/>
            <a:ext cx="3280680" cy="534240"/>
          </a:xfrm>
          <a:prstGeom prst="rect">
            <a:avLst/>
          </a:prstGeom>
          <a:noFill/>
          <a:ln w="0">
            <a:noFill/>
          </a:ln>
        </p:spPr>
        <p:txBody>
          <a:bodyPr lIns="0" rIns="0" tIns="0" bIns="0" anchor="t">
            <a:noAutofit/>
          </a:bodyPr>
          <a:lstStyle>
            <a:lvl1pPr indent="0" algn="r">
              <a:buNone/>
              <a:defRPr b="0" lang="en-US" sz="1400" spc="-1" strike="noStrike">
                <a:solidFill>
                  <a:srgbClr val="000000"/>
                </a:solidFill>
                <a:latin typeface="Noto Serif KR"/>
              </a:defRPr>
            </a:lvl1pPr>
          </a:lstStyle>
          <a:p>
            <a:pPr indent="0" algn="r">
              <a:buNone/>
            </a:pPr>
            <a:r>
              <a:rPr b="0" lang="en-US" sz="1400" spc="-1" strike="noStrike">
                <a:solidFill>
                  <a:srgbClr val="000000"/>
                </a:solidFill>
                <a:latin typeface="Noto Serif KR"/>
              </a:rPr>
              <a:t>&lt;날짜/시간&gt;</a:t>
            </a:r>
            <a:endParaRPr b="0" lang="en-US" sz="1400" spc="-1" strike="noStrike">
              <a:solidFill>
                <a:srgbClr val="000000"/>
              </a:solidFill>
              <a:latin typeface="Noto Serif KR"/>
            </a:endParaRPr>
          </a:p>
        </p:txBody>
      </p:sp>
      <p:sp>
        <p:nvSpPr>
          <p:cNvPr id="6" name="PlaceHolder 5"/>
          <p:cNvSpPr>
            <a:spLocks noGrp="1"/>
          </p:cNvSpPr>
          <p:nvPr>
            <p:ph type="ftr" idx="2"/>
          </p:nvPr>
        </p:nvSpPr>
        <p:spPr>
          <a:xfrm>
            <a:off x="0" y="10157400"/>
            <a:ext cx="3280680" cy="534240"/>
          </a:xfrm>
          <a:prstGeom prst="rect">
            <a:avLst/>
          </a:prstGeom>
          <a:noFill/>
          <a:ln w="0">
            <a:noFill/>
          </a:ln>
        </p:spPr>
        <p:txBody>
          <a:bodyPr lIns="0" rIns="0" tIns="0" bIns="0" anchor="b">
            <a:noAutofit/>
          </a:bodyPr>
          <a:lstStyle>
            <a:lvl1pPr indent="0">
              <a:buNone/>
              <a:defRPr b="0" lang="en-US" sz="1400" spc="-1" strike="noStrike">
                <a:solidFill>
                  <a:srgbClr val="000000"/>
                </a:solidFill>
                <a:latin typeface="Noto Serif KR"/>
              </a:defRPr>
            </a:lvl1pPr>
          </a:lstStyle>
          <a:p>
            <a:pPr indent="0">
              <a:buNone/>
            </a:pPr>
            <a:r>
              <a:rPr b="0" lang="en-US" sz="1400" spc="-1" strike="noStrike">
                <a:solidFill>
                  <a:srgbClr val="000000"/>
                </a:solidFill>
                <a:latin typeface="Noto Serif KR"/>
              </a:rPr>
              <a:t>&lt;바닥글&gt;</a:t>
            </a:r>
            <a:endParaRPr b="0" lang="en-US" sz="1400" spc="-1" strike="noStrike">
              <a:solidFill>
                <a:srgbClr val="000000"/>
              </a:solidFill>
              <a:latin typeface="Noto Serif KR"/>
            </a:endParaRPr>
          </a:p>
        </p:txBody>
      </p:sp>
      <p:sp>
        <p:nvSpPr>
          <p:cNvPr id="7" name="PlaceHolder 6"/>
          <p:cNvSpPr>
            <a:spLocks noGrp="1"/>
          </p:cNvSpPr>
          <p:nvPr>
            <p:ph type="sldNum" idx="3"/>
          </p:nvPr>
        </p:nvSpPr>
        <p:spPr>
          <a:xfrm>
            <a:off x="4278960" y="10157400"/>
            <a:ext cx="3280680" cy="534240"/>
          </a:xfrm>
          <a:prstGeom prst="rect">
            <a:avLst/>
          </a:prstGeom>
          <a:noFill/>
          <a:ln w="0">
            <a:noFill/>
          </a:ln>
        </p:spPr>
        <p:txBody>
          <a:bodyPr lIns="0" rIns="0" tIns="0" bIns="0" anchor="b">
            <a:noAutofit/>
          </a:bodyPr>
          <a:lstStyle>
            <a:lvl1pPr indent="0" algn="r">
              <a:buNone/>
              <a:defRPr b="0" lang="en-US" sz="1400" spc="-1" strike="noStrike">
                <a:solidFill>
                  <a:srgbClr val="000000"/>
                </a:solidFill>
                <a:latin typeface="Noto Serif KR"/>
              </a:defRPr>
            </a:lvl1pPr>
          </a:lstStyle>
          <a:p>
            <a:pPr indent="0" algn="r">
              <a:buNone/>
            </a:pPr>
            <a:fld id="{EBFA39F4-EDA7-405A-AA86-F9058B89E7F1}" type="slidenum">
              <a:rPr b="0" lang="en-US" sz="1400" spc="-1" strike="noStrike">
                <a:solidFill>
                  <a:srgbClr val="000000"/>
                </a:solidFill>
                <a:latin typeface="Noto Serif KR"/>
              </a:rPr>
              <a:t>&lt;숫자&gt;</a:t>
            </a:fld>
            <a:endParaRPr b="0" lang="en-US" sz="1400" spc="-1" strike="noStrike">
              <a:solidFill>
                <a:srgbClr val="000000"/>
              </a:solidFill>
              <a:latin typeface="Noto Serif KR"/>
            </a:endParaRPr>
          </a:p>
        </p:txBody>
      </p:sp>
    </p:spTree>
  </p:cSld>
  <p:clrMap bg1="lt1" bg2="lt2" tx1="dk1" tx2="dk2" accent1="accent1" accent2="accent2" accent3="accent3" accent4="accent4" accent5="accent5" accent6="accent6" hlink="hlink" folHlink="folHlink"/>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3"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3"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3"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3"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3" Type="http://schemas.openxmlformats.org/officeDocument/2006/relationships/slide" Target="../slides/slide4.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3"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3"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3"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2" Type="http://schemas.openxmlformats.org/officeDocument/2006/relationships/notesMaster" Target="../notesMasters/notesMaster1.xml"/><Relationship Id="rId3"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2" Type="http://schemas.openxmlformats.org/officeDocument/2006/relationships/notesMaster" Target="../notesMasters/notesMaster1.xml"/><Relationship Id="rId3"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2" Type="http://schemas.openxmlformats.org/officeDocument/2006/relationships/notesMaster" Target="../notesMasters/notesMaster1.xml"/><Relationship Id="rId3"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xml.rels><?xml version='1.0' encoding='UTF-8' standalone='yes'?>
<Relationships xmlns="http://schemas.openxmlformats.org/package/2006/relationships"><Relationship Id="rId2" Type="http://schemas.openxmlformats.org/officeDocument/2006/relationships/notesMaster" Target="../notesMasters/notesMaster1.xml"/><Relationship Id="rId3"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1.xml.rels><?xml version='1.0' encoding='UTF-8' standalone='yes'?>
<Relationships xmlns="http://schemas.openxmlformats.org/package/2006/relationships"><Relationship Id="rId2" Type="http://schemas.openxmlformats.org/officeDocument/2006/relationships/notesMaster" Target="../notesMasters/notesMaster1.xml"/><Relationship Id="rId3" Type="http://schemas.openxmlformats.org/officeDocument/2006/relationships/slide" Target="../slides/slide26.xml"/></Relationships>
</file>

<file path=ppt/notesSlides/_rels/notesSlide22.xml.rels><?xml version='1.0' encoding='UTF-8' standalone='yes'?>
<Relationships xmlns="http://schemas.openxmlformats.org/package/2006/relationships"><Relationship Id="rId2" Type="http://schemas.openxmlformats.org/officeDocument/2006/relationships/notesMaster" Target="../notesMasters/notesMaster1.xml"/><Relationship Id="rId3" Type="http://schemas.openxmlformats.org/officeDocument/2006/relationships/slide" Target="../slides/slide27.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01" name="PlaceHolder 1"/>
          <p:cNvSpPr>
            <a:spLocks noGrp="1"/>
          </p:cNvSpPr>
          <p:nvPr>
            <p:ph type="sldImg"/>
          </p:nvPr>
        </p:nvSpPr>
        <p:spPr>
          <a:xfrm>
            <a:off x="685800" y="1143000"/>
            <a:ext cx="5486040" cy="3085920"/>
          </a:xfrm>
          <a:prstGeom prst="rect">
            <a:avLst/>
          </a:prstGeom>
          <a:ln w="0">
            <a:noFill/>
          </a:ln>
        </p:spPr>
      </p:sp>
      <p:sp>
        <p:nvSpPr>
          <p:cNvPr id="602"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marL="216000" indent="0">
              <a:lnSpc>
                <a:spcPct val="100000"/>
              </a:lnSpc>
              <a:buNone/>
            </a:pPr>
            <a:r>
              <a:rPr b="0" lang="ko-KR" sz="2000" spc="-1" strike="noStrike">
                <a:solidFill>
                  <a:srgbClr val="000000"/>
                </a:solidFill>
                <a:latin typeface="Noto Sans KR"/>
              </a:rPr>
              <a:t>다시 찾아가고 싶던 나만의 공간을</a:t>
            </a:r>
            <a:r>
              <a:rPr b="0" lang="en-US" sz="2000" spc="-1" strike="noStrike">
                <a:solidFill>
                  <a:srgbClr val="000000"/>
                </a:solidFill>
                <a:latin typeface="Noto Sans KR"/>
              </a:rPr>
              <a:t>, </a:t>
            </a:r>
            <a:r>
              <a:rPr b="0" lang="ko-KR" sz="2000" spc="-1" strike="noStrike">
                <a:solidFill>
                  <a:srgbClr val="000000"/>
                </a:solidFill>
                <a:latin typeface="Noto Sans KR"/>
              </a:rPr>
              <a:t>다시 운동하고 싶은 공간으로 만들었다 — 오늘 발표 전체를 관통하는 메시지입니다</a:t>
            </a:r>
            <a:r>
              <a:rPr b="0" lang="en-US" sz="2000" spc="-1" strike="noStrike">
                <a:solidFill>
                  <a:srgbClr val="000000"/>
                </a:solidFill>
                <a:latin typeface="Noto Sans KR"/>
              </a:rPr>
              <a:t>.</a:t>
            </a:r>
            <a:endParaRPr b="0" lang="en-US" sz="2000" spc="-1" strike="noStrike">
              <a:solidFill>
                <a:srgbClr val="000000"/>
              </a:solidFill>
              <a:latin typeface="Noto Sans KR"/>
            </a:endParaRPr>
          </a:p>
        </p:txBody>
      </p:sp>
      <p:sp>
        <p:nvSpPr>
          <p:cNvPr id="603" name="PlaceHolder 3"/>
          <p:cNvSpPr>
            <a:spLocks noGrp="1"/>
          </p:cNvSpPr>
          <p:nvPr>
            <p:ph type="sldNum" idx="4"/>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pc="-1" strike="noStrike">
                <a:solidFill>
                  <a:schemeClr val="dk1"/>
                </a:solidFill>
                <a:latin typeface="+mn-lt"/>
                <a:ea typeface="+mn-ea"/>
              </a:defRPr>
            </a:lvl1pPr>
          </a:lstStyle>
          <a:p>
            <a:pPr indent="0" algn="r" defTabSz="914400">
              <a:lnSpc>
                <a:spcPct val="100000"/>
              </a:lnSpc>
              <a:buNone/>
            </a:pPr>
            <a:fld id="{49ACBF8B-8C78-4A63-B2AC-BBED1B7E294A}" type="slidenum">
              <a:rPr b="0" lang="en-US" sz="1200" spc="-1" strike="noStrike">
                <a:solidFill>
                  <a:schemeClr val="dk1"/>
                </a:solidFill>
                <a:latin typeface="+mn-lt"/>
                <a:ea typeface="+mn-ea"/>
              </a:rPr>
              <a:t>&lt;숫자&gt;</a:t>
            </a:fld>
            <a:endParaRPr b="0" lang="en-US" sz="1200" spc="-1" strike="noStrike">
              <a:solidFill>
                <a:srgbClr val="000000"/>
              </a:solidFill>
              <a:latin typeface="Noto Serif KR"/>
            </a:endParaRPr>
          </a:p>
        </p:txBody>
      </p:sp>
    </p:spTree>
  </p:cSld>
</p:notes>
</file>

<file path=ppt/notesSlides/notesSlide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04" name="PlaceHolder 1"/>
          <p:cNvSpPr>
            <a:spLocks noGrp="1"/>
          </p:cNvSpPr>
          <p:nvPr>
            <p:ph type="sldImg"/>
          </p:nvPr>
        </p:nvSpPr>
        <p:spPr>
          <a:xfrm>
            <a:off x="685800" y="1143000"/>
            <a:ext cx="5486040" cy="3085920"/>
          </a:xfrm>
          <a:prstGeom prst="rect">
            <a:avLst/>
          </a:prstGeom>
          <a:ln w="0">
            <a:noFill/>
          </a:ln>
        </p:spPr>
      </p:sp>
      <p:sp>
        <p:nvSpPr>
          <p:cNvPr id="605"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marL="216000" indent="-216000">
              <a:buNone/>
            </a:pPr>
            <a:r>
              <a:rPr b="0" lang="ko-KR" sz="2000" spc="-1" strike="noStrike">
                <a:solidFill>
                  <a:srgbClr val="000000"/>
                </a:solidFill>
                <a:latin typeface="Noto Sans KR"/>
              </a:rPr>
              <a:t>[핵심 멘트] “다시 찾아오고 싶은 공간을 만들고 싶었습니다.”</a:t>
            </a:r>
            <a:endParaRPr b="0" lang="en-US" sz="2000" spc="-1" strike="noStrike">
              <a:solidFill>
                <a:srgbClr val="000000"/>
              </a:solidFill>
              <a:latin typeface="Noto Sans KR"/>
            </a:endParaRPr>
          </a:p>
          <a:p>
            <a:pPr marL="216000" indent="-216000">
              <a:buNone/>
            </a:pPr>
            <a:r>
              <a:rPr b="0" lang="ko-KR" sz="2000" spc="-1" strike="noStrike">
                <a:solidFill>
                  <a:srgbClr val="000000"/>
                </a:solidFill>
                <a:latin typeface="Noto Sans KR"/>
              </a:rPr>
              <a:t>예전에 미니홈피를 꾸미고</a:t>
            </a:r>
            <a:r>
              <a:rPr b="0" lang="en-US" sz="2000" spc="-1" strike="noStrike">
                <a:solidFill>
                  <a:srgbClr val="000000"/>
                </a:solidFill>
                <a:latin typeface="Noto Sans KR"/>
              </a:rPr>
              <a:t>, </a:t>
            </a:r>
            <a:r>
              <a:rPr b="0" lang="ko-KR" sz="2000" spc="-1" strike="noStrike">
                <a:solidFill>
                  <a:srgbClr val="000000"/>
                </a:solidFill>
                <a:latin typeface="Noto Sans KR"/>
              </a:rPr>
              <a:t>친구의 방을 구경하고</a:t>
            </a:r>
            <a:r>
              <a:rPr b="0" lang="en-US" sz="2000" spc="-1" strike="noStrike">
                <a:solidFill>
                  <a:srgbClr val="000000"/>
                </a:solidFill>
                <a:latin typeface="Noto Sans KR"/>
              </a:rPr>
              <a:t>, </a:t>
            </a:r>
            <a:r>
              <a:rPr b="0" lang="ko-KR" sz="2000" spc="-1" strike="noStrike">
                <a:solidFill>
                  <a:srgbClr val="000000"/>
                </a:solidFill>
                <a:latin typeface="Noto Sans KR"/>
              </a:rPr>
              <a:t>누가 다녀갔는지 확인하던 기억 있으신가요</a:t>
            </a:r>
            <a:r>
              <a:rPr b="0" lang="en-US" sz="2000" spc="-1" strike="noStrike">
                <a:solidFill>
                  <a:srgbClr val="000000"/>
                </a:solidFill>
                <a:latin typeface="Noto Sans KR"/>
              </a:rPr>
              <a:t>? </a:t>
            </a:r>
            <a:r>
              <a:rPr b="0" lang="ko-KR" sz="2000" spc="-1" strike="noStrike">
                <a:solidFill>
                  <a:srgbClr val="000000"/>
                </a:solidFill>
                <a:latin typeface="Noto Sans KR"/>
              </a:rPr>
              <a:t>저희는 그때의 </a:t>
            </a:r>
            <a:r>
              <a:rPr b="0" lang="en-US" sz="2000" spc="-1" strike="noStrike">
                <a:solidFill>
                  <a:srgbClr val="000000"/>
                </a:solidFill>
                <a:latin typeface="Noto Sans KR"/>
              </a:rPr>
              <a:t>'</a:t>
            </a:r>
            <a:r>
              <a:rPr b="0" lang="ko-KR" sz="2000" spc="-1" strike="noStrike">
                <a:solidFill>
                  <a:srgbClr val="000000"/>
                </a:solidFill>
                <a:latin typeface="Noto Sans KR"/>
              </a:rPr>
              <a:t>자꾸 들어가 보고 싶은 마음</a:t>
            </a:r>
            <a:r>
              <a:rPr b="0" lang="en-US" sz="2000" spc="-1" strike="noStrike">
                <a:solidFill>
                  <a:srgbClr val="000000"/>
                </a:solidFill>
                <a:latin typeface="Noto Sans KR"/>
              </a:rPr>
              <a:t>'</a:t>
            </a:r>
            <a:r>
              <a:rPr b="0" lang="ko-KR" sz="2000" spc="-1" strike="noStrike">
                <a:solidFill>
                  <a:srgbClr val="000000"/>
                </a:solidFill>
                <a:latin typeface="Noto Sans KR"/>
              </a:rPr>
              <a:t>을 운동과 연결해보고 싶었습니다</a:t>
            </a:r>
            <a:r>
              <a:rPr b="0" lang="en-US" sz="2000" spc="-1" strike="noStrike">
                <a:solidFill>
                  <a:srgbClr val="000000"/>
                </a:solidFill>
                <a:latin typeface="Noto Sans KR"/>
              </a:rPr>
              <a:t>.</a:t>
            </a:r>
            <a:endParaRPr b="0" lang="en-US" sz="2000" spc="-1" strike="noStrike">
              <a:solidFill>
                <a:srgbClr val="000000"/>
              </a:solidFill>
              <a:latin typeface="Noto Sans KR"/>
            </a:endParaRPr>
          </a:p>
          <a:p>
            <a:pPr marL="216000" indent="0">
              <a:lnSpc>
                <a:spcPct val="100000"/>
              </a:lnSpc>
              <a:buNone/>
            </a:pPr>
            <a:r>
              <a:rPr b="0" lang="en-US" sz="2000" spc="-1" strike="noStrike">
                <a:solidFill>
                  <a:srgbClr val="000000"/>
                </a:solidFill>
                <a:latin typeface="Noto Sans KR"/>
              </a:rPr>
              <a:t>(</a:t>
            </a:r>
            <a:r>
              <a:rPr b="0" lang="ko-KR" sz="2000" spc="-1" strike="noStrike">
                <a:solidFill>
                  <a:srgbClr val="000000"/>
                </a:solidFill>
                <a:latin typeface="Noto Sans KR"/>
              </a:rPr>
              <a:t>싸이월드를 모르는 분께</a:t>
            </a:r>
            <a:r>
              <a:rPr b="0" lang="en-US" sz="2000" spc="-1" strike="noStrike">
                <a:solidFill>
                  <a:srgbClr val="000000"/>
                </a:solidFill>
                <a:latin typeface="Noto Sans KR"/>
              </a:rPr>
              <a:t>) </a:t>
            </a:r>
            <a:r>
              <a:rPr b="0" lang="ko-KR" sz="2000" spc="-1" strike="noStrike">
                <a:solidFill>
                  <a:srgbClr val="000000"/>
                </a:solidFill>
                <a:latin typeface="Noto Sans KR"/>
              </a:rPr>
              <a:t>핵심은 </a:t>
            </a:r>
            <a:r>
              <a:rPr b="0" lang="en-US" sz="2000" spc="-1" strike="noStrike">
                <a:solidFill>
                  <a:srgbClr val="000000"/>
                </a:solidFill>
                <a:latin typeface="Noto Sans KR"/>
              </a:rPr>
              <a:t>'</a:t>
            </a:r>
            <a:r>
              <a:rPr b="0" lang="ko-KR" sz="2000" spc="-1" strike="noStrike">
                <a:solidFill>
                  <a:srgbClr val="000000"/>
                </a:solidFill>
                <a:latin typeface="Noto Sans KR"/>
              </a:rPr>
              <a:t>나만의 공간을 꾸미고 친구와 공유하는 재미</a:t>
            </a:r>
            <a:r>
              <a:rPr b="0" lang="en-US" sz="2000" spc="-1" strike="noStrike">
                <a:solidFill>
                  <a:srgbClr val="000000"/>
                </a:solidFill>
                <a:latin typeface="Noto Sans KR"/>
              </a:rPr>
              <a:t>'</a:t>
            </a:r>
            <a:r>
              <a:rPr b="0" lang="ko-KR" sz="2000" spc="-1" strike="noStrike">
                <a:solidFill>
                  <a:srgbClr val="000000"/>
                </a:solidFill>
                <a:latin typeface="Noto Sans KR"/>
              </a:rPr>
              <a:t>입니다</a:t>
            </a:r>
            <a:r>
              <a:rPr b="0" lang="en-US" sz="2000" spc="-1" strike="noStrike">
                <a:solidFill>
                  <a:srgbClr val="000000"/>
                </a:solidFill>
                <a:latin typeface="Noto Sans KR"/>
              </a:rPr>
              <a:t>.</a:t>
            </a:r>
            <a:endParaRPr b="0" lang="en-US" sz="2000" spc="-1" strike="noStrike">
              <a:solidFill>
                <a:srgbClr val="000000"/>
              </a:solidFill>
              <a:latin typeface="Noto Sans KR"/>
            </a:endParaRPr>
          </a:p>
        </p:txBody>
      </p:sp>
      <p:sp>
        <p:nvSpPr>
          <p:cNvPr id="606" name="PlaceHolder 3"/>
          <p:cNvSpPr>
            <a:spLocks noGrp="1"/>
          </p:cNvSpPr>
          <p:nvPr>
            <p:ph type="sldNum" idx="5"/>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pc="-1" strike="noStrike">
                <a:solidFill>
                  <a:schemeClr val="dk1"/>
                </a:solidFill>
                <a:latin typeface="+mn-lt"/>
                <a:ea typeface="+mn-ea"/>
              </a:defRPr>
            </a:lvl1pPr>
          </a:lstStyle>
          <a:p>
            <a:pPr indent="0" algn="r" defTabSz="914400">
              <a:lnSpc>
                <a:spcPct val="100000"/>
              </a:lnSpc>
              <a:buNone/>
            </a:pPr>
            <a:fld id="{15D46522-43CE-4A9B-A22E-B7CE13300A94}" type="slidenum">
              <a:rPr b="0" lang="en-US" sz="1200" spc="-1" strike="noStrike">
                <a:solidFill>
                  <a:schemeClr val="dk1"/>
                </a:solidFill>
                <a:latin typeface="+mn-lt"/>
                <a:ea typeface="+mn-ea"/>
              </a:rPr>
              <a:t>&lt;숫자&gt;</a:t>
            </a:fld>
            <a:endParaRPr b="0" lang="en-US" sz="1200" spc="-1" strike="noStrike">
              <a:solidFill>
                <a:srgbClr val="000000"/>
              </a:solidFill>
              <a:latin typeface="Noto Serif KR"/>
            </a:endParaRPr>
          </a:p>
        </p:txBody>
      </p:sp>
    </p:spTree>
  </p:cSld>
</p:notes>
</file>

<file path=ppt/notesSlides/notesSlide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10" name="PlaceHolder 1"/>
          <p:cNvSpPr>
            <a:spLocks noGrp="1"/>
          </p:cNvSpPr>
          <p:nvPr>
            <p:ph type="sldImg"/>
          </p:nvPr>
        </p:nvSpPr>
        <p:spPr>
          <a:xfrm>
            <a:off x="685800" y="1143000"/>
            <a:ext cx="5486040" cy="3085920"/>
          </a:xfrm>
          <a:prstGeom prst="rect">
            <a:avLst/>
          </a:prstGeom>
          <a:ln w="0">
            <a:noFill/>
          </a:ln>
        </p:spPr>
      </p:sp>
      <p:sp>
        <p:nvSpPr>
          <p:cNvPr id="611"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marL="216000" indent="-216000">
              <a:buNone/>
            </a:pPr>
            <a:r>
              <a:rPr b="0" lang="ko-KR" sz="2000" spc="-1" strike="noStrike">
                <a:solidFill>
                  <a:srgbClr val="000000"/>
                </a:solidFill>
                <a:latin typeface="Noto Sans KR"/>
              </a:rPr>
              <a:t>[핵심 멘트] “운동을 시작할 때의 망설임을 줄이고, 이어갈 재미를 제공합니다.”</a:t>
            </a:r>
            <a:endParaRPr b="0" lang="en-US" sz="2000" spc="-1" strike="noStrike">
              <a:solidFill>
                <a:srgbClr val="000000"/>
              </a:solidFill>
              <a:latin typeface="Noto Sans KR"/>
            </a:endParaRPr>
          </a:p>
          <a:p>
            <a:pPr marL="216000" indent="-216000">
              <a:buNone/>
            </a:pPr>
            <a:r>
              <a:rPr b="0" lang="ko-KR" sz="2000" spc="-1" strike="noStrike">
                <a:solidFill>
                  <a:srgbClr val="000000"/>
                </a:solidFill>
                <a:latin typeface="Noto Sans KR"/>
              </a:rPr>
              <a:t>추억을 서비스의 목표로 연결합니다</a:t>
            </a:r>
            <a:r>
              <a:rPr b="0" lang="en-US" sz="2000" spc="-1" strike="noStrike">
                <a:solidFill>
                  <a:srgbClr val="000000"/>
                </a:solidFill>
                <a:latin typeface="Noto Sans KR"/>
              </a:rPr>
              <a:t>. </a:t>
            </a:r>
            <a:r>
              <a:rPr b="0" lang="ko-KR" sz="2000" spc="-1" strike="noStrike">
                <a:solidFill>
                  <a:srgbClr val="000000"/>
                </a:solidFill>
                <a:latin typeface="Noto Sans KR"/>
              </a:rPr>
              <a:t>나만의 운동방은 다시 방문하고 싶은 공간</a:t>
            </a:r>
            <a:r>
              <a:rPr b="0" lang="en-US" sz="2000" spc="-1" strike="noStrike">
                <a:solidFill>
                  <a:srgbClr val="000000"/>
                </a:solidFill>
                <a:latin typeface="Noto Sans KR"/>
              </a:rPr>
              <a:t>, </a:t>
            </a:r>
            <a:r>
              <a:rPr b="0" lang="ko-KR" sz="2000" spc="-1" strike="noStrike">
                <a:solidFill>
                  <a:srgbClr val="000000"/>
                </a:solidFill>
                <a:latin typeface="Noto Sans KR"/>
              </a:rPr>
              <a:t>기록과 보상은 운동한 결과를 눈으로 확인하는 재미</a:t>
            </a:r>
            <a:r>
              <a:rPr b="0" lang="en-US" sz="2000" spc="-1" strike="noStrike">
                <a:solidFill>
                  <a:srgbClr val="000000"/>
                </a:solidFill>
                <a:latin typeface="Noto Sans KR"/>
              </a:rPr>
              <a:t>, </a:t>
            </a:r>
            <a:r>
              <a:rPr b="0" lang="ko-KR" sz="2000" spc="-1" strike="noStrike">
                <a:solidFill>
                  <a:srgbClr val="000000"/>
                </a:solidFill>
                <a:latin typeface="Noto Sans KR"/>
              </a:rPr>
              <a:t>친구 방문은 함께 이어갈 동기</a:t>
            </a:r>
            <a:r>
              <a:rPr b="0" lang="en-US" sz="2000" spc="-1" strike="noStrike">
                <a:solidFill>
                  <a:srgbClr val="000000"/>
                </a:solidFill>
                <a:latin typeface="Noto Sans KR"/>
              </a:rPr>
              <a:t>, </a:t>
            </a:r>
            <a:r>
              <a:rPr b="0" lang="ko-KR" sz="2000" spc="-1" strike="noStrike">
                <a:solidFill>
                  <a:srgbClr val="000000"/>
                </a:solidFill>
                <a:latin typeface="Noto Sans KR"/>
              </a:rPr>
              <a:t>장소 추천은 실제로 운동을 시작할 때 필요한 도움입니다</a:t>
            </a:r>
            <a:r>
              <a:rPr b="0" lang="en-US" sz="2000" spc="-1" strike="noStrike">
                <a:solidFill>
                  <a:srgbClr val="000000"/>
                </a:solidFill>
                <a:latin typeface="Noto Sans KR"/>
              </a:rPr>
              <a:t>.</a:t>
            </a:r>
            <a:endParaRPr b="0" lang="en-US" sz="2000" spc="-1" strike="noStrike">
              <a:solidFill>
                <a:srgbClr val="000000"/>
              </a:solidFill>
              <a:latin typeface="Noto Sans KR"/>
            </a:endParaRPr>
          </a:p>
          <a:p>
            <a:pPr marL="216000" indent="0">
              <a:lnSpc>
                <a:spcPct val="100000"/>
              </a:lnSpc>
              <a:buNone/>
            </a:pPr>
            <a:r>
              <a:rPr b="0" lang="en-US" sz="2000" spc="-1" strike="noStrike">
                <a:solidFill>
                  <a:srgbClr val="000000"/>
                </a:solidFill>
                <a:latin typeface="Noto Sans KR"/>
              </a:rPr>
              <a:t>※ </a:t>
            </a:r>
            <a:r>
              <a:rPr b="0" lang="ko-KR" sz="2000" spc="-1" strike="noStrike">
                <a:solidFill>
                  <a:srgbClr val="000000"/>
                </a:solidFill>
                <a:latin typeface="Noto Sans KR"/>
              </a:rPr>
              <a:t>운동 지속률 효과는 아직 측정 전이므로 </a:t>
            </a:r>
            <a:r>
              <a:rPr b="0" lang="en-US" sz="2000" spc="-1" strike="noStrike">
                <a:solidFill>
                  <a:srgbClr val="000000"/>
                </a:solidFill>
                <a:latin typeface="Noto Sans KR"/>
              </a:rPr>
              <a:t>'</a:t>
            </a:r>
            <a:r>
              <a:rPr b="0" lang="ko-KR" sz="2000" spc="-1" strike="noStrike">
                <a:solidFill>
                  <a:srgbClr val="000000"/>
                </a:solidFill>
                <a:latin typeface="Noto Sans KR"/>
              </a:rPr>
              <a:t>높였다</a:t>
            </a:r>
            <a:r>
              <a:rPr b="0" lang="en-US" sz="2000" spc="-1" strike="noStrike">
                <a:solidFill>
                  <a:srgbClr val="000000"/>
                </a:solidFill>
                <a:latin typeface="Noto Sans KR"/>
              </a:rPr>
              <a:t>'</a:t>
            </a:r>
            <a:r>
              <a:rPr b="0" lang="ko-KR" sz="2000" spc="-1" strike="noStrike">
                <a:solidFill>
                  <a:srgbClr val="000000"/>
                </a:solidFill>
                <a:latin typeface="Noto Sans KR"/>
              </a:rPr>
              <a:t>가 아니라 </a:t>
            </a:r>
            <a:r>
              <a:rPr b="0" lang="en-US" sz="2000" spc="-1" strike="noStrike">
                <a:solidFill>
                  <a:srgbClr val="000000"/>
                </a:solidFill>
                <a:latin typeface="Noto Sans KR"/>
              </a:rPr>
              <a:t>'</a:t>
            </a:r>
            <a:r>
              <a:rPr b="0" lang="ko-KR" sz="2000" spc="-1" strike="noStrike">
                <a:solidFill>
                  <a:srgbClr val="000000"/>
                </a:solidFill>
                <a:latin typeface="Noto Sans KR"/>
              </a:rPr>
              <a:t>돕는 것이 목표</a:t>
            </a:r>
            <a:r>
              <a:rPr b="0" lang="en-US" sz="2000" spc="-1" strike="noStrike">
                <a:solidFill>
                  <a:srgbClr val="000000"/>
                </a:solidFill>
                <a:latin typeface="Noto Sans KR"/>
              </a:rPr>
              <a:t>'</a:t>
            </a:r>
            <a:r>
              <a:rPr b="0" lang="ko-KR" sz="2000" spc="-1" strike="noStrike">
                <a:solidFill>
                  <a:srgbClr val="000000"/>
                </a:solidFill>
                <a:latin typeface="Noto Sans KR"/>
              </a:rPr>
              <a:t>라고 표현합니다</a:t>
            </a:r>
            <a:r>
              <a:rPr b="0" lang="en-US" sz="2000" spc="-1" strike="noStrike">
                <a:solidFill>
                  <a:srgbClr val="000000"/>
                </a:solidFill>
                <a:latin typeface="Noto Sans KR"/>
              </a:rPr>
              <a:t>.</a:t>
            </a:r>
            <a:endParaRPr b="0" lang="en-US" sz="2000" spc="-1" strike="noStrike">
              <a:solidFill>
                <a:srgbClr val="000000"/>
              </a:solidFill>
              <a:latin typeface="Noto Sans KR"/>
            </a:endParaRPr>
          </a:p>
        </p:txBody>
      </p:sp>
      <p:sp>
        <p:nvSpPr>
          <p:cNvPr id="612" name="PlaceHolder 3"/>
          <p:cNvSpPr>
            <a:spLocks noGrp="1"/>
          </p:cNvSpPr>
          <p:nvPr>
            <p:ph type="sldNum" idx="7"/>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pc="-1" strike="noStrike">
                <a:solidFill>
                  <a:schemeClr val="dk1"/>
                </a:solidFill>
                <a:latin typeface="+mn-lt"/>
                <a:ea typeface="+mn-ea"/>
              </a:defRPr>
            </a:lvl1pPr>
          </a:lstStyle>
          <a:p>
            <a:pPr indent="0" algn="r" defTabSz="914400">
              <a:lnSpc>
                <a:spcPct val="100000"/>
              </a:lnSpc>
              <a:buNone/>
            </a:pPr>
            <a:fld id="{8844A256-CB3E-40DE-BAE4-2ADF3A42E991}" type="slidenum">
              <a:rPr b="0" lang="en-US" sz="1200" spc="-1" strike="noStrike">
                <a:solidFill>
                  <a:schemeClr val="dk1"/>
                </a:solidFill>
                <a:latin typeface="+mn-lt"/>
                <a:ea typeface="+mn-ea"/>
              </a:rPr>
              <a:t>&lt;숫자&gt;</a:t>
            </a:fld>
            <a:endParaRPr b="0" lang="en-US" sz="1200" spc="-1" strike="noStrike">
              <a:solidFill>
                <a:srgbClr val="000000"/>
              </a:solidFill>
              <a:latin typeface="Noto Serif KR"/>
            </a:endParaRPr>
          </a:p>
        </p:txBody>
      </p:sp>
    </p:spTree>
  </p:cSld>
</p:notes>
</file>

<file path=ppt/notesSlides/notesSlide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13" name="PlaceHolder 1"/>
          <p:cNvSpPr>
            <a:spLocks noGrp="1"/>
          </p:cNvSpPr>
          <p:nvPr>
            <p:ph type="sldImg"/>
          </p:nvPr>
        </p:nvSpPr>
        <p:spPr>
          <a:xfrm>
            <a:off x="685800" y="1143000"/>
            <a:ext cx="5486040" cy="3085920"/>
          </a:xfrm>
          <a:prstGeom prst="rect">
            <a:avLst/>
          </a:prstGeom>
          <a:ln w="0">
            <a:noFill/>
          </a:ln>
        </p:spPr>
      </p:sp>
      <p:sp>
        <p:nvSpPr>
          <p:cNvPr id="614"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marL="216000" indent="0">
              <a:lnSpc>
                <a:spcPct val="100000"/>
              </a:lnSpc>
              <a:buNone/>
            </a:pPr>
            <a:r>
              <a:rPr b="0" lang="ko-KR" sz="2000" spc="-1" strike="noStrike">
                <a:solidFill>
                  <a:srgbClr val="000000"/>
                </a:solidFill>
                <a:latin typeface="Noto Sans KR"/>
              </a:rPr>
              <a:t>실제 운동을 기록해야 방 레벨과 소품이 바뀝니다</a:t>
            </a:r>
            <a:r>
              <a:rPr b="0" lang="en-US" sz="2000" spc="-1" strike="noStrike">
                <a:solidFill>
                  <a:srgbClr val="000000"/>
                </a:solidFill>
                <a:latin typeface="Noto Sans KR"/>
              </a:rPr>
              <a:t>. 100·250·450·700·1,000·1,500kcal </a:t>
            </a:r>
            <a:r>
              <a:rPr b="0" lang="ko-KR" sz="2000" spc="-1" strike="noStrike">
                <a:solidFill>
                  <a:srgbClr val="000000"/>
                </a:solidFill>
                <a:latin typeface="Noto Sans KR"/>
              </a:rPr>
              <a:t>구간에서 소품이 해금되고</a:t>
            </a:r>
            <a:r>
              <a:rPr b="0" lang="en-US" sz="2000" spc="-1" strike="noStrike">
                <a:solidFill>
                  <a:srgbClr val="000000"/>
                </a:solidFill>
                <a:latin typeface="Noto Sans KR"/>
              </a:rPr>
              <a:t>, </a:t>
            </a:r>
            <a:r>
              <a:rPr b="0" lang="ko-KR" sz="2000" spc="-1" strike="noStrike">
                <a:solidFill>
                  <a:srgbClr val="000000"/>
                </a:solidFill>
                <a:latin typeface="Noto Sans KR"/>
              </a:rPr>
              <a:t>누적 </a:t>
            </a:r>
            <a:r>
              <a:rPr b="0" lang="en-US" sz="2000" spc="-1" strike="noStrike">
                <a:solidFill>
                  <a:srgbClr val="000000"/>
                </a:solidFill>
                <a:latin typeface="Noto Sans KR"/>
              </a:rPr>
              <a:t>1,500kcal</a:t>
            </a:r>
            <a:r>
              <a:rPr b="0" lang="ko-KR" sz="2000" spc="-1" strike="noStrike">
                <a:solidFill>
                  <a:srgbClr val="000000"/>
                </a:solidFill>
                <a:latin typeface="Noto Sans KR"/>
              </a:rPr>
              <a:t>마다 </a:t>
            </a:r>
            <a:r>
              <a:rPr b="0" lang="en-US" sz="2000" spc="-1" strike="noStrike">
                <a:solidFill>
                  <a:srgbClr val="000000"/>
                </a:solidFill>
                <a:latin typeface="Noto Sans KR"/>
              </a:rPr>
              <a:t>ROOM LEVEL</a:t>
            </a:r>
            <a:r>
              <a:rPr b="0" lang="ko-KR" sz="2000" spc="-1" strike="noStrike">
                <a:solidFill>
                  <a:srgbClr val="000000"/>
                </a:solidFill>
                <a:latin typeface="Noto Sans KR"/>
              </a:rPr>
              <a:t>이 오릅니다</a:t>
            </a:r>
            <a:r>
              <a:rPr b="0" lang="en-US" sz="2000" spc="-1" strike="noStrike">
                <a:solidFill>
                  <a:srgbClr val="000000"/>
                </a:solidFill>
                <a:latin typeface="Noto Sans KR"/>
              </a:rPr>
              <a:t>. LV 5 </a:t>
            </a:r>
            <a:r>
              <a:rPr b="0" lang="ko-KR" sz="2000" spc="-1" strike="noStrike">
                <a:solidFill>
                  <a:srgbClr val="000000"/>
                </a:solidFill>
                <a:latin typeface="Noto Sans KR"/>
              </a:rPr>
              <a:t>한복</a:t>
            </a:r>
            <a:r>
              <a:rPr b="0" lang="en-US" sz="2000" spc="-1" strike="noStrike">
                <a:solidFill>
                  <a:srgbClr val="000000"/>
                </a:solidFill>
                <a:latin typeface="Noto Sans KR"/>
              </a:rPr>
              <a:t>, LV 20 ROCK </a:t>
            </a:r>
            <a:r>
              <a:rPr b="0" lang="ko-KR" sz="2000" spc="-1" strike="noStrike">
                <a:solidFill>
                  <a:srgbClr val="000000"/>
                </a:solidFill>
                <a:latin typeface="Noto Sans KR"/>
              </a:rPr>
              <a:t>캐릭터와 특별 가구</a:t>
            </a:r>
            <a:r>
              <a:rPr b="0" lang="en-US" sz="2000" spc="-1" strike="noStrike">
                <a:solidFill>
                  <a:srgbClr val="000000"/>
                </a:solidFill>
                <a:latin typeface="Noto Sans KR"/>
              </a:rPr>
              <a:t>, LV 50 HIGHEND </a:t>
            </a:r>
            <a:r>
              <a:rPr b="0" lang="ko-KR" sz="2000" spc="-1" strike="noStrike">
                <a:solidFill>
                  <a:srgbClr val="000000"/>
                </a:solidFill>
                <a:latin typeface="Noto Sans KR"/>
              </a:rPr>
              <a:t>캐릭터</a:t>
            </a:r>
            <a:r>
              <a:rPr b="0" lang="en-US" sz="2000" spc="-1" strike="noStrike">
                <a:solidFill>
                  <a:srgbClr val="000000"/>
                </a:solidFill>
                <a:latin typeface="Noto Sans KR"/>
              </a:rPr>
              <a:t>. </a:t>
            </a:r>
            <a:r>
              <a:rPr b="0" lang="ko-KR" sz="2000" spc="-1" strike="noStrike">
                <a:solidFill>
                  <a:srgbClr val="000000"/>
                </a:solidFill>
                <a:latin typeface="Noto Sans KR"/>
              </a:rPr>
              <a:t>보이지 않는 운동 누적을 눈에 보이게 만든 장치입니다</a:t>
            </a:r>
            <a:r>
              <a:rPr b="0" lang="en-US" sz="2000" spc="-1" strike="noStrike">
                <a:solidFill>
                  <a:srgbClr val="000000"/>
                </a:solidFill>
                <a:latin typeface="Noto Sans KR"/>
              </a:rPr>
              <a:t>.</a:t>
            </a:r>
            <a:endParaRPr b="0" lang="en-US" sz="2000" spc="-1" strike="noStrike">
              <a:solidFill>
                <a:srgbClr val="000000"/>
              </a:solidFill>
              <a:latin typeface="Noto Sans KR"/>
            </a:endParaRPr>
          </a:p>
        </p:txBody>
      </p:sp>
      <p:sp>
        <p:nvSpPr>
          <p:cNvPr id="615" name="PlaceHolder 3"/>
          <p:cNvSpPr>
            <a:spLocks noGrp="1"/>
          </p:cNvSpPr>
          <p:nvPr>
            <p:ph type="sldNum" idx="8"/>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pc="-1" strike="noStrike">
                <a:solidFill>
                  <a:schemeClr val="dk1"/>
                </a:solidFill>
                <a:latin typeface="+mn-lt"/>
                <a:ea typeface="+mn-ea"/>
              </a:defRPr>
            </a:lvl1pPr>
          </a:lstStyle>
          <a:p>
            <a:pPr indent="0" algn="r" defTabSz="914400">
              <a:lnSpc>
                <a:spcPct val="100000"/>
              </a:lnSpc>
              <a:buNone/>
            </a:pPr>
            <a:fld id="{DC3E6F8B-8B74-4420-948B-07EAF0E6DE3A}" type="slidenum">
              <a:rPr b="0" lang="en-US" sz="1200" spc="-1" strike="noStrike">
                <a:solidFill>
                  <a:schemeClr val="dk1"/>
                </a:solidFill>
                <a:latin typeface="+mn-lt"/>
                <a:ea typeface="+mn-ea"/>
              </a:rPr>
              <a:t>&lt;숫자&gt;</a:t>
            </a:fld>
            <a:endParaRPr b="0" lang="en-US" sz="1200" spc="-1" strike="noStrike">
              <a:solidFill>
                <a:srgbClr val="000000"/>
              </a:solidFill>
              <a:latin typeface="Noto Serif KR"/>
            </a:endParaRPr>
          </a:p>
        </p:txBody>
      </p:sp>
    </p:spTree>
  </p:cSld>
</p:notes>
</file>

<file path=ppt/notesSlides/notesSlide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07" name="PlaceHolder 1"/>
          <p:cNvSpPr>
            <a:spLocks noGrp="1"/>
          </p:cNvSpPr>
          <p:nvPr>
            <p:ph type="sldImg"/>
          </p:nvPr>
        </p:nvSpPr>
        <p:spPr>
          <a:xfrm>
            <a:off x="685800" y="1143000"/>
            <a:ext cx="5486040" cy="3085920"/>
          </a:xfrm>
          <a:prstGeom prst="rect">
            <a:avLst/>
          </a:prstGeom>
          <a:ln w="0">
            <a:noFill/>
          </a:ln>
        </p:spPr>
      </p:sp>
      <p:sp>
        <p:nvSpPr>
          <p:cNvPr id="608"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marL="216000" indent="0">
              <a:lnSpc>
                <a:spcPct val="100000"/>
              </a:lnSpc>
              <a:buNone/>
            </a:pPr>
            <a:r>
              <a:rPr b="0" lang="en-US" sz="2000" spc="-1" strike="noStrike">
                <a:solidFill>
                  <a:srgbClr val="000000"/>
                </a:solidFill>
                <a:latin typeface="Noto Sans KR"/>
              </a:rPr>
              <a:t>2025</a:t>
            </a:r>
            <a:r>
              <a:rPr b="0" lang="ko-KR" sz="2000" spc="-1" strike="noStrike">
                <a:solidFill>
                  <a:srgbClr val="000000"/>
                </a:solidFill>
                <a:latin typeface="Noto Sans KR"/>
              </a:rPr>
              <a:t>년 국민생활체육조사에서 생활체육 참여율은 </a:t>
            </a:r>
            <a:r>
              <a:rPr b="0" lang="en-US" sz="2000" spc="-1" strike="noStrike">
                <a:solidFill>
                  <a:srgbClr val="000000"/>
                </a:solidFill>
                <a:latin typeface="Noto Sans KR"/>
              </a:rPr>
              <a:t>62.9%</a:t>
            </a:r>
            <a:r>
              <a:rPr b="0" lang="ko-KR" sz="2000" spc="-1" strike="noStrike">
                <a:solidFill>
                  <a:srgbClr val="000000"/>
                </a:solidFill>
                <a:latin typeface="Noto Sans KR"/>
              </a:rPr>
              <a:t>지만</a:t>
            </a:r>
            <a:r>
              <a:rPr b="0" lang="en-US" sz="2000" spc="-1" strike="noStrike">
                <a:solidFill>
                  <a:srgbClr val="000000"/>
                </a:solidFill>
                <a:latin typeface="Noto Sans KR"/>
              </a:rPr>
              <a:t>, </a:t>
            </a:r>
            <a:r>
              <a:rPr b="0" lang="ko-KR" sz="2000" spc="-1" strike="noStrike">
                <a:solidFill>
                  <a:srgbClr val="000000"/>
                </a:solidFill>
                <a:latin typeface="Noto Sans KR"/>
              </a:rPr>
              <a:t>시간</a:t>
            </a:r>
            <a:r>
              <a:rPr b="0" lang="en-US" sz="2000" spc="-1" strike="noStrike">
                <a:solidFill>
                  <a:srgbClr val="000000"/>
                </a:solidFill>
                <a:latin typeface="Noto Sans KR"/>
              </a:rPr>
              <a:t>·</a:t>
            </a:r>
            <a:r>
              <a:rPr b="0" lang="ko-KR" sz="2000" spc="-1" strike="noStrike">
                <a:solidFill>
                  <a:srgbClr val="000000"/>
                </a:solidFill>
                <a:latin typeface="Noto Sans KR"/>
              </a:rPr>
              <a:t>흥미</a:t>
            </a:r>
            <a:r>
              <a:rPr b="0" lang="en-US" sz="2000" spc="-1" strike="noStrike">
                <a:solidFill>
                  <a:srgbClr val="000000"/>
                </a:solidFill>
                <a:latin typeface="Noto Sans KR"/>
              </a:rPr>
              <a:t>·</a:t>
            </a:r>
            <a:r>
              <a:rPr b="0" lang="ko-KR" sz="2000" spc="-1" strike="noStrike">
                <a:solidFill>
                  <a:srgbClr val="000000"/>
                </a:solidFill>
                <a:latin typeface="Noto Sans KR"/>
              </a:rPr>
              <a:t>시설 접근성이 규칙적인 운동을 막는 주요 장벽이었습니다</a:t>
            </a:r>
            <a:r>
              <a:rPr b="0" lang="en-US" sz="2000" spc="-1" strike="noStrike">
                <a:solidFill>
                  <a:srgbClr val="000000"/>
                </a:solidFill>
                <a:latin typeface="Noto Sans KR"/>
              </a:rPr>
              <a:t>. </a:t>
            </a:r>
            <a:r>
              <a:rPr b="0" lang="ko-KR" sz="2000" spc="-1" strike="noStrike">
                <a:solidFill>
                  <a:srgbClr val="000000"/>
                </a:solidFill>
                <a:latin typeface="Noto Sans KR"/>
              </a:rPr>
              <a:t>운동을 시작하려면 무엇을 할지</a:t>
            </a:r>
            <a:r>
              <a:rPr b="0" lang="en-US" sz="2000" spc="-1" strike="noStrike">
                <a:solidFill>
                  <a:srgbClr val="000000"/>
                </a:solidFill>
                <a:latin typeface="Noto Sans KR"/>
              </a:rPr>
              <a:t>, </a:t>
            </a:r>
            <a:r>
              <a:rPr b="0" lang="ko-KR" sz="2000" spc="-1" strike="noStrike">
                <a:solidFill>
                  <a:srgbClr val="000000"/>
                </a:solidFill>
                <a:latin typeface="Noto Sans KR"/>
              </a:rPr>
              <a:t>어디서 할지</a:t>
            </a:r>
            <a:r>
              <a:rPr b="0" lang="en-US" sz="2000" spc="-1" strike="noStrike">
                <a:solidFill>
                  <a:srgbClr val="000000"/>
                </a:solidFill>
                <a:latin typeface="Noto Sans KR"/>
              </a:rPr>
              <a:t>, </a:t>
            </a:r>
            <a:r>
              <a:rPr b="0" lang="ko-KR" sz="2000" spc="-1" strike="noStrike">
                <a:solidFill>
                  <a:srgbClr val="000000"/>
                </a:solidFill>
                <a:latin typeface="Noto Sans KR"/>
              </a:rPr>
              <a:t>지금 시간 안에 가능한지를 한꺼번에 판단해야 하고</a:t>
            </a:r>
            <a:r>
              <a:rPr b="0" lang="en-US" sz="2000" spc="-1" strike="noStrike">
                <a:solidFill>
                  <a:srgbClr val="000000"/>
                </a:solidFill>
                <a:latin typeface="Noto Sans KR"/>
              </a:rPr>
              <a:t>, </a:t>
            </a:r>
            <a:r>
              <a:rPr b="0" lang="ko-KR" sz="2000" spc="-1" strike="noStrike">
                <a:solidFill>
                  <a:srgbClr val="000000"/>
                </a:solidFill>
                <a:latin typeface="Noto Sans KR"/>
              </a:rPr>
              <a:t>이 과정이 길수록 운동은 미뤄집니다</a:t>
            </a:r>
            <a:r>
              <a:rPr b="0" lang="en-US" sz="2000" spc="-1" strike="noStrike">
                <a:solidFill>
                  <a:srgbClr val="000000"/>
                </a:solidFill>
                <a:latin typeface="Noto Sans KR"/>
              </a:rPr>
              <a:t>.</a:t>
            </a:r>
            <a:endParaRPr b="0" lang="en-US" sz="2000" spc="-1" strike="noStrike">
              <a:solidFill>
                <a:srgbClr val="000000"/>
              </a:solidFill>
              <a:latin typeface="Noto Sans KR"/>
            </a:endParaRPr>
          </a:p>
        </p:txBody>
      </p:sp>
      <p:sp>
        <p:nvSpPr>
          <p:cNvPr id="609" name="PlaceHolder 3"/>
          <p:cNvSpPr>
            <a:spLocks noGrp="1"/>
          </p:cNvSpPr>
          <p:nvPr>
            <p:ph type="sldNum" idx="6"/>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pc="-1" strike="noStrike">
                <a:solidFill>
                  <a:schemeClr val="dk1"/>
                </a:solidFill>
                <a:latin typeface="+mn-lt"/>
                <a:ea typeface="+mn-ea"/>
              </a:defRPr>
            </a:lvl1pPr>
          </a:lstStyle>
          <a:p>
            <a:pPr indent="0" algn="r" defTabSz="914400">
              <a:lnSpc>
                <a:spcPct val="100000"/>
              </a:lnSpc>
              <a:buNone/>
            </a:pPr>
            <a:fld id="{76969415-FA21-4673-A8D2-1539638E4EE7}" type="slidenum">
              <a:rPr b="0" lang="en-US" sz="1200" spc="-1" strike="noStrike">
                <a:solidFill>
                  <a:schemeClr val="dk1"/>
                </a:solidFill>
                <a:latin typeface="+mn-lt"/>
                <a:ea typeface="+mn-ea"/>
              </a:rPr>
              <a:t>&lt;숫자&gt;</a:t>
            </a:fld>
            <a:endParaRPr b="0" lang="en-US" sz="1200" spc="-1" strike="noStrike">
              <a:solidFill>
                <a:srgbClr val="000000"/>
              </a:solidFill>
              <a:latin typeface="Noto Serif KR"/>
            </a:endParaRPr>
          </a:p>
        </p:txBody>
      </p:sp>
    </p:spTree>
  </p:cSld>
</p:notes>
</file>

<file path=ppt/notesSlides/notesSlide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16" name="PlaceHolder 1"/>
          <p:cNvSpPr>
            <a:spLocks noGrp="1"/>
          </p:cNvSpPr>
          <p:nvPr>
            <p:ph type="sldImg"/>
          </p:nvPr>
        </p:nvSpPr>
        <p:spPr>
          <a:xfrm>
            <a:off x="685800" y="1143000"/>
            <a:ext cx="5486040" cy="3085920"/>
          </a:xfrm>
          <a:prstGeom prst="rect">
            <a:avLst/>
          </a:prstGeom>
          <a:ln w="0">
            <a:noFill/>
          </a:ln>
        </p:spPr>
      </p:sp>
      <p:sp>
        <p:nvSpPr>
          <p:cNvPr id="617"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marL="216000" indent="0">
              <a:lnSpc>
                <a:spcPct val="100000"/>
              </a:lnSpc>
              <a:buNone/>
            </a:pPr>
            <a:r>
              <a:rPr b="0" lang="ko-KR" sz="2000" spc="-1" strike="noStrike">
                <a:solidFill>
                  <a:srgbClr val="000000"/>
                </a:solidFill>
                <a:latin typeface="Noto Sans KR"/>
              </a:rPr>
              <a:t>[핵심 멘트] “사용자가 망설이는 이유에 맞춰 데이터를 선택했습니다.”</a:t>
            </a:r>
            <a:endParaRPr b="0" lang="en-US" sz="2000" spc="-1" strike="noStrike">
              <a:solidFill>
                <a:srgbClr val="000000"/>
              </a:solidFill>
              <a:latin typeface="Noto Sans KR"/>
            </a:endParaRPr>
          </a:p>
          <a:p>
            <a:pPr marL="216000" indent="0">
              <a:lnSpc>
                <a:spcPct val="100000"/>
              </a:lnSpc>
              <a:buNone/>
            </a:pPr>
            <a:r>
              <a:rPr b="0" lang="ko-KR" sz="2000" spc="-1" strike="noStrike">
                <a:solidFill>
                  <a:srgbClr val="000000"/>
                </a:solidFill>
                <a:latin typeface="Noto Sans KR"/>
              </a:rPr>
              <a:t>날씨가 나쁘면 무조건 나가게 하는 게 아니라</a:t>
            </a:r>
            <a:r>
              <a:rPr b="0" lang="en-US" sz="2000" spc="-1" strike="noStrike">
                <a:solidFill>
                  <a:srgbClr val="000000"/>
                </a:solidFill>
                <a:latin typeface="Noto Sans KR"/>
              </a:rPr>
              <a:t>, </a:t>
            </a:r>
            <a:r>
              <a:rPr b="0" lang="ko-KR" sz="2000" spc="-1" strike="noStrike">
                <a:solidFill>
                  <a:srgbClr val="000000"/>
                </a:solidFill>
                <a:latin typeface="Noto Sans KR"/>
              </a:rPr>
              <a:t>실내 운동이라는 대안을 주는 것 — 사용자가 망설이는 이유를 줄여준다는 방향으로 설명합니다</a:t>
            </a:r>
            <a:r>
              <a:rPr b="0" lang="en-US" sz="2000" spc="-1" strike="noStrike">
                <a:solidFill>
                  <a:srgbClr val="000000"/>
                </a:solidFill>
                <a:latin typeface="Noto Sans KR"/>
              </a:rPr>
              <a:t>.</a:t>
            </a:r>
            <a:endParaRPr b="0" lang="en-US" sz="2000" spc="-1" strike="noStrike">
              <a:solidFill>
                <a:srgbClr val="000000"/>
              </a:solidFill>
              <a:latin typeface="Noto Sans KR"/>
            </a:endParaRPr>
          </a:p>
        </p:txBody>
      </p:sp>
      <p:sp>
        <p:nvSpPr>
          <p:cNvPr id="618" name="PlaceHolder 3"/>
          <p:cNvSpPr>
            <a:spLocks noGrp="1"/>
          </p:cNvSpPr>
          <p:nvPr>
            <p:ph type="sldNum" idx="9"/>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pc="-1" strike="noStrike">
                <a:solidFill>
                  <a:schemeClr val="dk1"/>
                </a:solidFill>
                <a:latin typeface="+mn-lt"/>
                <a:ea typeface="+mn-ea"/>
              </a:defRPr>
            </a:lvl1pPr>
          </a:lstStyle>
          <a:p>
            <a:pPr indent="0" algn="r" defTabSz="914400">
              <a:lnSpc>
                <a:spcPct val="100000"/>
              </a:lnSpc>
              <a:buNone/>
            </a:pPr>
            <a:fld id="{22741FB7-1540-499F-A9EA-E88DB515806E}" type="slidenum">
              <a:rPr b="0" lang="en-US" sz="1200" spc="-1" strike="noStrike">
                <a:solidFill>
                  <a:schemeClr val="dk1"/>
                </a:solidFill>
                <a:latin typeface="+mn-lt"/>
                <a:ea typeface="+mn-ea"/>
              </a:rPr>
              <a:t>&lt;숫자&gt;</a:t>
            </a:fld>
            <a:endParaRPr b="0" lang="en-US" sz="1200" spc="-1" strike="noStrike">
              <a:solidFill>
                <a:srgbClr val="000000"/>
              </a:solidFill>
              <a:latin typeface="Noto Serif KR"/>
            </a:endParaRPr>
          </a:p>
        </p:txBody>
      </p:sp>
    </p:spTree>
  </p:cSld>
</p:notes>
</file>

<file path=ppt/notesSlides/notesSlide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22" name="PlaceHolder 1"/>
          <p:cNvSpPr>
            <a:spLocks noGrp="1"/>
          </p:cNvSpPr>
          <p:nvPr>
            <p:ph type="sldImg"/>
          </p:nvPr>
        </p:nvSpPr>
        <p:spPr>
          <a:xfrm>
            <a:off x="685800" y="1143000"/>
            <a:ext cx="5486040" cy="3085920"/>
          </a:xfrm>
          <a:prstGeom prst="rect">
            <a:avLst/>
          </a:prstGeom>
          <a:ln w="0">
            <a:noFill/>
          </a:ln>
        </p:spPr>
      </p:sp>
      <p:sp>
        <p:nvSpPr>
          <p:cNvPr id="623"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marL="216000" indent="0">
              <a:lnSpc>
                <a:spcPct val="100000"/>
              </a:lnSpc>
              <a:buNone/>
            </a:pPr>
            <a:r>
              <a:rPr b="0" lang="ko-KR" sz="2000" spc="-1" strike="noStrike">
                <a:solidFill>
                  <a:srgbClr val="000000"/>
                </a:solidFill>
                <a:latin typeface="Noto Sans KR"/>
              </a:rPr>
              <a:t>출처는 공공데이터포털</a:t>
            </a:r>
            <a:r>
              <a:rPr b="0" lang="en-US" sz="2000" spc="-1" strike="noStrike">
                <a:solidFill>
                  <a:srgbClr val="000000"/>
                </a:solidFill>
                <a:latin typeface="Noto Sans KR"/>
              </a:rPr>
              <a:t>(OpenAPI)</a:t>
            </a:r>
            <a:r>
              <a:rPr b="0" lang="ko-KR" sz="2000" spc="-1" strike="noStrike">
                <a:solidFill>
                  <a:srgbClr val="000000"/>
                </a:solidFill>
                <a:latin typeface="Noto Sans KR"/>
              </a:rPr>
              <a:t>과 문화빅데이터 플랫폼</a:t>
            </a:r>
            <a:r>
              <a:rPr b="0" lang="en-US" sz="2000" spc="-1" strike="noStrike">
                <a:solidFill>
                  <a:srgbClr val="000000"/>
                </a:solidFill>
                <a:latin typeface="Noto Sans KR"/>
              </a:rPr>
              <a:t>(CSV) </a:t>
            </a:r>
            <a:r>
              <a:rPr b="0" lang="ko-KR" sz="2000" spc="-1" strike="noStrike">
                <a:solidFill>
                  <a:srgbClr val="000000"/>
                </a:solidFill>
                <a:latin typeface="Noto Sans KR"/>
              </a:rPr>
              <a:t>두 곳입니다</a:t>
            </a:r>
            <a:r>
              <a:rPr b="0" lang="en-US" sz="2000" spc="-1" strike="noStrike">
                <a:solidFill>
                  <a:srgbClr val="000000"/>
                </a:solidFill>
                <a:latin typeface="Noto Sans KR"/>
              </a:rPr>
              <a:t>. </a:t>
            </a:r>
            <a:r>
              <a:rPr b="0" lang="ko-KR" sz="2000" spc="-1" strike="noStrike">
                <a:solidFill>
                  <a:srgbClr val="000000"/>
                </a:solidFill>
                <a:latin typeface="Noto Sans KR"/>
              </a:rPr>
              <a:t>핵심은 국민체육진흥공단 전국체육시설 정보이고</a:t>
            </a:r>
            <a:r>
              <a:rPr b="0" lang="en-US" sz="2000" spc="-1" strike="noStrike">
                <a:solidFill>
                  <a:srgbClr val="000000"/>
                </a:solidFill>
                <a:latin typeface="Noto Sans KR"/>
              </a:rPr>
              <a:t>, </a:t>
            </a:r>
            <a:r>
              <a:rPr b="0" lang="ko-KR" sz="2000" spc="-1" strike="noStrike">
                <a:solidFill>
                  <a:srgbClr val="000000"/>
                </a:solidFill>
                <a:latin typeface="Noto Sans KR"/>
              </a:rPr>
              <a:t>기상청</a:t>
            </a:r>
            <a:r>
              <a:rPr b="0" lang="en-US" sz="2000" spc="-1" strike="noStrike">
                <a:solidFill>
                  <a:srgbClr val="000000"/>
                </a:solidFill>
                <a:latin typeface="Noto Sans KR"/>
              </a:rPr>
              <a:t>·</a:t>
            </a:r>
            <a:r>
              <a:rPr b="0" lang="ko-KR" sz="2000" spc="-1" strike="noStrike">
                <a:solidFill>
                  <a:srgbClr val="000000"/>
                </a:solidFill>
                <a:latin typeface="Noto Sans KR"/>
              </a:rPr>
              <a:t>에어코리아 데이터로 환경 조건을 더합니다</a:t>
            </a:r>
            <a:r>
              <a:rPr b="0" lang="en-US" sz="2000" spc="-1" strike="noStrike">
                <a:solidFill>
                  <a:srgbClr val="000000"/>
                </a:solidFill>
                <a:latin typeface="Noto Sans KR"/>
              </a:rPr>
              <a:t>. </a:t>
            </a:r>
            <a:r>
              <a:rPr b="0" lang="ko-KR" sz="2000" spc="-1" strike="noStrike">
                <a:solidFill>
                  <a:srgbClr val="000000"/>
                </a:solidFill>
                <a:latin typeface="Noto Sans KR"/>
              </a:rPr>
              <a:t>문화빅데이터 플랫폼의 국민체육진흥공단 데이터 </a:t>
            </a:r>
            <a:r>
              <a:rPr b="0" lang="en-US" sz="2000" spc="-1" strike="noStrike">
                <a:solidFill>
                  <a:srgbClr val="000000"/>
                </a:solidFill>
                <a:latin typeface="Noto Sans KR"/>
              </a:rPr>
              <a:t>7</a:t>
            </a:r>
            <a:r>
              <a:rPr b="0" lang="ko-KR" sz="2000" spc="-1" strike="noStrike">
                <a:solidFill>
                  <a:srgbClr val="000000"/>
                </a:solidFill>
                <a:latin typeface="Noto Sans KR"/>
              </a:rPr>
              <a:t>종은 </a:t>
            </a:r>
            <a:r>
              <a:rPr b="0" lang="en-US" sz="2000" spc="-1" strike="noStrike">
                <a:solidFill>
                  <a:srgbClr val="000000"/>
                </a:solidFill>
                <a:latin typeface="Noto Sans KR"/>
              </a:rPr>
              <a:t>Selenium</a:t>
            </a:r>
            <a:r>
              <a:rPr b="0" lang="ko-KR" sz="2000" spc="-1" strike="noStrike">
                <a:solidFill>
                  <a:srgbClr val="000000"/>
                </a:solidFill>
                <a:latin typeface="Noto Sans KR"/>
              </a:rPr>
              <a:t>으로 </a:t>
            </a:r>
            <a:r>
              <a:rPr b="0" lang="en-US" sz="2000" spc="-1" strike="noStrike">
                <a:solidFill>
                  <a:srgbClr val="000000"/>
                </a:solidFill>
                <a:latin typeface="Noto Sans KR"/>
              </a:rPr>
              <a:t>CSV </a:t>
            </a:r>
            <a:r>
              <a:rPr b="0" lang="ko-KR" sz="2000" spc="-1" strike="noStrike">
                <a:solidFill>
                  <a:srgbClr val="000000"/>
                </a:solidFill>
                <a:latin typeface="Noto Sans KR"/>
              </a:rPr>
              <a:t>다운로드를 자동화해 수집합니다</a:t>
            </a:r>
            <a:r>
              <a:rPr b="0" lang="en-US" sz="2000" spc="-1" strike="noStrike">
                <a:solidFill>
                  <a:srgbClr val="000000"/>
                </a:solidFill>
                <a:latin typeface="Noto Sans KR"/>
              </a:rPr>
              <a:t>.</a:t>
            </a:r>
            <a:endParaRPr b="0" lang="en-US" sz="2000" spc="-1" strike="noStrike">
              <a:solidFill>
                <a:srgbClr val="000000"/>
              </a:solidFill>
              <a:latin typeface="Noto Sans KR"/>
            </a:endParaRPr>
          </a:p>
        </p:txBody>
      </p:sp>
      <p:sp>
        <p:nvSpPr>
          <p:cNvPr id="624" name="PlaceHolder 3"/>
          <p:cNvSpPr>
            <a:spLocks noGrp="1"/>
          </p:cNvSpPr>
          <p:nvPr>
            <p:ph type="sldNum" idx="11"/>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pc="-1" strike="noStrike">
                <a:solidFill>
                  <a:schemeClr val="dk1"/>
                </a:solidFill>
                <a:latin typeface="+mn-lt"/>
                <a:ea typeface="+mn-ea"/>
              </a:defRPr>
            </a:lvl1pPr>
          </a:lstStyle>
          <a:p>
            <a:pPr indent="0" algn="r" defTabSz="914400">
              <a:lnSpc>
                <a:spcPct val="100000"/>
              </a:lnSpc>
              <a:buNone/>
            </a:pPr>
            <a:fld id="{FBB5966C-4F57-436F-A986-7A83E77C130E}" type="slidenum">
              <a:rPr b="0" lang="en-US" sz="1200" spc="-1" strike="noStrike">
                <a:solidFill>
                  <a:schemeClr val="dk1"/>
                </a:solidFill>
                <a:latin typeface="+mn-lt"/>
                <a:ea typeface="+mn-ea"/>
              </a:rPr>
              <a:t>&lt;숫자&gt;</a:t>
            </a:fld>
            <a:endParaRPr b="0" lang="en-US" sz="1200" spc="-1" strike="noStrike">
              <a:solidFill>
                <a:srgbClr val="000000"/>
              </a:solidFill>
              <a:latin typeface="Noto Serif KR"/>
            </a:endParaRPr>
          </a:p>
        </p:txBody>
      </p:sp>
    </p:spTree>
  </p:cSld>
</p:notes>
</file>

<file path=ppt/notesSlides/notesSlide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19" name="PlaceHolder 1"/>
          <p:cNvSpPr>
            <a:spLocks noGrp="1"/>
          </p:cNvSpPr>
          <p:nvPr>
            <p:ph type="sldImg"/>
          </p:nvPr>
        </p:nvSpPr>
        <p:spPr>
          <a:xfrm>
            <a:off x="685800" y="1143000"/>
            <a:ext cx="5486040" cy="3085920"/>
          </a:xfrm>
          <a:prstGeom prst="rect">
            <a:avLst/>
          </a:prstGeom>
          <a:ln w="0">
            <a:noFill/>
          </a:ln>
        </p:spPr>
      </p:sp>
      <p:sp>
        <p:nvSpPr>
          <p:cNvPr id="620"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marL="216000" indent="0">
              <a:lnSpc>
                <a:spcPct val="100000"/>
              </a:lnSpc>
              <a:buNone/>
            </a:pPr>
            <a:r>
              <a:rPr b="0" lang="ko-KR" sz="2000" spc="-1" strike="noStrike">
                <a:solidFill>
                  <a:srgbClr val="000000"/>
                </a:solidFill>
                <a:latin typeface="Noto Sans KR"/>
              </a:rPr>
              <a:t>시간은 별도의 공공데이터가 아니라 사용자 입력과 거리에서 계산한 값입니다</a:t>
            </a:r>
            <a:r>
              <a:rPr b="0" lang="en-US" sz="2000" spc="-1" strike="noStrike">
                <a:solidFill>
                  <a:srgbClr val="000000"/>
                </a:solidFill>
                <a:latin typeface="Noto Sans KR"/>
              </a:rPr>
              <a:t>. </a:t>
            </a:r>
            <a:r>
              <a:rPr b="0" lang="ko-KR" sz="2000" spc="-1" strike="noStrike">
                <a:solidFill>
                  <a:srgbClr val="000000"/>
                </a:solidFill>
                <a:latin typeface="Noto Sans KR"/>
              </a:rPr>
              <a:t>현재 코드는 거리</a:t>
            </a:r>
            <a:r>
              <a:rPr b="0" lang="en-US" sz="2000" spc="-1" strike="noStrike">
                <a:solidFill>
                  <a:srgbClr val="000000"/>
                </a:solidFill>
                <a:latin typeface="Noto Sans KR"/>
              </a:rPr>
              <a:t>(km) × 20</a:t>
            </a:r>
            <a:r>
              <a:rPr b="0" lang="ko-KR" sz="2000" spc="-1" strike="noStrike">
                <a:solidFill>
                  <a:srgbClr val="000000"/>
                </a:solidFill>
                <a:latin typeface="Noto Sans KR"/>
              </a:rPr>
              <a:t>을 반올림한 예상 이동시간을 사용하므로 실제 길찾기 시간과 구분해서 설명합니다</a:t>
            </a:r>
            <a:r>
              <a:rPr b="0" lang="en-US" sz="2000" spc="-1" strike="noStrike">
                <a:solidFill>
                  <a:srgbClr val="000000"/>
                </a:solidFill>
                <a:latin typeface="Noto Sans KR"/>
              </a:rPr>
              <a:t>.</a:t>
            </a:r>
            <a:endParaRPr b="0" lang="en-US" sz="2000" spc="-1" strike="noStrike">
              <a:solidFill>
                <a:srgbClr val="000000"/>
              </a:solidFill>
              <a:latin typeface="Noto Sans KR"/>
            </a:endParaRPr>
          </a:p>
        </p:txBody>
      </p:sp>
      <p:sp>
        <p:nvSpPr>
          <p:cNvPr id="621" name="PlaceHolder 3"/>
          <p:cNvSpPr>
            <a:spLocks noGrp="1"/>
          </p:cNvSpPr>
          <p:nvPr>
            <p:ph type="sldNum" idx="10"/>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pc="-1" strike="noStrike">
                <a:solidFill>
                  <a:schemeClr val="dk1"/>
                </a:solidFill>
                <a:latin typeface="+mn-lt"/>
                <a:ea typeface="+mn-ea"/>
              </a:defRPr>
            </a:lvl1pPr>
          </a:lstStyle>
          <a:p>
            <a:pPr indent="0" algn="r" defTabSz="914400">
              <a:lnSpc>
                <a:spcPct val="100000"/>
              </a:lnSpc>
              <a:buNone/>
            </a:pPr>
            <a:fld id="{DBAA5533-68D2-4FDD-9C68-DF976C38DDA5}" type="slidenum">
              <a:rPr b="0" lang="en-US" sz="1200" spc="-1" strike="noStrike">
                <a:solidFill>
                  <a:schemeClr val="dk1"/>
                </a:solidFill>
                <a:latin typeface="+mn-lt"/>
                <a:ea typeface="+mn-ea"/>
              </a:rPr>
              <a:t>&lt;숫자&gt;</a:t>
            </a:fld>
            <a:endParaRPr b="0" lang="en-US" sz="1200" spc="-1" strike="noStrike">
              <a:solidFill>
                <a:srgbClr val="000000"/>
              </a:solidFill>
              <a:latin typeface="Noto Serif KR"/>
            </a:endParaRPr>
          </a:p>
        </p:txBody>
      </p:sp>
    </p:spTree>
  </p:cSld>
</p:notes>
</file>

<file path=ppt/notesSlides/notesSlide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25" name="PlaceHolder 1"/>
          <p:cNvSpPr>
            <a:spLocks noGrp="1"/>
          </p:cNvSpPr>
          <p:nvPr>
            <p:ph type="sldImg"/>
          </p:nvPr>
        </p:nvSpPr>
        <p:spPr>
          <a:xfrm>
            <a:off x="685800" y="1143000"/>
            <a:ext cx="5486040" cy="3085920"/>
          </a:xfrm>
          <a:prstGeom prst="rect">
            <a:avLst/>
          </a:prstGeom>
          <a:ln w="0">
            <a:noFill/>
          </a:ln>
        </p:spPr>
      </p:sp>
      <p:sp>
        <p:nvSpPr>
          <p:cNvPr id="626"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marL="216000" indent="0">
              <a:lnSpc>
                <a:spcPct val="100000"/>
              </a:lnSpc>
              <a:buNone/>
            </a:pPr>
            <a:r>
              <a:rPr b="0" lang="ko-KR" sz="2000" spc="-1" strike="noStrike">
                <a:solidFill>
                  <a:srgbClr val="000000"/>
                </a:solidFill>
                <a:latin typeface="Noto Sans KR"/>
              </a:rPr>
              <a:t>먼저 운동 종목과 최대 이동시간으로 후보를 거르고</a:t>
            </a:r>
            <a:r>
              <a:rPr b="0" lang="en-US" sz="2000" spc="-1" strike="noStrike">
                <a:solidFill>
                  <a:srgbClr val="000000"/>
                </a:solidFill>
                <a:latin typeface="Noto Sans KR"/>
              </a:rPr>
              <a:t>, </a:t>
            </a:r>
            <a:r>
              <a:rPr b="0" lang="ko-KR" sz="2000" spc="-1" strike="noStrike">
                <a:solidFill>
                  <a:srgbClr val="000000"/>
                </a:solidFill>
                <a:latin typeface="Noto Sans KR"/>
              </a:rPr>
              <a:t>남은 시설에 점수를 매깁니다</a:t>
            </a:r>
            <a:r>
              <a:rPr b="0" lang="en-US" sz="2000" spc="-1" strike="noStrike">
                <a:solidFill>
                  <a:srgbClr val="000000"/>
                </a:solidFill>
                <a:latin typeface="Noto Sans KR"/>
              </a:rPr>
              <a:t>. </a:t>
            </a:r>
            <a:r>
              <a:rPr b="0" lang="ko-KR" sz="2000" spc="-1" strike="noStrike">
                <a:solidFill>
                  <a:srgbClr val="000000"/>
                </a:solidFill>
                <a:latin typeface="Noto Sans KR"/>
              </a:rPr>
              <a:t>기본 </a:t>
            </a:r>
            <a:r>
              <a:rPr b="0" lang="en-US" sz="2000" spc="-1" strike="noStrike">
                <a:solidFill>
                  <a:srgbClr val="000000"/>
                </a:solidFill>
                <a:latin typeface="Noto Sans KR"/>
              </a:rPr>
              <a:t>45</a:t>
            </a:r>
            <a:r>
              <a:rPr b="0" lang="ko-KR" sz="2000" spc="-1" strike="noStrike">
                <a:solidFill>
                  <a:srgbClr val="000000"/>
                </a:solidFill>
                <a:latin typeface="Noto Sans KR"/>
              </a:rPr>
              <a:t>점 </a:t>
            </a:r>
            <a:r>
              <a:rPr b="0" lang="en-US" sz="2000" spc="-1" strike="noStrike">
                <a:solidFill>
                  <a:srgbClr val="000000"/>
                </a:solidFill>
                <a:latin typeface="Noto Sans KR"/>
              </a:rPr>
              <a:t>+ </a:t>
            </a:r>
            <a:r>
              <a:rPr b="0" lang="ko-KR" sz="2000" spc="-1" strike="noStrike">
                <a:solidFill>
                  <a:srgbClr val="000000"/>
                </a:solidFill>
                <a:latin typeface="Noto Sans KR"/>
              </a:rPr>
              <a:t>거리 점수 </a:t>
            </a:r>
            <a:r>
              <a:rPr b="0" lang="en-US" sz="2000" spc="-1" strike="noStrike">
                <a:solidFill>
                  <a:srgbClr val="000000"/>
                </a:solidFill>
                <a:latin typeface="Noto Sans KR"/>
              </a:rPr>
              <a:t>+ </a:t>
            </a:r>
            <a:r>
              <a:rPr b="0" lang="ko-KR" sz="2000" spc="-1" strike="noStrike">
                <a:solidFill>
                  <a:srgbClr val="000000"/>
                </a:solidFill>
                <a:latin typeface="Noto Sans KR"/>
              </a:rPr>
              <a:t>환경 조건 보정 → </a:t>
            </a:r>
            <a:r>
              <a:rPr b="0" lang="en-US" sz="2000" spc="-1" strike="noStrike">
                <a:solidFill>
                  <a:srgbClr val="000000"/>
                </a:solidFill>
                <a:latin typeface="Noto Sans KR"/>
              </a:rPr>
              <a:t>0~99</a:t>
            </a:r>
            <a:r>
              <a:rPr b="0" lang="ko-KR" sz="2000" spc="-1" strike="noStrike">
                <a:solidFill>
                  <a:srgbClr val="000000"/>
                </a:solidFill>
                <a:latin typeface="Noto Sans KR"/>
              </a:rPr>
              <a:t>점으로 제한 → 운영정보 추가 반영</a:t>
            </a:r>
            <a:r>
              <a:rPr b="0" lang="en-US" sz="2000" spc="-1" strike="noStrike">
                <a:solidFill>
                  <a:srgbClr val="000000"/>
                </a:solidFill>
                <a:latin typeface="Noto Sans KR"/>
              </a:rPr>
              <a:t>. </a:t>
            </a:r>
            <a:r>
              <a:rPr b="0" lang="ko-KR" sz="2000" spc="-1" strike="noStrike">
                <a:solidFill>
                  <a:srgbClr val="000000"/>
                </a:solidFill>
                <a:latin typeface="Noto Sans KR"/>
              </a:rPr>
              <a:t>점수는 학습된 </a:t>
            </a:r>
            <a:r>
              <a:rPr b="0" lang="en-US" sz="2000" spc="-1" strike="noStrike">
                <a:solidFill>
                  <a:srgbClr val="000000"/>
                </a:solidFill>
                <a:latin typeface="Noto Sans KR"/>
              </a:rPr>
              <a:t>AI </a:t>
            </a:r>
            <a:r>
              <a:rPr b="0" lang="ko-KR" sz="2000" spc="-1" strike="noStrike">
                <a:solidFill>
                  <a:srgbClr val="000000"/>
                </a:solidFill>
                <a:latin typeface="Noto Sans KR"/>
              </a:rPr>
              <a:t>확률이 아니라 팀이 설정한 규칙 기반 우선순위입니다</a:t>
            </a:r>
            <a:r>
              <a:rPr b="0" lang="en-US" sz="2000" spc="-1" strike="noStrike">
                <a:solidFill>
                  <a:srgbClr val="000000"/>
                </a:solidFill>
                <a:latin typeface="Noto Sans KR"/>
              </a:rPr>
              <a:t>. (</a:t>
            </a:r>
            <a:r>
              <a:rPr b="0" lang="ko-KR" sz="2000" spc="-1" strike="noStrike">
                <a:solidFill>
                  <a:srgbClr val="000000"/>
                </a:solidFill>
                <a:latin typeface="Noto Sans KR"/>
              </a:rPr>
              <a:t>카카오 검색 보완 후보는 별도 점수식</a:t>
            </a:r>
            <a:r>
              <a:rPr b="0" lang="en-US" sz="2000" spc="-1" strike="noStrike">
                <a:solidFill>
                  <a:srgbClr val="000000"/>
                </a:solidFill>
                <a:latin typeface="Noto Sans KR"/>
              </a:rPr>
              <a:t>)</a:t>
            </a:r>
            <a:endParaRPr b="0" lang="en-US" sz="2000" spc="-1" strike="noStrike">
              <a:solidFill>
                <a:srgbClr val="000000"/>
              </a:solidFill>
              <a:latin typeface="Noto Sans KR"/>
            </a:endParaRPr>
          </a:p>
        </p:txBody>
      </p:sp>
      <p:sp>
        <p:nvSpPr>
          <p:cNvPr id="627" name="PlaceHolder 3"/>
          <p:cNvSpPr>
            <a:spLocks noGrp="1"/>
          </p:cNvSpPr>
          <p:nvPr>
            <p:ph type="sldNum" idx="12"/>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pc="-1" strike="noStrike">
                <a:solidFill>
                  <a:schemeClr val="dk1"/>
                </a:solidFill>
                <a:latin typeface="+mn-lt"/>
                <a:ea typeface="+mn-ea"/>
              </a:defRPr>
            </a:lvl1pPr>
          </a:lstStyle>
          <a:p>
            <a:pPr indent="0" algn="r" defTabSz="914400">
              <a:lnSpc>
                <a:spcPct val="100000"/>
              </a:lnSpc>
              <a:buNone/>
            </a:pPr>
            <a:fld id="{600C716F-1615-41E5-A39F-D00CE1F62D94}" type="slidenum">
              <a:rPr b="0" lang="en-US" sz="1200" spc="-1" strike="noStrike">
                <a:solidFill>
                  <a:schemeClr val="dk1"/>
                </a:solidFill>
                <a:latin typeface="+mn-lt"/>
                <a:ea typeface="+mn-ea"/>
              </a:rPr>
              <a:t>&lt;숫자&gt;</a:t>
            </a:fld>
            <a:endParaRPr b="0" lang="en-US" sz="1200" spc="-1" strike="noStrike">
              <a:solidFill>
                <a:srgbClr val="000000"/>
              </a:solidFill>
              <a:latin typeface="Noto Serif KR"/>
            </a:endParaRPr>
          </a:p>
        </p:txBody>
      </p:sp>
    </p:spTree>
  </p:cSld>
</p:notes>
</file>

<file path=ppt/notesSlides/notesSlide1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28" name="PlaceHolder 1"/>
          <p:cNvSpPr>
            <a:spLocks noGrp="1"/>
          </p:cNvSpPr>
          <p:nvPr>
            <p:ph type="sldImg"/>
          </p:nvPr>
        </p:nvSpPr>
        <p:spPr>
          <a:xfrm>
            <a:off x="685800" y="1143000"/>
            <a:ext cx="5486040" cy="3085920"/>
          </a:xfrm>
          <a:prstGeom prst="rect">
            <a:avLst/>
          </a:prstGeom>
          <a:ln w="0">
            <a:noFill/>
          </a:ln>
        </p:spPr>
      </p:sp>
      <p:sp>
        <p:nvSpPr>
          <p:cNvPr id="629"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marL="216000" indent="0">
              <a:lnSpc>
                <a:spcPct val="100000"/>
              </a:lnSpc>
              <a:buNone/>
            </a:pPr>
            <a:r>
              <a:rPr b="0" lang="ko-KR" sz="2000" spc="-1" strike="noStrike">
                <a:solidFill>
                  <a:srgbClr val="000000"/>
                </a:solidFill>
                <a:latin typeface="Noto Sans KR"/>
              </a:rPr>
              <a:t>[핵심 멘트] “수집한 데이터가 실제 추천 순서를 결정합니다.”</a:t>
            </a:r>
            <a:endParaRPr b="0" lang="en-US" sz="2000" spc="-1" strike="noStrike">
              <a:solidFill>
                <a:srgbClr val="000000"/>
              </a:solidFill>
              <a:latin typeface="Noto Sans KR"/>
            </a:endParaRPr>
          </a:p>
          <a:p>
            <a:pPr marL="216000" indent="0">
              <a:lnSpc>
                <a:spcPct val="100000"/>
              </a:lnSpc>
              <a:buNone/>
            </a:pPr>
            <a:r>
              <a:rPr b="0" lang="ko-KR" sz="2000" spc="-1" strike="noStrike">
                <a:solidFill>
                  <a:srgbClr val="000000"/>
                </a:solidFill>
                <a:latin typeface="Noto Sans KR"/>
              </a:rPr>
              <a:t>두 시설 모두 </a:t>
            </a:r>
            <a:r>
              <a:rPr b="0" lang="en-US" sz="2000" spc="-1" strike="noStrike">
                <a:solidFill>
                  <a:srgbClr val="000000"/>
                </a:solidFill>
                <a:latin typeface="Noto Sans KR"/>
              </a:rPr>
              <a:t>1km </a:t>
            </a:r>
            <a:r>
              <a:rPr b="0" lang="ko-KR" sz="2000" spc="-1" strike="noStrike">
                <a:solidFill>
                  <a:srgbClr val="000000"/>
                </a:solidFill>
                <a:latin typeface="Noto Sans KR"/>
              </a:rPr>
              <a:t>거리</a:t>
            </a:r>
            <a:r>
              <a:rPr b="0" lang="en-US" sz="2000" spc="-1" strike="noStrike">
                <a:solidFill>
                  <a:srgbClr val="000000"/>
                </a:solidFill>
                <a:latin typeface="Noto Sans KR"/>
              </a:rPr>
              <a:t>, </a:t>
            </a:r>
            <a:r>
              <a:rPr b="0" lang="ko-KR" sz="2000" spc="-1" strike="noStrike">
                <a:solidFill>
                  <a:srgbClr val="000000"/>
                </a:solidFill>
                <a:latin typeface="Noto Sans KR"/>
              </a:rPr>
              <a:t>비가 오고 미세먼지가 높은 상황입니다</a:t>
            </a:r>
            <a:r>
              <a:rPr b="0" lang="en-US" sz="2000" spc="-1" strike="noStrike">
                <a:solidFill>
                  <a:srgbClr val="000000"/>
                </a:solidFill>
                <a:latin typeface="Noto Sans KR"/>
              </a:rPr>
              <a:t>. </a:t>
            </a:r>
            <a:r>
              <a:rPr b="0" lang="ko-KR" sz="2000" spc="-1" strike="noStrike">
                <a:solidFill>
                  <a:srgbClr val="000000"/>
                </a:solidFill>
                <a:latin typeface="Noto Sans KR"/>
              </a:rPr>
              <a:t>거리 점수는 </a:t>
            </a:r>
            <a:r>
              <a:rPr b="0" lang="en-US" sz="2000" spc="-1" strike="noStrike">
                <a:solidFill>
                  <a:srgbClr val="000000"/>
                </a:solidFill>
                <a:latin typeface="Noto Sans KR"/>
              </a:rPr>
              <a:t>40 – 1×18 = 22</a:t>
            </a:r>
            <a:r>
              <a:rPr b="0" lang="ko-KR" sz="2000" spc="-1" strike="noStrike">
                <a:solidFill>
                  <a:srgbClr val="000000"/>
                </a:solidFill>
                <a:latin typeface="Noto Sans KR"/>
              </a:rPr>
              <a:t>점</a:t>
            </a:r>
            <a:r>
              <a:rPr b="0" lang="en-US" sz="2000" spc="-1" strike="noStrike">
                <a:solidFill>
                  <a:srgbClr val="000000"/>
                </a:solidFill>
                <a:latin typeface="Noto Sans KR"/>
              </a:rPr>
              <a:t>. </a:t>
            </a:r>
            <a:r>
              <a:rPr b="0" lang="ko-KR" sz="2000" spc="-1" strike="noStrike">
                <a:solidFill>
                  <a:srgbClr val="000000"/>
                </a:solidFill>
                <a:latin typeface="Noto Sans KR"/>
              </a:rPr>
              <a:t>실내는 </a:t>
            </a:r>
            <a:r>
              <a:rPr b="0" lang="en-US" sz="2000" spc="-1" strike="noStrike">
                <a:solidFill>
                  <a:srgbClr val="000000"/>
                </a:solidFill>
                <a:latin typeface="Noto Sans KR"/>
              </a:rPr>
              <a:t>45+22+8+14 = 89</a:t>
            </a:r>
            <a:r>
              <a:rPr b="0" lang="ko-KR" sz="2000" spc="-1" strike="noStrike">
                <a:solidFill>
                  <a:srgbClr val="000000"/>
                </a:solidFill>
                <a:latin typeface="Noto Sans KR"/>
              </a:rPr>
              <a:t>점</a:t>
            </a:r>
            <a:r>
              <a:rPr b="0" lang="en-US" sz="2000" spc="-1" strike="noStrike">
                <a:solidFill>
                  <a:srgbClr val="000000"/>
                </a:solidFill>
                <a:latin typeface="Noto Sans KR"/>
              </a:rPr>
              <a:t>, </a:t>
            </a:r>
            <a:r>
              <a:rPr b="0" lang="ko-KR" sz="2000" spc="-1" strike="noStrike">
                <a:solidFill>
                  <a:srgbClr val="000000"/>
                </a:solidFill>
                <a:latin typeface="Noto Sans KR"/>
              </a:rPr>
              <a:t>실외는 </a:t>
            </a:r>
            <a:r>
              <a:rPr b="0" lang="en-US" sz="2000" spc="-1" strike="noStrike">
                <a:solidFill>
                  <a:srgbClr val="000000"/>
                </a:solidFill>
                <a:latin typeface="Noto Sans KR"/>
              </a:rPr>
              <a:t>45+22–24 = 43</a:t>
            </a:r>
            <a:r>
              <a:rPr b="0" lang="ko-KR" sz="2000" spc="-1" strike="noStrike">
                <a:solidFill>
                  <a:srgbClr val="000000"/>
                </a:solidFill>
                <a:latin typeface="Noto Sans KR"/>
              </a:rPr>
              <a:t>점</a:t>
            </a:r>
            <a:r>
              <a:rPr b="0" lang="en-US" sz="2000" spc="-1" strike="noStrike">
                <a:solidFill>
                  <a:srgbClr val="000000"/>
                </a:solidFill>
                <a:latin typeface="Noto Sans KR"/>
              </a:rPr>
              <a:t>. </a:t>
            </a:r>
            <a:r>
              <a:rPr b="0" lang="ko-KR" sz="2000" spc="-1" strike="noStrike">
                <a:solidFill>
                  <a:srgbClr val="000000"/>
                </a:solidFill>
                <a:latin typeface="Noto Sans KR"/>
              </a:rPr>
              <a:t>핵심은 </a:t>
            </a:r>
            <a:r>
              <a:rPr b="0" lang="en-US" sz="2000" spc="-1" strike="noStrike">
                <a:solidFill>
                  <a:srgbClr val="000000"/>
                </a:solidFill>
                <a:latin typeface="Noto Sans KR"/>
              </a:rPr>
              <a:t>'</a:t>
            </a:r>
            <a:r>
              <a:rPr b="0" lang="ko-KR" sz="2000" spc="-1" strike="noStrike">
                <a:solidFill>
                  <a:srgbClr val="000000"/>
                </a:solidFill>
                <a:latin typeface="Noto Sans KR"/>
              </a:rPr>
              <a:t>같은 거리여도 오늘의 환경에 맞는 장소를 더 먼저 보여준다</a:t>
            </a:r>
            <a:r>
              <a:rPr b="0" lang="en-US" sz="2000" spc="-1" strike="noStrike">
                <a:solidFill>
                  <a:srgbClr val="000000"/>
                </a:solidFill>
                <a:latin typeface="Noto Sans KR"/>
              </a:rPr>
              <a:t>'</a:t>
            </a:r>
            <a:r>
              <a:rPr b="0" lang="ko-KR" sz="2000" spc="-1" strike="noStrike">
                <a:solidFill>
                  <a:srgbClr val="000000"/>
                </a:solidFill>
                <a:latin typeface="Noto Sans KR"/>
              </a:rPr>
              <a:t>는 점입니다</a:t>
            </a:r>
            <a:r>
              <a:rPr b="0" lang="en-US" sz="2000" spc="-1" strike="noStrike">
                <a:solidFill>
                  <a:srgbClr val="000000"/>
                </a:solidFill>
                <a:latin typeface="Noto Sans KR"/>
              </a:rPr>
              <a:t>.</a:t>
            </a:r>
            <a:endParaRPr b="0" lang="en-US" sz="2000" spc="-1" strike="noStrike">
              <a:solidFill>
                <a:srgbClr val="000000"/>
              </a:solidFill>
              <a:latin typeface="Noto Sans KR"/>
            </a:endParaRPr>
          </a:p>
        </p:txBody>
      </p:sp>
      <p:sp>
        <p:nvSpPr>
          <p:cNvPr id="630" name="PlaceHolder 3"/>
          <p:cNvSpPr>
            <a:spLocks noGrp="1"/>
          </p:cNvSpPr>
          <p:nvPr>
            <p:ph type="sldNum" idx="13"/>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pc="-1" strike="noStrike">
                <a:solidFill>
                  <a:schemeClr val="dk1"/>
                </a:solidFill>
                <a:latin typeface="+mn-lt"/>
                <a:ea typeface="+mn-ea"/>
              </a:defRPr>
            </a:lvl1pPr>
          </a:lstStyle>
          <a:p>
            <a:pPr indent="0" algn="r" defTabSz="914400">
              <a:lnSpc>
                <a:spcPct val="100000"/>
              </a:lnSpc>
              <a:buNone/>
            </a:pPr>
            <a:fld id="{1AC870DC-9D64-4570-BF67-A8695F6BB22F}" type="slidenum">
              <a:rPr b="0" lang="en-US" sz="1200" spc="-1" strike="noStrike">
                <a:solidFill>
                  <a:schemeClr val="dk1"/>
                </a:solidFill>
                <a:latin typeface="+mn-lt"/>
                <a:ea typeface="+mn-ea"/>
              </a:rPr>
              <a:t>&lt;숫자&gt;</a:t>
            </a:fld>
            <a:endParaRPr b="0" lang="en-US" sz="1200" spc="-1" strike="noStrike">
              <a:solidFill>
                <a:srgbClr val="000000"/>
              </a:solidFill>
              <a:latin typeface="Noto Serif KR"/>
            </a:endParaRPr>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[핵심 멘트] “필요한 데이터를 반복해서 처리하는 구조를 만들었습니다.”
파이프라인은 7단계입니다. ① 공공데이터 API와 Selenium 크롤링으로 수집하고 ② 오류 유형을 구분해 재시도·복구한 뒤 ③ 원천 데이터를 RAW에 그대로 보존합니다. ④ 정제와 품질검사(DQ)를 거쳐 ⑤ PROCESSED에 적재하고, ⑥ APScheduler가 데이터셋별 주기에 맞춰 이 과정을 자동 실행하며 ⑦ 실행 결과와 DQ 상태를 기록하고 실패·이상 시 Discord로 알립니다. 크롤링·예외처리·결과는 뒤에서 자세히 보여드립니다.
※ 파이프라인 적재 테이블과 추천 서비스 조회 테이블의 연결·동기화는 확인 전이므로, '수집 결과가 곧바로 서비스에 반영된다'고 말하지 않습니다.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데이터의 갱신 주기와 수집 비용을 고려해 데이터셋별로 실행 주기를 정했습니다. APScheduler가 데이터셋별 Job을 실행하고, 각 Job은 수집 → RAW → 정제·DQ → PROCESSED 순서로 처리됩니다.
실행 결과와 DQ 결과는 로그와 monitoring.pipeline_run_history에 기록하고, 실패나 이상이 있으면 Discord Webhook으로 팀 채널에 바로 알립니다. 특정 담당자에게 의존하지 않고 팀이 함께 상태를 확인할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31" name="PlaceHolder 1"/>
          <p:cNvSpPr>
            <a:spLocks noGrp="1"/>
          </p:cNvSpPr>
          <p:nvPr>
            <p:ph type="sldImg"/>
          </p:nvPr>
        </p:nvSpPr>
        <p:spPr>
          <a:xfrm>
            <a:off x="685800" y="1143000"/>
            <a:ext cx="5486040" cy="3085920"/>
          </a:xfrm>
          <a:prstGeom prst="rect">
            <a:avLst/>
          </a:prstGeom>
          <a:ln w="0">
            <a:noFill/>
          </a:ln>
        </p:spPr>
      </p:sp>
      <p:sp>
        <p:nvSpPr>
          <p:cNvPr id="632"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marL="216000" indent="0">
              <a:lnSpc>
                <a:spcPct val="100000"/>
              </a:lnSpc>
              <a:buNone/>
            </a:pPr>
            <a:r>
              <a:rPr b="0" lang="ko-KR" sz="2000" spc="-1" strike="noStrike">
                <a:solidFill>
                  <a:srgbClr val="000000"/>
                </a:solidFill>
                <a:latin typeface="Noto Sans KR"/>
              </a:rPr>
              <a:t>[핵심 멘트] “시설 기본정보만으로 부족한 부분을 보완합니다.”</a:t>
            </a:r>
            <a:endParaRPr b="0" lang="en-US" sz="2000" spc="-1" strike="noStrike">
              <a:solidFill>
                <a:srgbClr val="000000"/>
              </a:solidFill>
              <a:latin typeface="Noto Sans KR"/>
            </a:endParaRPr>
          </a:p>
          <a:p>
            <a:pPr marL="216000" indent="0">
              <a:lnSpc>
                <a:spcPct val="100000"/>
              </a:lnSpc>
              <a:buNone/>
            </a:pPr>
            <a:r>
              <a:rPr b="0" lang="ko-KR" sz="2000" spc="-1" strike="noStrike">
                <a:solidFill>
                  <a:srgbClr val="000000"/>
                </a:solidFill>
                <a:latin typeface="Noto Sans KR"/>
              </a:rPr>
              <a:t>시설 위치와 날씨는 </a:t>
            </a:r>
            <a:r>
              <a:rPr b="0" lang="en-US" sz="2000" spc="-1" strike="noStrike">
                <a:solidFill>
                  <a:srgbClr val="000000"/>
                </a:solidFill>
                <a:latin typeface="Noto Sans KR"/>
              </a:rPr>
              <a:t>API</a:t>
            </a:r>
            <a:r>
              <a:rPr b="0" lang="ko-KR" sz="2000" spc="-1" strike="noStrike">
                <a:solidFill>
                  <a:srgbClr val="000000"/>
                </a:solidFill>
                <a:latin typeface="Noto Sans KR"/>
              </a:rPr>
              <a:t>로 받아오고</a:t>
            </a:r>
            <a:r>
              <a:rPr b="0" lang="en-US" sz="2000" spc="-1" strike="noStrike">
                <a:solidFill>
                  <a:srgbClr val="000000"/>
                </a:solidFill>
                <a:latin typeface="Noto Sans KR"/>
              </a:rPr>
              <a:t>, </a:t>
            </a:r>
            <a:r>
              <a:rPr b="0" lang="ko-KR" sz="2000" spc="-1" strike="noStrike">
                <a:solidFill>
                  <a:srgbClr val="000000"/>
                </a:solidFill>
                <a:latin typeface="Noto Sans KR"/>
              </a:rPr>
              <a:t>공개 웹페이지의 운영시간</a:t>
            </a:r>
            <a:r>
              <a:rPr b="0" lang="en-US" sz="2000" spc="-1" strike="noStrike">
                <a:solidFill>
                  <a:srgbClr val="000000"/>
                </a:solidFill>
                <a:latin typeface="Noto Sans KR"/>
              </a:rPr>
              <a:t>·</a:t>
            </a:r>
            <a:r>
              <a:rPr b="0" lang="ko-KR" sz="2000" spc="-1" strike="noStrike">
                <a:solidFill>
                  <a:srgbClr val="000000"/>
                </a:solidFill>
                <a:latin typeface="Noto Sans KR"/>
              </a:rPr>
              <a:t>휴무</a:t>
            </a:r>
            <a:r>
              <a:rPr b="0" lang="en-US" sz="2000" spc="-1" strike="noStrike">
                <a:solidFill>
                  <a:srgbClr val="000000"/>
                </a:solidFill>
                <a:latin typeface="Noto Sans KR"/>
              </a:rPr>
              <a:t>·</a:t>
            </a:r>
            <a:r>
              <a:rPr b="0" lang="ko-KR" sz="2000" spc="-1" strike="noStrike">
                <a:solidFill>
                  <a:srgbClr val="000000"/>
                </a:solidFill>
                <a:latin typeface="Noto Sans KR"/>
              </a:rPr>
              <a:t>휴관 안내 문구를 보완적으로 확인하는 데 크롤링을 사용했습니다</a:t>
            </a:r>
            <a:r>
              <a:rPr b="0" lang="en-US" sz="2000" spc="-1" strike="noStrike">
                <a:solidFill>
                  <a:srgbClr val="000000"/>
                </a:solidFill>
                <a:latin typeface="Noto Sans KR"/>
              </a:rPr>
              <a:t>. </a:t>
            </a:r>
            <a:r>
              <a:rPr b="0" lang="ko-KR" sz="2000" spc="-1" strike="noStrike">
                <a:solidFill>
                  <a:srgbClr val="000000"/>
                </a:solidFill>
                <a:latin typeface="Noto Sans KR"/>
              </a:rPr>
              <a:t>추천 시점에 상위 후보 중 최대 </a:t>
            </a:r>
            <a:r>
              <a:rPr b="0" lang="en-US" sz="2000" spc="-1" strike="noStrike">
                <a:solidFill>
                  <a:srgbClr val="000000"/>
                </a:solidFill>
                <a:latin typeface="Noto Sans KR"/>
              </a:rPr>
              <a:t>10</a:t>
            </a:r>
            <a:r>
              <a:rPr b="0" lang="ko-KR" sz="2000" spc="-1" strike="noStrike">
                <a:solidFill>
                  <a:srgbClr val="000000"/>
                </a:solidFill>
                <a:latin typeface="Noto Sans KR"/>
              </a:rPr>
              <a:t>개 시설을 확인하고</a:t>
            </a:r>
            <a:r>
              <a:rPr b="0" lang="en-US" sz="2000" spc="-1" strike="noStrike">
                <a:solidFill>
                  <a:srgbClr val="000000"/>
                </a:solidFill>
                <a:latin typeface="Noto Sans KR"/>
              </a:rPr>
              <a:t>, </a:t>
            </a:r>
            <a:r>
              <a:rPr b="0" lang="ko-KR" sz="2000" spc="-1" strike="noStrike">
                <a:solidFill>
                  <a:srgbClr val="000000"/>
                </a:solidFill>
                <a:latin typeface="Noto Sans KR"/>
              </a:rPr>
              <a:t>특정 휴무 문구가 발견되면 점수를 낮춰 다시 정렬합니다</a:t>
            </a:r>
            <a:r>
              <a:rPr b="0" lang="en-US" sz="2000" spc="-1" strike="noStrike">
                <a:solidFill>
                  <a:srgbClr val="000000"/>
                </a:solidFill>
                <a:latin typeface="Noto Sans KR"/>
              </a:rPr>
              <a:t>. </a:t>
            </a:r>
            <a:r>
              <a:rPr b="0" lang="ko-KR" sz="2000" spc="-1" strike="noStrike">
                <a:solidFill>
                  <a:srgbClr val="000000"/>
                </a:solidFill>
                <a:latin typeface="Noto Sans KR"/>
              </a:rPr>
              <a:t>문구 추출 방식이므로 </a:t>
            </a:r>
            <a:r>
              <a:rPr b="0" lang="en-US" sz="2000" spc="-1" strike="noStrike">
                <a:solidFill>
                  <a:srgbClr val="000000"/>
                </a:solidFill>
                <a:latin typeface="Noto Sans KR"/>
              </a:rPr>
              <a:t>'</a:t>
            </a:r>
            <a:r>
              <a:rPr b="0" lang="ko-KR" sz="2000" spc="-1" strike="noStrike">
                <a:solidFill>
                  <a:srgbClr val="000000"/>
                </a:solidFill>
                <a:latin typeface="Noto Sans KR"/>
              </a:rPr>
              <a:t>영업 여부를 완벽히 판별한다</a:t>
            </a:r>
            <a:r>
              <a:rPr b="0" lang="en-US" sz="2000" spc="-1" strike="noStrike">
                <a:solidFill>
                  <a:srgbClr val="000000"/>
                </a:solidFill>
                <a:latin typeface="Noto Sans KR"/>
              </a:rPr>
              <a:t>'</a:t>
            </a:r>
            <a:r>
              <a:rPr b="0" lang="ko-KR" sz="2000" spc="-1" strike="noStrike">
                <a:solidFill>
                  <a:srgbClr val="000000"/>
                </a:solidFill>
                <a:latin typeface="Noto Sans KR"/>
              </a:rPr>
              <a:t>가 아니라 </a:t>
            </a:r>
            <a:r>
              <a:rPr b="0" lang="en-US" sz="2000" spc="-1" strike="noStrike">
                <a:solidFill>
                  <a:srgbClr val="000000"/>
                </a:solidFill>
                <a:latin typeface="Noto Sans KR"/>
              </a:rPr>
              <a:t>'</a:t>
            </a:r>
            <a:r>
              <a:rPr b="0" lang="ko-KR" sz="2000" spc="-1" strike="noStrike">
                <a:solidFill>
                  <a:srgbClr val="000000"/>
                </a:solidFill>
                <a:latin typeface="Noto Sans KR"/>
              </a:rPr>
              <a:t>헛걸음 가능성을 줄이려 했다</a:t>
            </a:r>
            <a:r>
              <a:rPr b="0" lang="en-US" sz="2000" spc="-1" strike="noStrike">
                <a:solidFill>
                  <a:srgbClr val="000000"/>
                </a:solidFill>
                <a:latin typeface="Noto Sans KR"/>
              </a:rPr>
              <a:t>'</a:t>
            </a:r>
            <a:r>
              <a:rPr b="0" lang="ko-KR" sz="2000" spc="-1" strike="noStrike">
                <a:solidFill>
                  <a:srgbClr val="000000"/>
                </a:solidFill>
                <a:latin typeface="Noto Sans KR"/>
              </a:rPr>
              <a:t>고 설명합니다</a:t>
            </a:r>
            <a:r>
              <a:rPr b="0" lang="en-US" sz="2000" spc="-1" strike="noStrike">
                <a:solidFill>
                  <a:srgbClr val="000000"/>
                </a:solidFill>
                <a:latin typeface="Noto Sans KR"/>
              </a:rPr>
              <a:t>.</a:t>
            </a:r>
            <a:endParaRPr b="0" lang="en-US" sz="2000" spc="-1" strike="noStrike">
              <a:solidFill>
                <a:srgbClr val="000000"/>
              </a:solidFill>
              <a:latin typeface="Noto Sans KR"/>
            </a:endParaRPr>
          </a:p>
        </p:txBody>
      </p:sp>
      <p:sp>
        <p:nvSpPr>
          <p:cNvPr id="633" name="PlaceHolder 3"/>
          <p:cNvSpPr>
            <a:spLocks noGrp="1"/>
          </p:cNvSpPr>
          <p:nvPr>
            <p:ph type="sldNum" idx="14"/>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pc="-1" strike="noStrike">
                <a:solidFill>
                  <a:schemeClr val="dk1"/>
                </a:solidFill>
                <a:latin typeface="+mn-lt"/>
                <a:ea typeface="+mn-ea"/>
              </a:defRPr>
            </a:lvl1pPr>
          </a:lstStyle>
          <a:p>
            <a:pPr indent="0" algn="r" defTabSz="914400">
              <a:lnSpc>
                <a:spcPct val="100000"/>
              </a:lnSpc>
              <a:buNone/>
            </a:pPr>
            <a:fld id="{1E0C8B62-BE18-4934-BCA2-0B0BC5FD923B}" type="slidenum">
              <a:rPr b="0" lang="en-US" sz="1200" spc="-1" strike="noStrike">
                <a:solidFill>
                  <a:schemeClr val="dk1"/>
                </a:solidFill>
                <a:latin typeface="+mn-lt"/>
                <a:ea typeface="+mn-ea"/>
              </a:rPr>
              <a:t>&lt;숫자&gt;</a:t>
            </a:fld>
            <a:endParaRPr b="0" lang="en-US" sz="1200" spc="-1" strike="noStrike">
              <a:solidFill>
                <a:srgbClr val="000000"/>
              </a:solidFill>
              <a:latin typeface="Noto Serif KR"/>
            </a:endParaRPr>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공공데이터포털 API로 받을 수 없는 문화빅데이터 플랫폼의 국민체육진흥공단 데이터는 Selenium으로 수집합니다. 로그인 → CSV 파일 선택 → 활용목적·약관 팝업 처리 → 다운로드 완료 대기 → 검증 후 RAW 적재까지 자동으로 진행하고, 실행 로그 기준 6개 상품을 내려받아 6개 RAW 테이블에 적재했습니다.
앞 장의 운영정보 크롤링과는 대상과 실행 시점이 다릅니다. 정기 수집은 스케줄로, 운영정보 확인은 추천 요청 시점에 실행됩니다.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다운로드가 끝났다고 바로 적재하지 않습니다. HTML 페이지가 받아진 경우, 인코딩 오류, 헤더 이상, 컬럼 수가 다른 행, NUL 문자, 빈 파일을 먼저 걸러냅니다. 적재할 때는 CSV 검증 행 수, COPY 행 수, staging, final, 커밋 후 행 수를 모두 맞춰본 뒤에만 성공으로 처리합니다. 원본 문자열은 빈 문자열만 NULL로 바꾸고 그대로 보존합니다.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[핵심 멘트] “데이터가 잘못 들어왔을 때의 처리 기준도 마련했습니다.”</a:t>
            </a:r>
            <a:endParaRPr lang="en-US" dirty="0"/>
          </a:p>
          <a:p>
            <a:r>
              <a:rPr lang="en-US" dirty="0"/>
              <a:t>HTTP 200만으로 정상 수집이라고 판단하지 않습니다. 오류를 네 가지로 나눠, 일시적 오류만 3초·5초 간격으로 최대 3회 재시도하고, 호출 한도 초과나 인증키 오류처럼 다시 요청해도 해결되지 않는 오류는 즉시 중단합니다. 없는 연도·행정구역 조합은 그 범위만 건너뛰고, 데이터 없음(03)은 오류가 아니라 0건으로 처리합니다.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재시도 이후에도 실패할 수 있으니, 실패했을 때 데이터를 지키는 장치를 단계별로 뒀습니다. 수집은 체크포인트로 이어서 받고, 적재는 staging 테이블에서 검증한 뒤 transaction으로 한 번에 교체하며, 정제 결과가 비거나 오류가 나면 기존 processed를 그대로 둡니다. 스케줄러는 중복 실행을 막고, 실패한 데이터셋만 건너뛴 채 나머지를 계속 처리하며 Discord로 알립니다.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40" name="PlaceHolder 1"/>
          <p:cNvSpPr>
            <a:spLocks noGrp="1"/>
          </p:cNvSpPr>
          <p:nvPr>
            <p:ph type="sldImg"/>
          </p:nvPr>
        </p:nvSpPr>
        <p:spPr>
          <a:xfrm>
            <a:off x="685800" y="1143000"/>
            <a:ext cx="5486040" cy="3085920"/>
          </a:xfrm>
          <a:prstGeom prst="rect">
            <a:avLst/>
          </a:prstGeom>
          <a:ln w="0">
            <a:noFill/>
          </a:ln>
        </p:spPr>
      </p:sp>
      <p:sp>
        <p:nvSpPr>
          <p:cNvPr id="641"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marL="216000" indent="0">
              <a:lnSpc>
                <a:spcPct val="100000"/>
              </a:lnSpc>
              <a:buNone/>
            </a:pPr>
            <a:r>
              <a:rPr b="0" lang="ko-KR" sz="2000" spc="-1" strike="noStrike">
                <a:solidFill>
                  <a:srgbClr val="000000"/>
                </a:solidFill>
                <a:latin typeface="Noto Sans KR"/>
              </a:rPr>
              <a:t>[핵심 멘트] “앞에서 설명한 처리가 실제로 동작하는지 보여드립니다.”</a:t>
            </a:r>
            <a:endParaRPr b="0" lang="en-US" sz="2000" spc="-1" strike="noStrike">
              <a:solidFill>
                <a:srgbClr val="000000"/>
              </a:solidFill>
              <a:latin typeface="Noto Sans KR"/>
            </a:endParaRPr>
          </a:p>
          <a:p>
            <a:pPr marL="216000" indent="0">
              <a:lnSpc>
                <a:spcPct val="100000"/>
              </a:lnSpc>
              <a:buNone/>
            </a:pPr>
            <a:r>
              <a:rPr b="0" lang="ko-KR" sz="2000" spc="-1" strike="noStrike">
                <a:solidFill>
                  <a:srgbClr val="000000"/>
                </a:solidFill>
                <a:latin typeface="Noto Sans KR"/>
              </a:rPr>
              <a:t>실행 성공과 데이터 품질은 별개입니다</a:t>
            </a:r>
            <a:r>
              <a:rPr b="0" lang="en-US" sz="2000" spc="-1" strike="noStrike">
                <a:solidFill>
                  <a:srgbClr val="000000"/>
                </a:solidFill>
                <a:latin typeface="Noto Sans KR"/>
              </a:rPr>
              <a:t>. RAW → PROCESSED </a:t>
            </a:r>
            <a:r>
              <a:rPr b="0" lang="ko-KR" sz="2000" spc="-1" strike="noStrike">
                <a:solidFill>
                  <a:srgbClr val="000000"/>
                </a:solidFill>
                <a:latin typeface="Noto Sans KR"/>
              </a:rPr>
              <a:t>과정에서 새로 생긴 </a:t>
            </a:r>
            <a:r>
              <a:rPr b="0" lang="en-US" sz="2000" spc="-1" strike="noStrike">
                <a:solidFill>
                  <a:srgbClr val="000000"/>
                </a:solidFill>
                <a:latin typeface="Noto Sans KR"/>
              </a:rPr>
              <a:t>NULL</a:t>
            </a:r>
            <a:r>
              <a:rPr b="0" lang="ko-KR" sz="2000" spc="-1" strike="noStrike">
                <a:solidFill>
                  <a:srgbClr val="000000"/>
                </a:solidFill>
                <a:latin typeface="Noto Sans KR"/>
              </a:rPr>
              <a:t>을 추적하다가</a:t>
            </a:r>
            <a:r>
              <a:rPr b="0" lang="en-US" sz="2000" spc="-1" strike="noStrike">
                <a:solidFill>
                  <a:srgbClr val="000000"/>
                </a:solidFill>
                <a:latin typeface="Noto Sans KR"/>
              </a:rPr>
              <a:t>, </a:t>
            </a:r>
            <a:r>
              <a:rPr b="0" lang="ko-KR" sz="2000" spc="-1" strike="noStrike">
                <a:solidFill>
                  <a:srgbClr val="000000"/>
                </a:solidFill>
                <a:latin typeface="Noto Sans KR"/>
              </a:rPr>
              <a:t>값의 형태와 맞지 않는 자료형 변환 때문에 정상 값이 사라진 컬럼을 찾았습니다</a:t>
            </a:r>
            <a:r>
              <a:rPr b="0" lang="en-US" sz="2000" spc="-1" strike="noStrike">
                <a:solidFill>
                  <a:srgbClr val="000000"/>
                </a:solidFill>
                <a:latin typeface="Noto Sans KR"/>
              </a:rPr>
              <a:t>. RAW</a:t>
            </a:r>
            <a:r>
              <a:rPr b="0" lang="ko-KR" sz="2000" spc="-1" strike="noStrike">
                <a:solidFill>
                  <a:srgbClr val="000000"/>
                </a:solidFill>
                <a:latin typeface="Noto Sans KR"/>
              </a:rPr>
              <a:t>를 다시 확인해 의미 있는 문자열을 보존하도록 수정하고</a:t>
            </a:r>
            <a:r>
              <a:rPr b="0" lang="en-US" sz="2000" spc="-1" strike="noStrike">
                <a:solidFill>
                  <a:srgbClr val="000000"/>
                </a:solidFill>
                <a:latin typeface="Noto Sans KR"/>
              </a:rPr>
              <a:t>, </a:t>
            </a:r>
            <a:r>
              <a:rPr b="0" lang="ko-KR" sz="2000" spc="-1" strike="noStrike">
                <a:solidFill>
                  <a:srgbClr val="000000"/>
                </a:solidFill>
                <a:latin typeface="Noto Sans KR"/>
              </a:rPr>
              <a:t>이후 </a:t>
            </a:r>
            <a:r>
              <a:rPr b="0" lang="en-US" sz="2000" spc="-1" strike="noStrike">
                <a:solidFill>
                  <a:srgbClr val="000000"/>
                </a:solidFill>
                <a:latin typeface="Noto Sans KR"/>
              </a:rPr>
              <a:t>NULL </a:t>
            </a:r>
            <a:r>
              <a:rPr b="0" lang="ko-KR" sz="2000" spc="-1" strike="noStrike">
                <a:solidFill>
                  <a:srgbClr val="000000"/>
                </a:solidFill>
                <a:latin typeface="Noto Sans KR"/>
              </a:rPr>
              <a:t>변화와 컬럼 상태 변화를 추적하도록 </a:t>
            </a:r>
            <a:r>
              <a:rPr b="0" lang="en-US" sz="2000" spc="-1" strike="noStrike">
                <a:solidFill>
                  <a:srgbClr val="000000"/>
                </a:solidFill>
                <a:latin typeface="Noto Sans KR"/>
              </a:rPr>
              <a:t>DQ</a:t>
            </a:r>
            <a:r>
              <a:rPr b="0" lang="ko-KR" sz="2000" spc="-1" strike="noStrike">
                <a:solidFill>
                  <a:srgbClr val="000000"/>
                </a:solidFill>
                <a:latin typeface="Noto Sans KR"/>
              </a:rPr>
              <a:t>를 보완했습니다</a:t>
            </a:r>
            <a:r>
              <a:rPr b="0" lang="en-US" sz="2000" spc="-1" strike="noStrike">
                <a:solidFill>
                  <a:srgbClr val="000000"/>
                </a:solidFill>
                <a:latin typeface="Noto Sans KR"/>
              </a:rPr>
              <a:t>.</a:t>
            </a:r>
            <a:endParaRPr b="0" lang="en-US" sz="2000" spc="-1" strike="noStrike">
              <a:solidFill>
                <a:srgbClr val="000000"/>
              </a:solidFill>
              <a:latin typeface="Noto Sans KR"/>
            </a:endParaRPr>
          </a:p>
        </p:txBody>
      </p:sp>
      <p:sp>
        <p:nvSpPr>
          <p:cNvPr id="642" name="PlaceHolder 3"/>
          <p:cNvSpPr>
            <a:spLocks noGrp="1"/>
          </p:cNvSpPr>
          <p:nvPr>
            <p:ph type="sldNum" idx="17"/>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pc="-1" strike="noStrike">
                <a:solidFill>
                  <a:schemeClr val="dk1"/>
                </a:solidFill>
                <a:latin typeface="+mn-lt"/>
                <a:ea typeface="+mn-ea"/>
              </a:defRPr>
            </a:lvl1pPr>
          </a:lstStyle>
          <a:p>
            <a:pPr indent="0" algn="r" defTabSz="914400">
              <a:lnSpc>
                <a:spcPct val="100000"/>
              </a:lnSpc>
              <a:buNone/>
            </a:pPr>
            <a:fld id="{954F7A56-759B-406E-AC4E-61785BD57130}" type="slidenum">
              <a:rPr b="0" lang="en-US" sz="1200" spc="-1" strike="noStrike">
                <a:solidFill>
                  <a:schemeClr val="dk1"/>
                </a:solidFill>
                <a:latin typeface="+mn-lt"/>
                <a:ea typeface="+mn-ea"/>
              </a:rPr>
              <a:t>&lt;숫자&gt;</a:t>
            </a:fld>
            <a:endParaRPr b="0" lang="en-US" sz="1200" spc="-1" strike="noStrike">
              <a:solidFill>
                <a:srgbClr val="000000"/>
              </a:solidFill>
              <a:latin typeface="Noto Serif KR"/>
            </a:endParaRPr>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AED 원본 63,863행에 팀의 정제·DQ 코드를 그대로 실행한 결과입니다. 좌표가 모두 대한민국 범위 안이라 제거된 행은 0건이고, 행 추적과 행 수 대조 모두 PASS로 DQ 결과는 CHECK_PASSED입니다. 빈 문자열 120,661셀은 NULL로 정규화했고, 자료형 변환 과정에서 새로 사라진 값은 0건입니다. 위도·경도는 문자열에서 숫자형으로 바뀌었고 값 범위도 한반도 안에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정제된 processed 데이터의 실제 모습입니다. 시도·시군구 표기가 통일되고 위도·경도가 숫자형으로 저장됩니다(개인 연락처 컬럼은 화면에서 제외). 아래는 Selenium 수집 실행 로그(6개 다운로드, 6개 RAW 테이블 적재)와 스케줄 등록 데이터셋 수입니다. 오른쪽 다음 단계로 개선할 점을 정리하고 서비스 시연으로 넘어갑니다.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46" name="PlaceHolder 1"/>
          <p:cNvSpPr>
            <a:spLocks noGrp="1"/>
          </p:cNvSpPr>
          <p:nvPr>
            <p:ph type="sldImg"/>
          </p:nvPr>
        </p:nvSpPr>
        <p:spPr>
          <a:xfrm>
            <a:off x="685800" y="1143000"/>
            <a:ext cx="5486040" cy="3085920"/>
          </a:xfrm>
          <a:prstGeom prst="rect">
            <a:avLst/>
          </a:prstGeom>
          <a:ln w="0">
            <a:noFill/>
          </a:ln>
        </p:spPr>
      </p:sp>
      <p:sp>
        <p:nvSpPr>
          <p:cNvPr id="647"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marL="216000" indent="0">
              <a:lnSpc>
                <a:spcPct val="100000"/>
              </a:lnSpc>
              <a:buNone/>
            </a:pPr>
            <a:r>
              <a:rPr b="0" lang="ko-KR" sz="2000" spc="-1" strike="noStrike">
                <a:solidFill>
                  <a:srgbClr val="000000"/>
                </a:solidFill>
                <a:latin typeface="Noto Sans KR"/>
              </a:rPr>
              <a:t>[핵심 멘트] “이 데이터가 사용자 경험으로 이어집니다.”</a:t>
            </a:r>
            <a:endParaRPr b="0" lang="en-US" sz="2000" spc="-1" strike="noStrike">
              <a:solidFill>
                <a:srgbClr val="000000"/>
              </a:solidFill>
              <a:latin typeface="Noto Sans KR"/>
            </a:endParaRPr>
          </a:p>
          <a:p>
            <a:pPr marL="216000" indent="0">
              <a:lnSpc>
                <a:spcPct val="100000"/>
              </a:lnSpc>
              <a:buNone/>
            </a:pPr>
            <a:r>
              <a:rPr b="0" lang="ko-KR" sz="2000" spc="-1" strike="noStrike">
                <a:solidFill>
                  <a:srgbClr val="000000"/>
                </a:solidFill>
                <a:latin typeface="Noto Sans KR"/>
              </a:rPr>
              <a:t>처음 보여준 운동방으로 돌아옵니다</a:t>
            </a:r>
            <a:r>
              <a:rPr b="0" lang="en-US" sz="2000" spc="-1" strike="noStrike">
                <a:solidFill>
                  <a:srgbClr val="000000"/>
                </a:solidFill>
                <a:latin typeface="Noto Sans KR"/>
              </a:rPr>
              <a:t>. ① </a:t>
            </a:r>
            <a:r>
              <a:rPr b="0" lang="ko-KR" sz="2000" spc="-1" strike="noStrike">
                <a:solidFill>
                  <a:srgbClr val="000000"/>
                </a:solidFill>
                <a:latin typeface="Noto Sans KR"/>
              </a:rPr>
              <a:t>운동방 → ② 지역</a:t>
            </a:r>
            <a:r>
              <a:rPr b="0" lang="en-US" sz="2000" spc="-1" strike="noStrike">
                <a:solidFill>
                  <a:srgbClr val="000000"/>
                </a:solidFill>
                <a:latin typeface="Noto Sans KR"/>
              </a:rPr>
              <a:t>·</a:t>
            </a:r>
            <a:r>
              <a:rPr b="0" lang="ko-KR" sz="2000" spc="-1" strike="noStrike">
                <a:solidFill>
                  <a:srgbClr val="000000"/>
                </a:solidFill>
                <a:latin typeface="Noto Sans KR"/>
              </a:rPr>
              <a:t>운동 종목</a:t>
            </a:r>
            <a:r>
              <a:rPr b="0" lang="en-US" sz="2000" spc="-1" strike="noStrike">
                <a:solidFill>
                  <a:srgbClr val="000000"/>
                </a:solidFill>
                <a:latin typeface="Noto Sans KR"/>
              </a:rPr>
              <a:t>·</a:t>
            </a:r>
            <a:r>
              <a:rPr b="0" lang="ko-KR" sz="2000" spc="-1" strike="noStrike">
                <a:solidFill>
                  <a:srgbClr val="000000"/>
                </a:solidFill>
                <a:latin typeface="Noto Sans KR"/>
              </a:rPr>
              <a:t>이동시간 입력 → ③ 추천 결과에서 거리와 환경 조건이 추천 이유로 나타나는지 확인 → ④ 운동 기록 후 보상</a:t>
            </a:r>
            <a:r>
              <a:rPr b="0" lang="en-US" sz="2000" spc="-1" strike="noStrike">
                <a:solidFill>
                  <a:srgbClr val="000000"/>
                </a:solidFill>
                <a:latin typeface="Noto Sans KR"/>
              </a:rPr>
              <a:t>·</a:t>
            </a:r>
            <a:r>
              <a:rPr b="0" lang="ko-KR" sz="2000" spc="-1" strike="noStrike">
                <a:solidFill>
                  <a:srgbClr val="000000"/>
                </a:solidFill>
                <a:latin typeface="Noto Sans KR"/>
              </a:rPr>
              <a:t>운동방 변화 → ⑤ 친구 방문으로 마무리</a:t>
            </a:r>
            <a:r>
              <a:rPr b="0" lang="en-US" sz="2000" spc="-1" strike="noStrike">
                <a:solidFill>
                  <a:srgbClr val="000000"/>
                </a:solidFill>
                <a:latin typeface="Noto Sans KR"/>
              </a:rPr>
              <a:t>.</a:t>
            </a:r>
            <a:endParaRPr b="0" lang="en-US" sz="2000" spc="-1" strike="noStrike">
              <a:solidFill>
                <a:srgbClr val="000000"/>
              </a:solidFill>
              <a:latin typeface="Noto Sans KR"/>
            </a:endParaRPr>
          </a:p>
        </p:txBody>
      </p:sp>
      <p:sp>
        <p:nvSpPr>
          <p:cNvPr id="648" name="PlaceHolder 3"/>
          <p:cNvSpPr>
            <a:spLocks noGrp="1"/>
          </p:cNvSpPr>
          <p:nvPr>
            <p:ph type="sldNum" idx="19"/>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pc="-1" strike="noStrike">
                <a:solidFill>
                  <a:schemeClr val="dk1"/>
                </a:solidFill>
                <a:latin typeface="+mn-lt"/>
                <a:ea typeface="+mn-ea"/>
              </a:defRPr>
            </a:lvl1pPr>
          </a:lstStyle>
          <a:p>
            <a:pPr indent="0" algn="r" defTabSz="914400">
              <a:lnSpc>
                <a:spcPct val="100000"/>
              </a:lnSpc>
              <a:buNone/>
            </a:pPr>
            <a:fld id="{47166A73-D8AE-4491-8C04-33C156EE9217}" type="slidenum">
              <a:rPr b="0" lang="en-US" sz="1200" spc="-1" strike="noStrike">
                <a:solidFill>
                  <a:schemeClr val="dk1"/>
                </a:solidFill>
                <a:latin typeface="+mn-lt"/>
                <a:ea typeface="+mn-ea"/>
              </a:rPr>
              <a:t>&lt;숫자&gt;</a:t>
            </a:fld>
            <a:endParaRPr b="0" lang="en-US" sz="1200" spc="-1" strike="noStrike">
              <a:solidFill>
                <a:srgbClr val="000000"/>
              </a:solidFill>
              <a:latin typeface="Noto Serif KR"/>
            </a:endParaRPr>
          </a:p>
        </p:txBody>
      </p:sp>
    </p:spTree>
  </p:cSld>
</p:notes>
</file>

<file path=ppt/notesSlides/notesSlide2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49" name="PlaceHolder 1"/>
          <p:cNvSpPr>
            <a:spLocks noGrp="1"/>
          </p:cNvSpPr>
          <p:nvPr>
            <p:ph type="sldImg"/>
          </p:nvPr>
        </p:nvSpPr>
        <p:spPr>
          <a:xfrm>
            <a:off x="685800" y="1143000"/>
            <a:ext cx="5486040" cy="3085920"/>
          </a:xfrm>
          <a:prstGeom prst="rect">
            <a:avLst/>
          </a:prstGeom>
          <a:ln w="0">
            <a:noFill/>
          </a:ln>
        </p:spPr>
      </p:sp>
      <p:sp>
        <p:nvSpPr>
          <p:cNvPr id="650"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marL="216000" indent="0">
              <a:lnSpc>
                <a:spcPct val="100000"/>
              </a:lnSpc>
              <a:buNone/>
            </a:pPr>
            <a:r>
              <a:rPr b="0" lang="ko-KR" sz="2000" spc="-1" strike="noStrike">
                <a:solidFill>
                  <a:srgbClr val="000000"/>
                </a:solidFill>
                <a:latin typeface="Noto Sans KR"/>
              </a:rPr>
              <a:t>예전에는 내 방을 꾸미려고 접속했다면</a:t>
            </a:r>
            <a:r>
              <a:rPr b="0" lang="en-US" sz="2000" spc="-1" strike="noStrike">
                <a:solidFill>
                  <a:srgbClr val="000000"/>
                </a:solidFill>
                <a:latin typeface="Noto Sans KR"/>
              </a:rPr>
              <a:t>, </a:t>
            </a:r>
            <a:r>
              <a:rPr b="0" lang="ko-KR" sz="2000" spc="-1" strike="noStrike">
                <a:solidFill>
                  <a:srgbClr val="000000"/>
                </a:solidFill>
                <a:latin typeface="Noto Sans KR"/>
              </a:rPr>
              <a:t>이제는 운동으로 내 방을 채우는 경험을 만들고 싶었습니다</a:t>
            </a:r>
            <a:r>
              <a:rPr b="0" lang="en-US" sz="2000" spc="-1" strike="noStrike">
                <a:solidFill>
                  <a:srgbClr val="000000"/>
                </a:solidFill>
                <a:latin typeface="Noto Sans KR"/>
              </a:rPr>
              <a:t>. </a:t>
            </a:r>
            <a:r>
              <a:rPr b="0" lang="ko-KR" sz="2000" spc="-1" strike="noStrike">
                <a:solidFill>
                  <a:srgbClr val="000000"/>
                </a:solidFill>
                <a:latin typeface="Noto Sans KR"/>
              </a:rPr>
              <a:t>감사합니다</a:t>
            </a:r>
            <a:r>
              <a:rPr b="0" lang="en-US" sz="2000" spc="-1" strike="noStrike">
                <a:solidFill>
                  <a:srgbClr val="000000"/>
                </a:solidFill>
                <a:latin typeface="Noto Sans KR"/>
              </a:rPr>
              <a:t>.</a:t>
            </a:r>
            <a:endParaRPr b="0" lang="en-US" sz="2000" spc="-1" strike="noStrike">
              <a:solidFill>
                <a:srgbClr val="000000"/>
              </a:solidFill>
              <a:latin typeface="Noto Sans KR"/>
            </a:endParaRPr>
          </a:p>
        </p:txBody>
      </p:sp>
      <p:sp>
        <p:nvSpPr>
          <p:cNvPr id="651" name="PlaceHolder 3"/>
          <p:cNvSpPr>
            <a:spLocks noGrp="1"/>
          </p:cNvSpPr>
          <p:nvPr>
            <p:ph type="sldNum" idx="20"/>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pc="-1" strike="noStrike">
                <a:solidFill>
                  <a:schemeClr val="dk1"/>
                </a:solidFill>
                <a:latin typeface="+mn-lt"/>
                <a:ea typeface="+mn-ea"/>
              </a:defRPr>
            </a:lvl1pPr>
          </a:lstStyle>
          <a:p>
            <a:pPr indent="0" algn="r" defTabSz="914400">
              <a:lnSpc>
                <a:spcPct val="100000"/>
              </a:lnSpc>
              <a:buNone/>
            </a:pPr>
            <a:fld id="{CE7EECF2-1E4C-47AC-B2E8-F40B447FF9E0}" type="slidenum">
              <a:rPr b="0" lang="en-US" sz="1200" spc="-1" strike="noStrike">
                <a:solidFill>
                  <a:schemeClr val="dk1"/>
                </a:solidFill>
                <a:latin typeface="+mn-lt"/>
                <a:ea typeface="+mn-ea"/>
              </a:rPr>
              <a:t>&lt;숫자&gt;</a:t>
            </a:fld>
            <a:endParaRPr b="0" lang="en-US" sz="1200" spc="-1" strike="noStrike">
              <a:solidFill>
                <a:srgbClr val="000000"/>
              </a:solidFill>
              <a:latin typeface="Noto Serif KR"/>
            </a:endParaRPr>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수집한 원천 데이터는 정제 전 상태 그대로 RAW에 보존합니다. RAW는 품질검사에서 비교 기준이 되고, 문제가 생겼을 때 다시 처리하는 출발점입니다.
정제는 좌표·결측값·자료형·지역 표기에 공통 원칙을 적용하고, 데이터셋 특성에 맞는 규칙을 추가합니다. 품질검사(DQ)에서는 정제 전후의 행 수와 NULL 변화를 확인해 예상하지 못한 값·행 손실을 찾고, 이상이 있으면 RAW와 비교해 처리 로직을 고친 뒤 회귀 테스트와 재처리를 거칩니다. 정상인 결과만 PROCESSED에 적재합니다.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오늘 발표는 9단계로 진행합니다. 싸이월드의 추억에서 시작해 목표와 데이터가 필요한 이유, 추천 점수를 설명하고, 05~08에서는 데이터를 어떻게 모으고 검증했는지, 실제로 어디까지 동작하는지 보여드린 뒤 마지막으로 서비스를 시연합니다.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[핵심 멘트] “데이터가 잘못 들어왔을 때의 처리 기준도 마련했습니다.”
API 호출 실패 외에도 값 누락, 좌표 오류, 중복을 규칙으로 처리합니다. 제각각인 빈 값은 NULL로 통일하고, 서비스에 쓰는 대표 좌표가 없거나 대한민국 범위를 벗어나면 그 행은 제외합니다. 부가 좌표는 행을 살리고 좌표만 비웁니다. 중복은 검증된 키가 있을 때만 제거합니다.
실제로 AED 원본 100행에 좌표 빈 값 10건, 범위 밖 경도 5건, 중복 3건을 섞어 넣고 돌려보니 103행이 85행이 되었고, 빠진 18행은 모두 설명 가능한 제거였습니다. 설명되지 않는 손실이 생기면 CHECK_FAILED로 기록하고 Discord로 알립니다.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[핵심 멘트] “앞에서 설명한 처리가 실제로 동작하는지 보여드립니다.”
같은 기기 한 건을 원본과 정제 결과에서 비교했습니다. 비어 있던 공휴일 운영시간은 NULL로 바뀌었고, 문자열이던 위도·경도는 숫자형으로 저장됩니다. 우편번호 '030'처럼 앞자리 0이 의미 있는 값은 숫자로 바꾸지 않고 문자열로 유지합니다. 나머지 값은 원본 그대로 보존됩니다.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정상 실행에서는 행 추적과 행 수 대조가 모두 PASS로 CHECK_PASSED가 남고, Selenium 수집은 6개 다운로드·6개 RAW 적재로 끝났습니다.
실패 상황은 일부러 만든 테스트 입력으로 재현했습니다. 좌표 컬럼이 빠지면 정제를 멈추고 PROCESSED에 적재하지 않습니다. 정제 결과가 0건이면 빈 데이터로 덮어쓰지 않고 기존 processed를 그대로 유지합니다. 실패해도 서비스 데이터가 망가지지 않는다는 것을 로그로 확인할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DEFAULT">
    <p:spTree>
      <p:nvGrpSpPr>
        <p:cNvPr id="1" name=""/>
        <p:cNvGrpSpPr/>
        <p:nvPr/>
      </p:nvGrpSpPr>
      <p:grpSpPr>
        <a:xfrm>
          <a:off x="0" y="0"/>
          <a:ext cx="0" cy="0"/>
          <a:chOff x="0" y="0"/>
          <a:chExt cx="0" cy="0"/>
        </a:xfrm>
      </p:grpSpPr>
    </p:spTree>
  </p:cSld>
</p:sldLayout>
</file>

<file path=ppt/slideMasters/_rels/slideMaster1.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0"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buNone/>
            </a:pPr>
            <a:r>
              <a:rPr b="0" lang="ko-KR" sz="1800" spc="-1" strike="noStrike">
                <a:solidFill>
                  <a:schemeClr val="dk1"/>
                </a:solidFill>
                <a:latin typeface="Calibri"/>
              </a:rPr>
              <a:t>제목 텍스트의 서식을 편집하려면 클릭하십시오</a:t>
            </a:r>
            <a:r>
              <a:rPr b="0" lang="en-US" sz="1800" spc="-1" strike="noStrike">
                <a:solidFill>
                  <a:schemeClr val="dk1"/>
                </a:solidFill>
                <a:latin typeface="Calibri"/>
              </a:rPr>
              <a:t>.</a:t>
            </a:r>
            <a:endParaRPr b="0" lang="en-US" sz="1800" spc="-1" strike="noStrike">
              <a:solidFill>
                <a:schemeClr val="dk1"/>
              </a:solidFill>
              <a:latin typeface="Calibri"/>
            </a:endParaRPr>
          </a:p>
        </p:txBody>
      </p:sp>
      <p:sp>
        <p:nvSpPr>
          <p:cNvPr id="1" name="PlaceHolder 2"/>
          <p:cNvSpPr>
            <a:spLocks noGrp="1"/>
          </p:cNvSpPr>
          <p:nvPr>
            <p:ph type="body"/>
          </p:nvPr>
        </p:nvSpPr>
        <p:spPr>
          <a:xfrm>
            <a:off x="609480" y="1604520"/>
            <a:ext cx="109724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ko-KR" sz="3200" spc="-1" strike="noStrike">
                <a:solidFill>
                  <a:schemeClr val="dk1"/>
                </a:solidFill>
                <a:latin typeface="Calibri"/>
              </a:rPr>
              <a:t>개요 텍스트의 서식을 편집하려면 클릭하십시오</a:t>
            </a:r>
            <a:endParaRPr b="0" lang="en-US" sz="3200" spc="-1" strike="noStrike">
              <a:solidFill>
                <a:schemeClr val="dk1"/>
              </a:solidFill>
              <a:latin typeface="Calibri"/>
            </a:endParaRPr>
          </a:p>
          <a:p>
            <a:pPr lvl="1" marL="864000" indent="-324000">
              <a:spcBef>
                <a:spcPts val="1134"/>
              </a:spcBef>
              <a:buClr>
                <a:srgbClr val="000000"/>
              </a:buClr>
              <a:buSzPct val="75000"/>
              <a:buFont typeface="Symbol" charset="2"/>
              <a:buChar char=""/>
            </a:pPr>
            <a:r>
              <a:rPr b="0" lang="en-US" sz="2400" spc="-1" strike="noStrike">
                <a:solidFill>
                  <a:schemeClr val="dk1"/>
                </a:solidFill>
                <a:latin typeface="Calibri"/>
              </a:rPr>
              <a:t>2</a:t>
            </a:r>
            <a:r>
              <a:rPr b="0" lang="ko-KR" sz="2400" spc="-1" strike="noStrike">
                <a:solidFill>
                  <a:schemeClr val="dk1"/>
                </a:solidFill>
                <a:latin typeface="Calibri"/>
              </a:rPr>
              <a:t>번째 개요 수준</a:t>
            </a:r>
            <a:endParaRPr b="0" lang="en-US" sz="2400" spc="-1" strike="noStrike">
              <a:solidFill>
                <a:schemeClr val="dk1"/>
              </a:solidFill>
              <a:latin typeface="Calibri"/>
            </a:endParaRPr>
          </a:p>
          <a:p>
            <a:pPr lvl="2" marL="1296000" indent="-288000">
              <a:spcBef>
                <a:spcPts val="850"/>
              </a:spcBef>
              <a:buClr>
                <a:srgbClr val="000000"/>
              </a:buClr>
              <a:buSzPct val="45000"/>
              <a:buFont typeface="Wingdings" charset="2"/>
              <a:buChar char=""/>
            </a:pPr>
            <a:r>
              <a:rPr b="0" lang="en-US" sz="2000" spc="-1" strike="noStrike">
                <a:solidFill>
                  <a:schemeClr val="dk1"/>
                </a:solidFill>
                <a:latin typeface="Calibri"/>
              </a:rPr>
              <a:t>3</a:t>
            </a:r>
            <a:r>
              <a:rPr b="0" lang="ko-KR" sz="2000" spc="-1" strike="noStrike">
                <a:solidFill>
                  <a:schemeClr val="dk1"/>
                </a:solidFill>
                <a:latin typeface="Calibri"/>
              </a:rPr>
              <a:t>번째 개요 수준</a:t>
            </a:r>
            <a:endParaRPr b="0" lang="en-US" sz="2000" spc="-1" strike="noStrike">
              <a:solidFill>
                <a:schemeClr val="dk1"/>
              </a:solidFill>
              <a:latin typeface="Calibri"/>
            </a:endParaRPr>
          </a:p>
          <a:p>
            <a:pPr lvl="3" marL="1728000" indent="-216000">
              <a:spcBef>
                <a:spcPts val="567"/>
              </a:spcBef>
              <a:buClr>
                <a:srgbClr val="000000"/>
              </a:buClr>
              <a:buSzPct val="75000"/>
              <a:buFont typeface="Symbol" charset="2"/>
              <a:buChar char=""/>
            </a:pPr>
            <a:r>
              <a:rPr b="0" lang="en-US" sz="2000" spc="-1" strike="noStrike">
                <a:solidFill>
                  <a:schemeClr val="dk1"/>
                </a:solidFill>
                <a:latin typeface="Calibri"/>
              </a:rPr>
              <a:t>4</a:t>
            </a:r>
            <a:r>
              <a:rPr b="0" lang="ko-KR" sz="2000" spc="-1" strike="noStrike">
                <a:solidFill>
                  <a:schemeClr val="dk1"/>
                </a:solidFill>
                <a:latin typeface="Calibri"/>
              </a:rPr>
              <a:t>번째 개요 수준</a:t>
            </a:r>
            <a:endParaRPr b="0" lang="en-US" sz="2000" spc="-1" strike="noStrike">
              <a:solidFill>
                <a:schemeClr val="dk1"/>
              </a:solidFill>
              <a:latin typeface="Calibri"/>
            </a:endParaRPr>
          </a:p>
          <a:p>
            <a:pPr lvl="4" marL="2160000" indent="-216000">
              <a:spcBef>
                <a:spcPts val="283"/>
              </a:spcBef>
              <a:buClr>
                <a:srgbClr val="000000"/>
              </a:buClr>
              <a:buSzPct val="45000"/>
              <a:buFont typeface="Wingdings" charset="2"/>
              <a:buChar char=""/>
            </a:pPr>
            <a:r>
              <a:rPr b="0" lang="en-US" sz="2000" spc="-1" strike="noStrike">
                <a:solidFill>
                  <a:schemeClr val="dk1"/>
                </a:solidFill>
                <a:latin typeface="Calibri"/>
              </a:rPr>
              <a:t>5</a:t>
            </a:r>
            <a:r>
              <a:rPr b="0" lang="ko-KR" sz="2000" spc="-1" strike="noStrike">
                <a:solidFill>
                  <a:schemeClr val="dk1"/>
                </a:solidFill>
                <a:latin typeface="Calibri"/>
              </a:rPr>
              <a:t>번째 개요 수준</a:t>
            </a:r>
            <a:endParaRPr b="0" lang="en-US" sz="2000" spc="-1" strike="noStrike">
              <a:solidFill>
                <a:schemeClr val="dk1"/>
              </a:solidFill>
              <a:latin typeface="Calibri"/>
            </a:endParaRPr>
          </a:p>
          <a:p>
            <a:pPr lvl="5" marL="2592000" indent="-216000">
              <a:spcBef>
                <a:spcPts val="283"/>
              </a:spcBef>
              <a:buClr>
                <a:srgbClr val="000000"/>
              </a:buClr>
              <a:buSzPct val="45000"/>
              <a:buFont typeface="Wingdings" charset="2"/>
              <a:buChar char=""/>
            </a:pPr>
            <a:r>
              <a:rPr b="0" lang="en-US" sz="2000" spc="-1" strike="noStrike">
                <a:solidFill>
                  <a:schemeClr val="dk1"/>
                </a:solidFill>
                <a:latin typeface="Calibri"/>
              </a:rPr>
              <a:t>6</a:t>
            </a:r>
            <a:r>
              <a:rPr b="0" lang="ko-KR" sz="2000" spc="-1" strike="noStrike">
                <a:solidFill>
                  <a:schemeClr val="dk1"/>
                </a:solidFill>
                <a:latin typeface="Calibri"/>
              </a:rPr>
              <a:t>번째 개요 수준</a:t>
            </a:r>
            <a:endParaRPr b="0" lang="en-US" sz="2000" spc="-1" strike="noStrike">
              <a:solidFill>
                <a:schemeClr val="dk1"/>
              </a:solidFill>
              <a:latin typeface="Calibri"/>
            </a:endParaRPr>
          </a:p>
          <a:p>
            <a:pPr lvl="6" marL="3024000" indent="-216000">
              <a:spcBef>
                <a:spcPts val="283"/>
              </a:spcBef>
              <a:buClr>
                <a:srgbClr val="000000"/>
              </a:buClr>
              <a:buSzPct val="45000"/>
              <a:buFont typeface="Wingdings" charset="2"/>
              <a:buChar char=""/>
            </a:pPr>
            <a:r>
              <a:rPr b="0" lang="en-US" sz="2000" spc="-1" strike="noStrike">
                <a:solidFill>
                  <a:schemeClr val="dk1"/>
                </a:solidFill>
                <a:latin typeface="Calibri"/>
              </a:rPr>
              <a:t>7</a:t>
            </a:r>
            <a:r>
              <a:rPr b="0" lang="ko-KR" sz="2000" spc="-1" strike="noStrike">
                <a:solidFill>
                  <a:schemeClr val="dk1"/>
                </a:solidFill>
                <a:latin typeface="Calibri"/>
              </a:rPr>
              <a:t>번째 개요 수준</a:t>
            </a:r>
            <a:endParaRPr b="0" lang="en-US" sz="2000" spc="-1" strike="noStrike">
              <a:solidFill>
                <a:schemeClr val="dk1"/>
              </a:solidFill>
              <a:latin typeface="Calibri"/>
            </a:endParaRPr>
          </a:p>
        </p:txBody>
      </p:sp>
    </p:spTree>
  </p:cSld>
  <p:clrMap bg1="lt1" bg2="lt2" tx1="dk1" tx2="dk2" accent1="accent1" accent2="accent2" accent3="accent3" accent4="accent4" accent5="accent5" accent6="accent6" hlink="hlink" folHlink="folHlink"/>
  <p:sldLayoutIdLst>
    <p:sldLayoutId id="2147483649" r:id="rId2"/>
  </p:sldLayoutIdLst>
</p:sldMaster>
</file>

<file path=ppt/slides/_rels/slide1.xml.rels><?xml version='1.0' encoding='UTF-8' standalone='yes'?>
<Relationships xmlns="http://schemas.openxmlformats.org/package/2006/relationships"><Relationship Id="rId1" Type="http://schemas.openxmlformats.org/officeDocument/2006/relationships/image" Target="../media/image1.jpeg"/><Relationship Id="rId3" Type="http://schemas.openxmlformats.org/officeDocument/2006/relationships/notesSlide" Target="../notesSlides/notesSlide1.xml"/><Relationship Id="rId4"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3.xml.rels><?xml version='1.0' encoding='UTF-8' standalone='yes'?>
<Relationships xmlns="http://schemas.openxmlformats.org/package/2006/relationships"><Relationship Id="rId1" Type="http://schemas.openxmlformats.org/officeDocument/2006/relationships/image" Target="../media/image1.jpeg"/><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6" Type="http://schemas.openxmlformats.org/officeDocument/2006/relationships/notesSlide" Target="../notesSlides/notesSlide2.xml"/><Relationship Id="rId7"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chart" Target="../charts/chart1.xml"/><Relationship Id="rId3" Type="http://schemas.openxmlformats.org/officeDocument/2006/relationships/notesSlide" Target="../notesSlides/notesSlide5.xml"/><Relationship Id="rId4"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image" Target="../media/image5.png"/><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image" Target="../media/image8.png"/><Relationship Id="rId6" Type="http://schemas.openxmlformats.org/officeDocument/2006/relationships/notesSlide" Target="../notesSlides/notesSlide3.xml"/><Relationship Id="rId7"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image" Target="../media/image9.jpeg"/><Relationship Id="rId2" Type="http://schemas.openxmlformats.org/officeDocument/2006/relationships/image" Target="../media/image10.jpeg"/><Relationship Id="rId4" Type="http://schemas.openxmlformats.org/officeDocument/2006/relationships/notesSlide" Target="../notesSlides/notesSlide4.xml"/><Relationship Id="rId5"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5" Type="http://schemas.openxmlformats.org/officeDocument/2006/relationships/notesSlide" Target="../notesSlides/notesSlide6.xml"/><Relationship Id="rId6"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4.png"/><Relationship Id="rId3" Type="http://schemas.openxmlformats.org/officeDocument/2006/relationships/image" Target="../media/image15.png"/><Relationship Id="rId4" Type="http://schemas.openxmlformats.org/officeDocument/2006/relationships/image" Target="../media/image12.png"/><Relationship Id="rId5" Type="http://schemas.openxmlformats.org/officeDocument/2006/relationships/image" Target="../media/image16.png"/><Relationship Id="rId7" Type="http://schemas.openxmlformats.org/officeDocument/2006/relationships/notesSlide" Target="../notesSlides/notesSlide8.xml"/><Relationship Id="rId8"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image" Target="../media/image17.png"/><Relationship Id="rId2" Type="http://schemas.openxmlformats.org/officeDocument/2006/relationships/image" Target="../media/image18.png"/><Relationship Id="rId4" Type="http://schemas.openxmlformats.org/officeDocument/2006/relationships/notesSlide" Target="../notesSlides/notesSlide7.xml"/><Relationship Id="rId5"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3"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3"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14.xml.rels><?xml version='1.0' encoding='UTF-8' standalone='yes'?>
<Relationships xmlns="http://schemas.openxmlformats.org/package/2006/relationships"><Relationship Id="rId1" Type="http://schemas.openxmlformats.org/officeDocument/2006/relationships/image" Target="../media/patch_12_image-3-1.png"/><Relationship Id="rId2" Type="http://schemas.openxmlformats.org/officeDocument/2006/relationships/image" Target="../media/patch_12_image-3-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5.xml.rels><?xml version='1.0' encoding='UTF-8' standalone='yes'?>
<Relationships xmlns="http://schemas.openxmlformats.org/package/2006/relationships"><Relationship Id="rId1" Type="http://schemas.openxmlformats.org/officeDocument/2006/relationships/image" Target="../media/image19.jpeg"/><Relationship Id="rId3" Type="http://schemas.openxmlformats.org/officeDocument/2006/relationships/notesSlide" Target="../notesSlides/notesSlide13.xml"/><Relationship Id="rId4"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4.xml"/><Relationship Id="rId3"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image" Target="../media/patch_19_image-2-1.png"/><Relationship Id="rId2" Type="http://schemas.openxmlformats.org/officeDocument/2006/relationships/image" Target="../media/patch_19_image-2-2.png"/><Relationship Id="rId3" Type="http://schemas.openxmlformats.org/officeDocument/2006/relationships/image" Target="../media/patch_19_image-2-3.png"/><Relationship Id="rId4" Type="http://schemas.openxmlformats.org/officeDocument/2006/relationships/image" Target="../media/patch_19_image-2-4.png"/><Relationship Id="rId5" Type="http://schemas.openxmlformats.org/officeDocument/2006/relationships/image" Target="../media/patch_19_image-2-5.png"/><Relationship Id="rId6" Type="http://schemas.openxmlformats.org/officeDocument/2006/relationships/image" Target="../media/patch_19_image-2-6.png"/><Relationship Id="rId8" Type="http://schemas.openxmlformats.org/officeDocument/2006/relationships/notesSlide" Target="../notesSlides/notesSlide15.xml"/><Relationship Id="rId9"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6.xml"/><Relationship Id="rId3"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image" Target="../media/patch_21_image-4-1.png"/><Relationship Id="rId2" Type="http://schemas.openxmlformats.org/officeDocument/2006/relationships/image" Target="../media/patch_21_image-4-2.png"/><Relationship Id="rId3" Type="http://schemas.openxmlformats.org/officeDocument/2006/relationships/image" Target="../media/patch_21_image-4-3.png"/><Relationship Id="rId5" Type="http://schemas.openxmlformats.org/officeDocument/2006/relationships/notesSlide" Target="../notesSlides/notesSlide17.xml"/><Relationship Id="rId6"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8.xml"/><Relationship Id="rId3"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9.xml"/><Relationship Id="rId3"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0.xml"/><Relationship Id="rId3"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image" Target="../media/image30.jpeg"/><Relationship Id="rId2" Type="http://schemas.openxmlformats.org/officeDocument/2006/relationships/image" Target="../media/image31.jpeg"/><Relationship Id="rId3" Type="http://schemas.openxmlformats.org/officeDocument/2006/relationships/image" Target="../media/image32.jpeg"/><Relationship Id="rId4" Type="http://schemas.openxmlformats.org/officeDocument/2006/relationships/image" Target="../media/image33.jpeg"/><Relationship Id="rId5" Type="http://schemas.openxmlformats.org/officeDocument/2006/relationships/image" Target="../media/image34.jpeg"/><Relationship Id="rId7" Type="http://schemas.openxmlformats.org/officeDocument/2006/relationships/notesSlide" Target="../notesSlides/notesSlide21.xml"/><Relationship Id="rId8"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image" Target="../media/image9.jpeg"/><Relationship Id="rId2" Type="http://schemas.openxmlformats.org/officeDocument/2006/relationships/image" Target="../media/image10.jpeg"/><Relationship Id="rId4" Type="http://schemas.openxmlformats.org/officeDocument/2006/relationships/notesSlide" Target="../notesSlides/notesSlide22.xml"/><Relationship Id="rId5" Type="http://schemas.openxmlformats.org/officeDocument/2006/relationships/slideLayout" Target="../slideLayouts/slideLayout1.xml"/></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E3B2F"/>
        </a:solidFill>
      </p:bgPr>
    </p:bg>
    <p:spTree>
      <p:nvGrpSpPr>
        <p:cNvPr id="1" name=""/>
        <p:cNvGrpSpPr/>
        <p:nvPr/>
      </p:nvGrpSpPr>
      <p:grpSpPr>
        <a:xfrm>
          <a:off x="0" y="0"/>
          <a:ext cx="0" cy="0"/>
          <a:chOff x="0" y="0"/>
          <a:chExt cx="0" cy="0"/>
        </a:xfrm>
      </p:grpSpPr>
      <p:sp>
        <p:nvSpPr>
          <p:cNvPr id="8" name="Text 0"/>
          <p:cNvSpPr/>
          <p:nvPr/>
        </p:nvSpPr>
        <p:spPr>
          <a:xfrm>
            <a:off x="640080" y="731520"/>
            <a:ext cx="5668645" cy="365125"/>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1" lang="en-US" sz="1400" spc="199" strike="noStrike">
                <a:solidFill>
                  <a:srgbClr val="d9a441"/>
                </a:solidFill>
                <a:latin typeface="Malgun Gothic"/>
                <a:ea typeface="Malgun Gothic"/>
              </a:rPr>
              <a:t>MOTIVE  ·  </a:t>
            </a:r>
            <a:r>
              <a:rPr b="1" lang="ko-KR" sz="1400" spc="199" strike="noStrike">
                <a:solidFill>
                  <a:srgbClr val="d9a441"/>
                </a:solidFill>
                <a:latin typeface="Malgun Gothic"/>
                <a:ea typeface="Malgun Gothic"/>
              </a:rPr>
              <a:t>공공데이터 기반 운동 장소 추천 서비스</a:t>
            </a:r>
            <a:endParaRPr b="0" lang="en-US" sz="1400" spc="-1" strike="noStrike">
              <a:solidFill>
                <a:srgbClr val="ffffff"/>
              </a:solidFill>
              <a:latin typeface="Noto Sans KR"/>
            </a:endParaRPr>
          </a:p>
        </p:txBody>
      </p:sp>
      <p:sp>
        <p:nvSpPr>
          <p:cNvPr id="9" name="Text 1"/>
          <p:cNvSpPr/>
          <p:nvPr/>
        </p:nvSpPr>
        <p:spPr>
          <a:xfrm>
            <a:off x="640080" y="1188720"/>
            <a:ext cx="5668645" cy="1325245"/>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1" lang="ko-KR" sz="8000" spc="-1" strike="noStrike">
                <a:solidFill>
                  <a:srgbClr val="f7f1e6"/>
                </a:solidFill>
                <a:latin typeface="Malgun Gothic"/>
                <a:ea typeface="Malgun Gothic"/>
              </a:rPr>
              <a:t>우심운까</a:t>
            </a:r>
            <a:endParaRPr b="0" lang="en-US" sz="8000" spc="-1" strike="noStrike">
              <a:solidFill>
                <a:srgbClr val="ffffff"/>
              </a:solidFill>
              <a:latin typeface="Noto Sans KR"/>
            </a:endParaRPr>
          </a:p>
        </p:txBody>
      </p:sp>
      <p:sp>
        <p:nvSpPr>
          <p:cNvPr id="10" name="Text 2"/>
          <p:cNvSpPr/>
          <p:nvPr/>
        </p:nvSpPr>
        <p:spPr>
          <a:xfrm>
            <a:off x="640080" y="2514600"/>
            <a:ext cx="5668645" cy="502285"/>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1" lang="ko-KR" sz="2400" spc="-1" strike="noStrike">
                <a:solidFill>
                  <a:srgbClr val="f2b8a2"/>
                </a:solidFill>
                <a:latin typeface="Malgun Gothic"/>
                <a:ea typeface="Malgun Gothic"/>
              </a:rPr>
              <a:t>우리 심심한데 운동이나 할까</a:t>
            </a:r>
            <a:r>
              <a:rPr b="1" lang="en-US" sz="2400" spc="-1" strike="noStrike">
                <a:solidFill>
                  <a:srgbClr val="f2b8a2"/>
                </a:solidFill>
                <a:latin typeface="Malgun Gothic"/>
                <a:ea typeface="Malgun Gothic"/>
              </a:rPr>
              <a:t>?</a:t>
            </a:r>
            <a:endParaRPr b="0" lang="en-US" sz="2400" spc="-1" strike="noStrike">
              <a:solidFill>
                <a:srgbClr val="ffffff"/>
              </a:solidFill>
              <a:latin typeface="Noto Sans KR"/>
            </a:endParaRPr>
          </a:p>
        </p:txBody>
      </p:sp>
      <p:sp>
        <p:nvSpPr>
          <p:cNvPr id="11" name="Text 3"/>
          <p:cNvSpPr/>
          <p:nvPr/>
        </p:nvSpPr>
        <p:spPr>
          <a:xfrm>
            <a:off x="640080" y="3429000"/>
            <a:ext cx="5668645" cy="1096645"/>
          </a:xfrm>
          <a:prstGeom prst="rect">
            <a:avLst/>
          </a:prstGeom>
          <a:noFill/>
          <a:ln w="0">
            <a:noFill/>
          </a:ln>
        </p:spPr>
        <p:style>
          <a:lnRef idx="0"/>
          <a:fillRef idx="0"/>
          <a:effectRef idx="0"/>
          <a:fontRef idx="minor"/>
        </p:style>
        <p:txBody>
          <a:bodyPr lIns="0" rIns="0" tIns="0" bIns="0" anchor="t">
            <a:noAutofit/>
          </a:bodyPr>
          <a:p>
            <a:pPr defTabSz="914400">
              <a:lnSpc>
                <a:spcPct val="115000"/>
              </a:lnSpc>
              <a:tabLst>
                <a:tab algn="l" pos="0"/>
              </a:tabLst>
            </a:pPr>
            <a:r>
              <a:rPr b="1" lang="ko-KR" sz="2600" spc="-1" strike="noStrike">
                <a:solidFill>
                  <a:srgbClr val="f7f1e6"/>
                </a:solidFill>
                <a:latin typeface="Malgun Gothic"/>
                <a:ea typeface="Malgun Gothic"/>
              </a:rPr>
              <a:t>다시 찾아가고 싶던 나만의 공간을</a:t>
            </a:r>
            <a:r>
              <a:rPr b="1" lang="en-US" sz="2600" spc="-1" strike="noStrike">
                <a:solidFill>
                  <a:srgbClr val="f7f1e6"/>
                </a:solidFill>
                <a:latin typeface="Malgun Gothic"/>
                <a:ea typeface="Malgun Gothic"/>
              </a:rPr>
              <a:t>,</a:t>
            </a:r>
            <a:endParaRPr b="0" lang="en-US" sz="2600" spc="-1" strike="noStrike">
              <a:solidFill>
                <a:srgbClr val="ffffff"/>
              </a:solidFill>
              <a:latin typeface="Noto Sans KR"/>
            </a:endParaRPr>
          </a:p>
          <a:p>
            <a:pPr defTabSz="914400">
              <a:lnSpc>
                <a:spcPct val="115000"/>
              </a:lnSpc>
              <a:tabLst>
                <a:tab algn="l" pos="0"/>
              </a:tabLst>
            </a:pPr>
            <a:r>
              <a:rPr b="1" lang="ko-KR" sz="2600" spc="-1" strike="noStrike">
                <a:solidFill>
                  <a:srgbClr val="d9a441"/>
                </a:solidFill>
                <a:latin typeface="Malgun Gothic"/>
                <a:ea typeface="Malgun Gothic"/>
              </a:rPr>
              <a:t>다시 운동하고 싶은 공간으로</a:t>
            </a:r>
            <a:endParaRPr b="0" lang="en-US" sz="2600" spc="-1" strike="noStrike">
              <a:solidFill>
                <a:srgbClr val="ffffff"/>
              </a:solidFill>
              <a:latin typeface="Noto Sans KR"/>
            </a:endParaRPr>
          </a:p>
        </p:txBody>
      </p:sp>
      <p:sp>
        <p:nvSpPr>
          <p:cNvPr id="12" name="Text 4"/>
          <p:cNvSpPr/>
          <p:nvPr/>
        </p:nvSpPr>
        <p:spPr>
          <a:xfrm>
            <a:off x="640080" y="5715000"/>
            <a:ext cx="5668645" cy="319405"/>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1" lang="ko-KR" sz="1400" spc="-1" strike="noStrike">
                <a:solidFill>
                  <a:srgbClr val="b9cfc2"/>
                </a:solidFill>
                <a:latin typeface="Malgun Gothic"/>
                <a:ea typeface="Malgun Gothic"/>
              </a:rPr>
              <a:t>팀 </a:t>
            </a:r>
            <a:r>
              <a:rPr b="1" lang="en-US" sz="1400" spc="-1" strike="noStrike">
                <a:solidFill>
                  <a:srgbClr val="b9cfc2"/>
                </a:solidFill>
                <a:latin typeface="Malgun Gothic"/>
                <a:ea typeface="Malgun Gothic"/>
              </a:rPr>
              <a:t>MOTIVE   </a:t>
            </a:r>
            <a:r>
              <a:rPr b="1" lang="ko-KR" sz="1400" spc="-1" strike="noStrike">
                <a:solidFill>
                  <a:srgbClr val="b9cfc2"/>
                </a:solidFill>
                <a:latin typeface="Malgun Gothic"/>
                <a:ea typeface="Malgun Gothic"/>
              </a:rPr>
              <a:t>신경호 </a:t>
            </a:r>
            <a:r>
              <a:rPr b="1" lang="en-US" sz="1400" spc="-1" strike="noStrike">
                <a:solidFill>
                  <a:srgbClr val="b9cfc2"/>
                </a:solidFill>
                <a:latin typeface="Malgun Gothic"/>
                <a:ea typeface="Malgun Gothic"/>
              </a:rPr>
              <a:t>· </a:t>
            </a:r>
            <a:r>
              <a:rPr b="1" lang="ko-KR" sz="1400" spc="-1" strike="noStrike">
                <a:solidFill>
                  <a:srgbClr val="b9cfc2"/>
                </a:solidFill>
                <a:latin typeface="Malgun Gothic"/>
                <a:ea typeface="Malgun Gothic"/>
              </a:rPr>
              <a:t>류지예 </a:t>
            </a:r>
            <a:r>
              <a:rPr b="1" lang="en-US" sz="1400" spc="-1" strike="noStrike">
                <a:solidFill>
                  <a:srgbClr val="b9cfc2"/>
                </a:solidFill>
                <a:latin typeface="Malgun Gothic"/>
                <a:ea typeface="Malgun Gothic"/>
              </a:rPr>
              <a:t>· </a:t>
            </a:r>
            <a:r>
              <a:rPr b="1" lang="ko-KR" sz="1400" spc="-1" strike="noStrike">
                <a:solidFill>
                  <a:srgbClr val="b9cfc2"/>
                </a:solidFill>
                <a:latin typeface="Malgun Gothic"/>
                <a:ea typeface="Malgun Gothic"/>
              </a:rPr>
              <a:t>백선영 </a:t>
            </a:r>
            <a:r>
              <a:rPr b="1" lang="en-US" sz="1400" spc="-1" strike="noStrike">
                <a:solidFill>
                  <a:srgbClr val="b9cfc2"/>
                </a:solidFill>
                <a:latin typeface="Malgun Gothic"/>
                <a:ea typeface="Malgun Gothic"/>
              </a:rPr>
              <a:t>· </a:t>
            </a:r>
            <a:r>
              <a:rPr b="1" lang="ko-KR" sz="1400" spc="-1" strike="noStrike">
                <a:solidFill>
                  <a:srgbClr val="b9cfc2"/>
                </a:solidFill>
                <a:latin typeface="Malgun Gothic"/>
                <a:ea typeface="Malgun Gothic"/>
              </a:rPr>
              <a:t>김형준</a:t>
            </a:r>
            <a:endParaRPr b="0" lang="en-US" sz="1400" spc="-1" strike="noStrike">
              <a:solidFill>
                <a:srgbClr val="ffffff"/>
              </a:solidFill>
              <a:latin typeface="Noto Sans KR"/>
            </a:endParaRPr>
          </a:p>
        </p:txBody>
      </p:sp>
      <p:sp>
        <p:nvSpPr>
          <p:cNvPr id="13" name="Shape 5"/>
          <p:cNvSpPr/>
          <p:nvPr/>
        </p:nvSpPr>
        <p:spPr>
          <a:xfrm>
            <a:off x="6428105" y="960120"/>
            <a:ext cx="5293995" cy="3286760"/>
          </a:xfrm>
          <a:prstGeom prst="roundRect">
            <a:avLst>
              <a:gd name="adj" fmla="val 3895"/>
            </a:avLst>
          </a:prstGeom>
          <a:solidFill>
            <a:srgbClr val="fffcf6"/>
          </a:solidFill>
          <a:ln w="12700">
            <a:solidFill>
              <a:srgbClr val="d8cbb2"/>
            </a:solidFill>
            <a:round/>
          </a:ln>
          <a:effectLst>
            <a:outerShdw algn="bl" blurRad="101520" dir="5400000" dist="25560" kx="0" ky="0" rotWithShape="0" sx="100000" sy="100000">
              <a:srgbClr val="8a7a5c">
                <a:alpha val="18000"/>
              </a:srgbClr>
            </a:outerShdw>
          </a:effectLst>
        </p:spPr>
        <p:style>
          <a:lnRef idx="0"/>
          <a:fillRef idx="0"/>
          <a:effectRef idx="0"/>
          <a:fontRef idx="minor"/>
        </p:style>
        <p:txBody>
          <a:bodyPr lIns="90000" rIns="90000" tIns="45000" bIns="45000" anchor="t">
            <a:noAutofit/>
          </a:bodyPr>
          <a:p>
            <a:endParaRPr b="0" lang="en-US" sz="1800" spc="-1" strike="noStrike">
              <a:solidFill>
                <a:srgbClr val="000000"/>
              </a:solidFill>
              <a:latin typeface="Noto Sans KR"/>
            </a:endParaRPr>
          </a:p>
        </p:txBody>
      </p:sp>
      <p:sp>
        <p:nvSpPr>
          <p:cNvPr id="14" name="Shape 6"/>
          <p:cNvSpPr/>
          <p:nvPr/>
        </p:nvSpPr>
        <p:spPr>
          <a:xfrm>
            <a:off x="6556375" y="1078865"/>
            <a:ext cx="109220" cy="109220"/>
          </a:xfrm>
          <a:prstGeom prst="ellipse">
            <a:avLst/>
          </a:prstGeom>
          <a:solidFill>
            <a:srgbClr val="b5654a"/>
          </a:solidFill>
          <a:ln w="12700">
            <a:solidFill>
              <a:srgbClr val="b5654a"/>
            </a:solidFill>
            <a:round/>
          </a:ln>
        </p:spPr>
        <p:style>
          <a:lnRef idx="0"/>
          <a:fillRef idx="0"/>
          <a:effectRef idx="0"/>
          <a:fontRef idx="minor"/>
        </p:style>
        <p:txBody>
          <a:bodyPr lIns="90000" rIns="90000" tIns="32760" bIns="32760" anchor="t">
            <a:noAutofit/>
          </a:bodyPr>
          <a:p>
            <a:endParaRPr b="0" lang="en-US" sz="1800" spc="-1" strike="noStrike">
              <a:solidFill>
                <a:srgbClr val="000000"/>
              </a:solidFill>
              <a:latin typeface="Noto Sans KR"/>
            </a:endParaRPr>
          </a:p>
        </p:txBody>
      </p:sp>
      <p:sp>
        <p:nvSpPr>
          <p:cNvPr id="15" name="Shape 7"/>
          <p:cNvSpPr/>
          <p:nvPr/>
        </p:nvSpPr>
        <p:spPr>
          <a:xfrm>
            <a:off x="6720840" y="1078865"/>
            <a:ext cx="109220" cy="109220"/>
          </a:xfrm>
          <a:prstGeom prst="ellipse">
            <a:avLst/>
          </a:prstGeom>
          <a:solidFill>
            <a:srgbClr val="d9a441"/>
          </a:solidFill>
          <a:ln w="12700">
            <a:solidFill>
              <a:srgbClr val="d9a441"/>
            </a:solidFill>
            <a:round/>
          </a:ln>
        </p:spPr>
        <p:style>
          <a:lnRef idx="0"/>
          <a:fillRef idx="0"/>
          <a:effectRef idx="0"/>
          <a:fontRef idx="minor"/>
        </p:style>
        <p:txBody>
          <a:bodyPr lIns="90000" rIns="90000" tIns="32760" bIns="32760" anchor="t">
            <a:noAutofit/>
          </a:bodyPr>
          <a:p>
            <a:endParaRPr b="0" lang="en-US" sz="1800" spc="-1" strike="noStrike">
              <a:solidFill>
                <a:srgbClr val="000000"/>
              </a:solidFill>
              <a:latin typeface="Noto Sans KR"/>
            </a:endParaRPr>
          </a:p>
        </p:txBody>
      </p:sp>
      <p:sp>
        <p:nvSpPr>
          <p:cNvPr id="16" name="Shape 8"/>
          <p:cNvSpPr/>
          <p:nvPr/>
        </p:nvSpPr>
        <p:spPr>
          <a:xfrm>
            <a:off x="6885305" y="1078865"/>
            <a:ext cx="109220" cy="109220"/>
          </a:xfrm>
          <a:prstGeom prst="ellipse">
            <a:avLst/>
          </a:prstGeom>
          <a:solidFill>
            <a:srgbClr val="2e5a46"/>
          </a:solidFill>
          <a:ln w="12700">
            <a:solidFill>
              <a:srgbClr val="2e5a46"/>
            </a:solidFill>
            <a:round/>
          </a:ln>
        </p:spPr>
        <p:style>
          <a:lnRef idx="0"/>
          <a:fillRef idx="0"/>
          <a:effectRef idx="0"/>
          <a:fontRef idx="minor"/>
        </p:style>
        <p:txBody>
          <a:bodyPr lIns="90000" rIns="90000" tIns="32760" bIns="32760" anchor="t">
            <a:noAutofit/>
          </a:bodyPr>
          <a:p>
            <a:endParaRPr b="0" lang="en-US" sz="1800" spc="-1" strike="noStrike">
              <a:solidFill>
                <a:srgbClr val="000000"/>
              </a:solidFill>
              <a:latin typeface="Noto Sans KR"/>
            </a:endParaRPr>
          </a:p>
        </p:txBody>
      </p:sp>
      <p:sp>
        <p:nvSpPr>
          <p:cNvPr id="17" name="Text 9"/>
          <p:cNvSpPr/>
          <p:nvPr/>
        </p:nvSpPr>
        <p:spPr>
          <a:xfrm>
            <a:off x="7105015" y="1014730"/>
            <a:ext cx="4434205" cy="23749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100" spc="199" strike="noStrike">
                <a:solidFill>
                  <a:srgbClr val="5e5b52"/>
                </a:solidFill>
                <a:latin typeface="Malgun Gothic"/>
                <a:ea typeface="Malgun Gothic"/>
              </a:rPr>
              <a:t>MY MOVE HOME · </a:t>
            </a:r>
            <a:r>
              <a:rPr b="1" lang="ko-KR" sz="1100" spc="199" strike="noStrike">
                <a:solidFill>
                  <a:srgbClr val="5e5b52"/>
                </a:solidFill>
                <a:latin typeface="Malgun Gothic"/>
                <a:ea typeface="Malgun Gothic"/>
              </a:rPr>
              <a:t>우심이의 작은 방</a:t>
            </a:r>
            <a:endParaRPr b="0" lang="en-US" sz="1100" spc="-1" strike="noStrike">
              <a:solidFill>
                <a:srgbClr val="ffffff"/>
              </a:solidFill>
              <a:latin typeface="Noto Sans KR"/>
            </a:endParaRPr>
          </a:p>
        </p:txBody>
      </p:sp>
      <p:pic>
        <p:nvPicPr>
          <p:cNvPr id="18" name="Image 0"/>
          <p:cNvPicPr/>
          <p:nvPr/>
        </p:nvPicPr>
        <p:blipFill>
          <a:blip r:embed="rId1"/>
          <a:stretch/>
        </p:blipFill>
        <p:spPr>
          <a:xfrm>
            <a:off x="6537960" y="1417320"/>
            <a:ext cx="5074285" cy="2719705"/>
          </a:xfrm>
          <a:prstGeom prst="rect">
            <a:avLst/>
          </a:prstGeom>
          <a:ln w="0">
            <a:noFill/>
          </a:ln>
        </p:spPr>
      </p:pic>
      <p:sp>
        <p:nvSpPr>
          <p:cNvPr id="19" name="Shape 10"/>
          <p:cNvSpPr/>
          <p:nvPr/>
        </p:nvSpPr>
        <p:spPr>
          <a:xfrm>
            <a:off x="9098280" y="4754880"/>
            <a:ext cx="2513965" cy="420370"/>
          </a:xfrm>
          <a:prstGeom prst="roundRect">
            <a:avLst>
              <a:gd name="adj" fmla="val 50000"/>
            </a:avLst>
          </a:prstGeom>
          <a:solidFill>
            <a:srgbClr val="b5654a"/>
          </a:solidFill>
          <a:ln w="12700">
            <a:solidFill>
              <a:srgbClr val="b5654a"/>
            </a:solidFill>
            <a:round/>
          </a:ln>
        </p:spPr>
        <p:style>
          <a:lnRef idx="0"/>
          <a:fillRef idx="0"/>
          <a:effectRef idx="0"/>
          <a:fontRef idx="minor"/>
        </p:style>
        <p:txBody>
          <a:bodyPr lIns="90000" rIns="90000" tIns="45000" bIns="45000" anchor="t">
            <a:noAutofit/>
          </a:bodyPr>
          <a:p>
            <a:endParaRPr b="0" lang="en-US" sz="1800" spc="-1" strike="noStrike">
              <a:solidFill>
                <a:srgbClr val="000000"/>
              </a:solidFill>
              <a:latin typeface="Noto Sans KR"/>
            </a:endParaRPr>
          </a:p>
        </p:txBody>
      </p:sp>
      <p:sp>
        <p:nvSpPr>
          <p:cNvPr id="20" name="Text 11"/>
          <p:cNvSpPr/>
          <p:nvPr/>
        </p:nvSpPr>
        <p:spPr>
          <a:xfrm>
            <a:off x="9098280" y="4754880"/>
            <a:ext cx="2513965" cy="42037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400" spc="-1" strike="noStrike">
                <a:solidFill>
                  <a:srgbClr val="ffffff"/>
                </a:solidFill>
                <a:latin typeface="Malgun Gothic"/>
                <a:ea typeface="Malgun Gothic"/>
              </a:rPr>
              <a:t>TODAY 12  |  TOTAL 321</a:t>
            </a:r>
            <a:endParaRPr b="0" lang="en-US" sz="1400" spc="-1" strike="noStrike">
              <a:solidFill>
                <a:srgbClr val="ffffff"/>
              </a:solidFill>
              <a:latin typeface="Noto Sans KR"/>
            </a:endParaRPr>
          </a:p>
        </p:txBody>
      </p:sp>
    </p:spTree>
  </p:cSld>
  <mc:AlternateContent xmlns:mc="http://schemas.openxmlformats.org/markup-compatibility/2006">
    <mc:Choice xmlns:p14="http://schemas.microsoft.com/office/powerpoint/2010/main" Requires="p14">
      <p:transition spd="slow" p14:dur="2000"/>
    </mc:Choice>
    <mc:Fallback>
      <p:transition spd="slow"/>
    </mc:Fallback>
  </mc:AlternateContent>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1">
    <p:bg>
      <p:bgPr>
        <a:solidFill>
          <a:srgbClr val="F7F1E6"/>
        </a:solidFill>
      </p:bgPr>
    </p:bg>
    <p:spTree>
      <p:nvGrpSpPr>
        <p:cNvPr id="1" name=""/>
        <p:cNvGrpSpPr/>
        <p:nvPr/>
      </p:nvGrpSpPr>
      <p:grpSpPr>
        <a:xfrm>
          <a:off x="0" y="0"/>
          <a:ext cx="0" cy="0"/>
          <a:chOff x="0" y="0"/>
          <a:chExt cx="0" cy="0"/>
        </a:xfrm>
      </p:grpSpPr>
      <p:sp>
        <p:nvSpPr>
          <p:cNvPr id="2" name="Text 0"/>
          <p:cNvSpPr txBox="1"/>
          <p:nvPr/>
        </p:nvSpPr>
        <p:spPr>
          <a:xfrm>
            <a:off x="548640" y="384048"/>
            <a:ext cx="5486400" cy="384048"/>
          </a:xfrm>
          <a:prstGeom prst="rect">
            <a:avLst/>
          </a:prstGeom>
          <a:noFill/>
          <a:ln/>
        </p:spPr>
        <p:txBody>
          <a:bodyPr wrap="square" lIns="0" tIns="0" rIns="0" bIns="0" rtlCol="0" anchor="ctr"/>
          <a:lstStyle/>
          <a:p>
            <a:pPr indent="0" marL="0">
              <a:buNone/>
            </a:pPr>
            <a:r>
              <a:rPr lang="en-US" sz="1400" b="1" spc="200" kern="0" dirty="0">
                <a:solidFill>
                  <a:srgbClr val="B5654A"/>
                </a:solidFill>
                <a:latin typeface="Malgun Gothic" pitchFamily="34" charset="0"/>
                <a:ea typeface="Malgun Gothic" pitchFamily="34" charset="-122"/>
                <a:cs typeface="Malgun Gothic" pitchFamily="34" charset="-120"/>
              </a:rPr>
              <a:t>AGENDA · 발표 순서</a:t>
            </a:r>
            <a:endParaRPr lang="en-US" sz="1400" dirty="0"/>
          </a:p>
        </p:txBody>
      </p:sp>
      <p:sp>
        <p:nvSpPr>
          <p:cNvPr id="3" name="Text 1"/>
          <p:cNvSpPr txBox="1"/>
          <p:nvPr/>
        </p:nvSpPr>
        <p:spPr>
          <a:xfrm>
            <a:off x="548640" y="896112"/>
            <a:ext cx="11064240" cy="731520"/>
          </a:xfrm>
          <a:prstGeom prst="rect">
            <a:avLst/>
          </a:prstGeom>
          <a:noFill/>
          <a:ln/>
        </p:spPr>
        <p:txBody>
          <a:bodyPr wrap="square" lIns="0" tIns="0" rIns="0" bIns="0" rtlCol="0" anchor="ctr"/>
          <a:lstStyle/>
          <a:p>
            <a:pPr indent="0" marL="0">
              <a:buNone/>
            </a:pPr>
            <a:r>
              <a:rPr lang="en-US" sz="3200" b="1" dirty="0">
                <a:solidFill>
                  <a:srgbClr val="1E2621"/>
                </a:solidFill>
                <a:latin typeface="Malgun Gothic" pitchFamily="34" charset="0"/>
                <a:ea typeface="Malgun Gothic" pitchFamily="34" charset="-122"/>
                <a:cs typeface="Malgun Gothic" pitchFamily="34" charset="-120"/>
              </a:rPr>
              <a:t>9단계로, 추억에서 데이터까지 이어집니다</a:t>
            </a:r>
            <a:endParaRPr lang="en-US" sz="3200" dirty="0"/>
          </a:p>
        </p:txBody>
      </p:sp>
      <p:sp>
        <p:nvSpPr>
          <p:cNvPr id="4" name="Text 2"/>
          <p:cNvSpPr txBox="1"/>
          <p:nvPr/>
        </p:nvSpPr>
        <p:spPr>
          <a:xfrm>
            <a:off x="3017520" y="1627632"/>
            <a:ext cx="3657600" cy="274320"/>
          </a:xfrm>
          <a:prstGeom prst="rect">
            <a:avLst/>
          </a:prstGeom>
          <a:noFill/>
          <a:ln/>
        </p:spPr>
        <p:txBody>
          <a:bodyPr wrap="square" lIns="0" tIns="0" rIns="0" bIns="0" rtlCol="0" anchor="t"/>
          <a:lstStyle/>
          <a:p>
            <a:pPr indent="0" marL="0">
              <a:buNone/>
            </a:pPr>
            <a:r>
              <a:rPr lang="en-US" sz="1150" b="1" dirty="0">
                <a:solidFill>
                  <a:srgbClr val="5E5B52"/>
                </a:solidFill>
                <a:latin typeface="Malgun Gothic" pitchFamily="34" charset="0"/>
                <a:ea typeface="Malgun Gothic" pitchFamily="34" charset="-122"/>
                <a:cs typeface="Malgun Gothic" pitchFamily="34" charset="-120"/>
              </a:rPr>
              <a:t>발표 내용</a:t>
            </a:r>
            <a:endParaRPr lang="en-US" sz="1150" dirty="0"/>
          </a:p>
        </p:txBody>
      </p:sp>
      <p:sp>
        <p:nvSpPr>
          <p:cNvPr id="5" name="Text 3"/>
          <p:cNvSpPr txBox="1"/>
          <p:nvPr/>
        </p:nvSpPr>
        <p:spPr>
          <a:xfrm>
            <a:off x="6812280" y="1627632"/>
            <a:ext cx="3657600" cy="274320"/>
          </a:xfrm>
          <a:prstGeom prst="rect">
            <a:avLst/>
          </a:prstGeom>
          <a:noFill/>
          <a:ln/>
        </p:spPr>
        <p:txBody>
          <a:bodyPr wrap="square" lIns="0" tIns="0" rIns="0" bIns="0" rtlCol="0" anchor="t"/>
          <a:lstStyle/>
          <a:p>
            <a:pPr indent="0" marL="0">
              <a:buNone/>
            </a:pPr>
            <a:r>
              <a:rPr lang="en-US" sz="1150" b="1" dirty="0">
                <a:solidFill>
                  <a:srgbClr val="5E5B52"/>
                </a:solidFill>
                <a:latin typeface="Malgun Gothic" pitchFamily="34" charset="0"/>
                <a:ea typeface="Malgun Gothic" pitchFamily="34" charset="-122"/>
                <a:cs typeface="Malgun Gothic" pitchFamily="34" charset="-120"/>
              </a:rPr>
              <a:t>핵심 메시지</a:t>
            </a:r>
            <a:endParaRPr lang="en-US" sz="1150" dirty="0"/>
          </a:p>
        </p:txBody>
      </p:sp>
      <p:sp>
        <p:nvSpPr>
          <p:cNvPr id="6" name="Shape 4"/>
          <p:cNvSpPr/>
          <p:nvPr/>
        </p:nvSpPr>
        <p:spPr>
          <a:xfrm>
            <a:off x="548640" y="1938528"/>
            <a:ext cx="11091672" cy="438912"/>
          </a:xfrm>
          <a:prstGeom prst="roundRect">
            <a:avLst>
              <a:gd name="adj" fmla="val 16667"/>
            </a:avLst>
          </a:prstGeom>
          <a:solidFill>
            <a:srgbClr val="FFFCF6"/>
          </a:solidFill>
          <a:ln w="12700">
            <a:solidFill>
              <a:srgbClr val="FFFCF6"/>
            </a:solidFill>
            <a:prstDash val="solid"/>
          </a:ln>
        </p:spPr>
      </p:sp>
      <p:sp>
        <p:nvSpPr>
          <p:cNvPr id="7" name="Shape 5"/>
          <p:cNvSpPr/>
          <p:nvPr/>
        </p:nvSpPr>
        <p:spPr>
          <a:xfrm>
            <a:off x="658368" y="2002536"/>
            <a:ext cx="329184" cy="329184"/>
          </a:xfrm>
          <a:prstGeom prst="ellipse">
            <a:avLst/>
          </a:prstGeom>
          <a:solidFill>
            <a:srgbClr val="2E5A46"/>
          </a:solidFill>
          <a:ln w="12700">
            <a:solidFill>
              <a:srgbClr val="2E5A46"/>
            </a:solidFill>
            <a:prstDash val="solid"/>
          </a:ln>
        </p:spPr>
      </p:sp>
      <p:sp>
        <p:nvSpPr>
          <p:cNvPr id="8" name="Text 6"/>
          <p:cNvSpPr txBox="1"/>
          <p:nvPr/>
        </p:nvSpPr>
        <p:spPr>
          <a:xfrm>
            <a:off x="658368" y="200253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Malgun Gothic" pitchFamily="34" charset="0"/>
                <a:ea typeface="Malgun Gothic" pitchFamily="34" charset="-122"/>
                <a:cs typeface="Malgun Gothic" pitchFamily="34" charset="-120"/>
              </a:rPr>
              <a:t>01</a:t>
            </a:r>
            <a:endParaRPr lang="en-US" sz="1100" dirty="0"/>
          </a:p>
        </p:txBody>
      </p:sp>
      <p:sp>
        <p:nvSpPr>
          <p:cNvPr id="9" name="Text 7"/>
          <p:cNvSpPr txBox="1"/>
          <p:nvPr/>
        </p:nvSpPr>
        <p:spPr>
          <a:xfrm>
            <a:off x="1143000" y="1938528"/>
            <a:ext cx="1783080" cy="438912"/>
          </a:xfrm>
          <a:prstGeom prst="rect">
            <a:avLst/>
          </a:prstGeom>
          <a:noFill/>
          <a:ln/>
        </p:spPr>
        <p:txBody>
          <a:bodyPr wrap="square" lIns="0" tIns="0" rIns="0" bIns="0" rtlCol="0" anchor="ctr"/>
          <a:lstStyle/>
          <a:p>
            <a:pPr indent="0" marL="0">
              <a:buNone/>
            </a:pPr>
            <a:r>
              <a:rPr lang="en-US" sz="1500" b="1" dirty="0">
                <a:solidFill>
                  <a:srgbClr val="1E2621"/>
                </a:solidFill>
                <a:latin typeface="Malgun Gothic" pitchFamily="34" charset="0"/>
                <a:ea typeface="Malgun Gothic" pitchFamily="34" charset="-122"/>
                <a:cs typeface="Malgun Gothic" pitchFamily="34" charset="-120"/>
              </a:rPr>
              <a:t>프로젝트 소개</a:t>
            </a:r>
            <a:endParaRPr lang="en-US" sz="1500" dirty="0"/>
          </a:p>
        </p:txBody>
      </p:sp>
      <p:sp>
        <p:nvSpPr>
          <p:cNvPr id="10" name="Text 8"/>
          <p:cNvSpPr txBox="1"/>
          <p:nvPr/>
        </p:nvSpPr>
        <p:spPr>
          <a:xfrm>
            <a:off x="3017520" y="1938528"/>
            <a:ext cx="3703320" cy="438912"/>
          </a:xfrm>
          <a:prstGeom prst="rect">
            <a:avLst/>
          </a:prstGeom>
          <a:noFill/>
          <a:ln/>
        </p:spPr>
        <p:txBody>
          <a:bodyPr wrap="square" lIns="0" tIns="0" rIns="0" bIns="0" rtlCol="0" anchor="ctr"/>
          <a:lstStyle/>
          <a:p>
            <a:pPr indent="0" marL="0">
              <a:buNone/>
            </a:pPr>
            <a:r>
              <a:rPr lang="en-US" sz="1200" b="1" dirty="0">
                <a:solidFill>
                  <a:srgbClr val="5E5B52"/>
                </a:solidFill>
                <a:latin typeface="Malgun Gothic" pitchFamily="34" charset="0"/>
                <a:ea typeface="Malgun Gothic" pitchFamily="34" charset="-122"/>
                <a:cs typeface="Malgun Gothic" pitchFamily="34" charset="-120"/>
              </a:rPr>
              <a:t>싸이월드의 추억, 미니룸과 친구 방문</a:t>
            </a:r>
            <a:endParaRPr lang="en-US" sz="1200" dirty="0"/>
          </a:p>
        </p:txBody>
      </p:sp>
      <p:sp>
        <p:nvSpPr>
          <p:cNvPr id="11" name="Text 9"/>
          <p:cNvSpPr txBox="1"/>
          <p:nvPr/>
        </p:nvSpPr>
        <p:spPr>
          <a:xfrm>
            <a:off x="6812280" y="1938528"/>
            <a:ext cx="4754880" cy="438912"/>
          </a:xfrm>
          <a:prstGeom prst="rect">
            <a:avLst/>
          </a:prstGeom>
          <a:noFill/>
          <a:ln/>
        </p:spPr>
        <p:txBody>
          <a:bodyPr wrap="square" lIns="0" tIns="0" rIns="0" bIns="0" rtlCol="0" anchor="ctr"/>
          <a:lstStyle/>
          <a:p>
            <a:pPr indent="0" marL="0">
              <a:buNone/>
            </a:pPr>
            <a:r>
              <a:rPr lang="en-US" sz="1250" b="1" dirty="0">
                <a:solidFill>
                  <a:srgbClr val="2E5A46"/>
                </a:solidFill>
                <a:latin typeface="Malgun Gothic" pitchFamily="34" charset="0"/>
                <a:ea typeface="Malgun Gothic" pitchFamily="34" charset="-122"/>
                <a:cs typeface="Malgun Gothic" pitchFamily="34" charset="-120"/>
              </a:rPr>
              <a:t>“다시 찾아오고 싶은 공간을 만들고 싶었습니다.”</a:t>
            </a:r>
            <a:endParaRPr lang="en-US" sz="1250" dirty="0"/>
          </a:p>
        </p:txBody>
      </p:sp>
      <p:sp>
        <p:nvSpPr>
          <p:cNvPr id="12" name="Shape 10"/>
          <p:cNvSpPr/>
          <p:nvPr/>
        </p:nvSpPr>
        <p:spPr>
          <a:xfrm>
            <a:off x="658368" y="2478024"/>
            <a:ext cx="329184" cy="329184"/>
          </a:xfrm>
          <a:prstGeom prst="ellipse">
            <a:avLst/>
          </a:prstGeom>
          <a:solidFill>
            <a:srgbClr val="2E5A46"/>
          </a:solidFill>
          <a:ln w="12700">
            <a:solidFill>
              <a:srgbClr val="2E5A46"/>
            </a:solidFill>
            <a:prstDash val="solid"/>
          </a:ln>
        </p:spPr>
      </p:sp>
      <p:sp>
        <p:nvSpPr>
          <p:cNvPr id="13" name="Text 11"/>
          <p:cNvSpPr txBox="1"/>
          <p:nvPr/>
        </p:nvSpPr>
        <p:spPr>
          <a:xfrm>
            <a:off x="658368" y="2478024"/>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Malgun Gothic" pitchFamily="34" charset="0"/>
                <a:ea typeface="Malgun Gothic" pitchFamily="34" charset="-122"/>
                <a:cs typeface="Malgun Gothic" pitchFamily="34" charset="-120"/>
              </a:rPr>
              <a:t>02</a:t>
            </a:r>
            <a:endParaRPr lang="en-US" sz="1100" dirty="0"/>
          </a:p>
        </p:txBody>
      </p:sp>
      <p:sp>
        <p:nvSpPr>
          <p:cNvPr id="14" name="Text 12"/>
          <p:cNvSpPr txBox="1"/>
          <p:nvPr/>
        </p:nvSpPr>
        <p:spPr>
          <a:xfrm>
            <a:off x="1143000" y="2414016"/>
            <a:ext cx="1783080" cy="438912"/>
          </a:xfrm>
          <a:prstGeom prst="rect">
            <a:avLst/>
          </a:prstGeom>
          <a:noFill/>
          <a:ln/>
        </p:spPr>
        <p:txBody>
          <a:bodyPr wrap="square" lIns="0" tIns="0" rIns="0" bIns="0" rtlCol="0" anchor="ctr"/>
          <a:lstStyle/>
          <a:p>
            <a:pPr indent="0" marL="0">
              <a:buNone/>
            </a:pPr>
            <a:r>
              <a:rPr lang="en-US" sz="1500" b="1" dirty="0">
                <a:solidFill>
                  <a:srgbClr val="1E2621"/>
                </a:solidFill>
                <a:latin typeface="Malgun Gothic" pitchFamily="34" charset="0"/>
                <a:ea typeface="Malgun Gothic" pitchFamily="34" charset="-122"/>
                <a:cs typeface="Malgun Gothic" pitchFamily="34" charset="-120"/>
              </a:rPr>
              <a:t>목표</a:t>
            </a:r>
            <a:endParaRPr lang="en-US" sz="1500" dirty="0"/>
          </a:p>
        </p:txBody>
      </p:sp>
      <p:sp>
        <p:nvSpPr>
          <p:cNvPr id="15" name="Text 13"/>
          <p:cNvSpPr txBox="1"/>
          <p:nvPr/>
        </p:nvSpPr>
        <p:spPr>
          <a:xfrm>
            <a:off x="3017520" y="2414016"/>
            <a:ext cx="3703320" cy="438912"/>
          </a:xfrm>
          <a:prstGeom prst="rect">
            <a:avLst/>
          </a:prstGeom>
          <a:noFill/>
          <a:ln/>
        </p:spPr>
        <p:txBody>
          <a:bodyPr wrap="square" lIns="0" tIns="0" rIns="0" bIns="0" rtlCol="0" anchor="ctr"/>
          <a:lstStyle/>
          <a:p>
            <a:pPr indent="0" marL="0">
              <a:buNone/>
            </a:pPr>
            <a:r>
              <a:rPr lang="en-US" sz="1200" b="1" dirty="0">
                <a:solidFill>
                  <a:srgbClr val="5E5B52"/>
                </a:solidFill>
                <a:latin typeface="Malgun Gothic" pitchFamily="34" charset="0"/>
                <a:ea typeface="Malgun Gothic" pitchFamily="34" charset="-122"/>
                <a:cs typeface="Malgun Gothic" pitchFamily="34" charset="-120"/>
              </a:rPr>
              <a:t>운동 추천과 기록 · 꾸미기의 연결</a:t>
            </a:r>
            <a:endParaRPr lang="en-US" sz="1200" dirty="0"/>
          </a:p>
        </p:txBody>
      </p:sp>
      <p:sp>
        <p:nvSpPr>
          <p:cNvPr id="16" name="Text 14"/>
          <p:cNvSpPr txBox="1"/>
          <p:nvPr/>
        </p:nvSpPr>
        <p:spPr>
          <a:xfrm>
            <a:off x="6812280" y="2414016"/>
            <a:ext cx="4754880" cy="438912"/>
          </a:xfrm>
          <a:prstGeom prst="rect">
            <a:avLst/>
          </a:prstGeom>
          <a:noFill/>
          <a:ln/>
        </p:spPr>
        <p:txBody>
          <a:bodyPr wrap="square" lIns="0" tIns="0" rIns="0" bIns="0" rtlCol="0" anchor="ctr"/>
          <a:lstStyle/>
          <a:p>
            <a:pPr indent="0" marL="0">
              <a:buNone/>
            </a:pPr>
            <a:r>
              <a:rPr lang="en-US" sz="1250" b="1" dirty="0">
                <a:solidFill>
                  <a:srgbClr val="2E5A46"/>
                </a:solidFill>
                <a:latin typeface="Malgun Gothic" pitchFamily="34" charset="0"/>
                <a:ea typeface="Malgun Gothic" pitchFamily="34" charset="-122"/>
                <a:cs typeface="Malgun Gothic" pitchFamily="34" charset="-120"/>
              </a:rPr>
              <a:t>“운동을 시작할 때의 망설임을 줄이고, 이어갈 재미를 제공합니다.”</a:t>
            </a:r>
            <a:endParaRPr lang="en-US" sz="1250" dirty="0"/>
          </a:p>
        </p:txBody>
      </p:sp>
      <p:sp>
        <p:nvSpPr>
          <p:cNvPr id="17" name="Shape 15"/>
          <p:cNvSpPr/>
          <p:nvPr/>
        </p:nvSpPr>
        <p:spPr>
          <a:xfrm>
            <a:off x="548640" y="2889504"/>
            <a:ext cx="11091672" cy="438912"/>
          </a:xfrm>
          <a:prstGeom prst="roundRect">
            <a:avLst>
              <a:gd name="adj" fmla="val 16667"/>
            </a:avLst>
          </a:prstGeom>
          <a:solidFill>
            <a:srgbClr val="FFFCF6"/>
          </a:solidFill>
          <a:ln w="12700">
            <a:solidFill>
              <a:srgbClr val="FFFCF6"/>
            </a:solidFill>
            <a:prstDash val="solid"/>
          </a:ln>
        </p:spPr>
      </p:sp>
      <p:sp>
        <p:nvSpPr>
          <p:cNvPr id="18" name="Shape 16"/>
          <p:cNvSpPr/>
          <p:nvPr/>
        </p:nvSpPr>
        <p:spPr>
          <a:xfrm>
            <a:off x="658368" y="2953512"/>
            <a:ext cx="329184" cy="329184"/>
          </a:xfrm>
          <a:prstGeom prst="ellipse">
            <a:avLst/>
          </a:prstGeom>
          <a:solidFill>
            <a:srgbClr val="2E5A46"/>
          </a:solidFill>
          <a:ln w="12700">
            <a:solidFill>
              <a:srgbClr val="2E5A46"/>
            </a:solidFill>
            <a:prstDash val="solid"/>
          </a:ln>
        </p:spPr>
      </p:sp>
      <p:sp>
        <p:nvSpPr>
          <p:cNvPr id="19" name="Text 17"/>
          <p:cNvSpPr txBox="1"/>
          <p:nvPr/>
        </p:nvSpPr>
        <p:spPr>
          <a:xfrm>
            <a:off x="658368" y="2953512"/>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Malgun Gothic" pitchFamily="34" charset="0"/>
                <a:ea typeface="Malgun Gothic" pitchFamily="34" charset="-122"/>
                <a:cs typeface="Malgun Gothic" pitchFamily="34" charset="-120"/>
              </a:rPr>
              <a:t>03</a:t>
            </a:r>
            <a:endParaRPr lang="en-US" sz="1100" dirty="0"/>
          </a:p>
        </p:txBody>
      </p:sp>
      <p:sp>
        <p:nvSpPr>
          <p:cNvPr id="20" name="Text 18"/>
          <p:cNvSpPr txBox="1"/>
          <p:nvPr/>
        </p:nvSpPr>
        <p:spPr>
          <a:xfrm>
            <a:off x="1143000" y="2889504"/>
            <a:ext cx="1783080" cy="438912"/>
          </a:xfrm>
          <a:prstGeom prst="rect">
            <a:avLst/>
          </a:prstGeom>
          <a:noFill/>
          <a:ln/>
        </p:spPr>
        <p:txBody>
          <a:bodyPr wrap="square" lIns="0" tIns="0" rIns="0" bIns="0" rtlCol="0" anchor="ctr"/>
          <a:lstStyle/>
          <a:p>
            <a:pPr indent="0" marL="0">
              <a:buNone/>
            </a:pPr>
            <a:r>
              <a:rPr lang="en-US" sz="1500" b="1" dirty="0">
                <a:solidFill>
                  <a:srgbClr val="1E2621"/>
                </a:solidFill>
                <a:latin typeface="Malgun Gothic" pitchFamily="34" charset="0"/>
                <a:ea typeface="Malgun Gothic" pitchFamily="34" charset="-122"/>
                <a:cs typeface="Malgun Gothic" pitchFamily="34" charset="-120"/>
              </a:rPr>
              <a:t>데이터 필요성</a:t>
            </a:r>
            <a:endParaRPr lang="en-US" sz="1500" dirty="0"/>
          </a:p>
        </p:txBody>
      </p:sp>
      <p:sp>
        <p:nvSpPr>
          <p:cNvPr id="21" name="Text 19"/>
          <p:cNvSpPr txBox="1"/>
          <p:nvPr/>
        </p:nvSpPr>
        <p:spPr>
          <a:xfrm>
            <a:off x="3017520" y="2889504"/>
            <a:ext cx="3703320" cy="438912"/>
          </a:xfrm>
          <a:prstGeom prst="rect">
            <a:avLst/>
          </a:prstGeom>
          <a:noFill/>
          <a:ln/>
        </p:spPr>
        <p:txBody>
          <a:bodyPr wrap="square" lIns="0" tIns="0" rIns="0" bIns="0" rtlCol="0" anchor="ctr"/>
          <a:lstStyle/>
          <a:p>
            <a:pPr indent="0" marL="0">
              <a:buNone/>
            </a:pPr>
            <a:r>
              <a:rPr lang="en-US" sz="1200" b="1" dirty="0">
                <a:solidFill>
                  <a:srgbClr val="5E5B52"/>
                </a:solidFill>
                <a:latin typeface="Malgun Gothic" pitchFamily="34" charset="0"/>
                <a:ea typeface="Malgun Gothic" pitchFamily="34" charset="-122"/>
                <a:cs typeface="Malgun Gothic" pitchFamily="34" charset="-120"/>
              </a:rPr>
              <a:t>날씨 · 시간 · 장소 때문에 운동을 미루는 상황</a:t>
            </a:r>
            <a:endParaRPr lang="en-US" sz="1200" dirty="0"/>
          </a:p>
        </p:txBody>
      </p:sp>
      <p:sp>
        <p:nvSpPr>
          <p:cNvPr id="22" name="Text 20"/>
          <p:cNvSpPr txBox="1"/>
          <p:nvPr/>
        </p:nvSpPr>
        <p:spPr>
          <a:xfrm>
            <a:off x="6812280" y="2889504"/>
            <a:ext cx="4754880" cy="438912"/>
          </a:xfrm>
          <a:prstGeom prst="rect">
            <a:avLst/>
          </a:prstGeom>
          <a:noFill/>
          <a:ln/>
        </p:spPr>
        <p:txBody>
          <a:bodyPr wrap="square" lIns="0" tIns="0" rIns="0" bIns="0" rtlCol="0" anchor="ctr"/>
          <a:lstStyle/>
          <a:p>
            <a:pPr indent="0" marL="0">
              <a:buNone/>
            </a:pPr>
            <a:r>
              <a:rPr lang="en-US" sz="1250" b="1" dirty="0">
                <a:solidFill>
                  <a:srgbClr val="2E5A46"/>
                </a:solidFill>
                <a:latin typeface="Malgun Gothic" pitchFamily="34" charset="0"/>
                <a:ea typeface="Malgun Gothic" pitchFamily="34" charset="-122"/>
                <a:cs typeface="Malgun Gothic" pitchFamily="34" charset="-120"/>
              </a:rPr>
              <a:t>“사용자가 망설이는 이유에 맞춰 데이터를 선택했습니다.”</a:t>
            </a:r>
            <a:endParaRPr lang="en-US" sz="1250" dirty="0"/>
          </a:p>
        </p:txBody>
      </p:sp>
      <p:sp>
        <p:nvSpPr>
          <p:cNvPr id="23" name="Shape 21"/>
          <p:cNvSpPr/>
          <p:nvPr/>
        </p:nvSpPr>
        <p:spPr>
          <a:xfrm>
            <a:off x="658368" y="3429000"/>
            <a:ext cx="329184" cy="329184"/>
          </a:xfrm>
          <a:prstGeom prst="ellipse">
            <a:avLst/>
          </a:prstGeom>
          <a:solidFill>
            <a:srgbClr val="2E5A46"/>
          </a:solidFill>
          <a:ln w="12700">
            <a:solidFill>
              <a:srgbClr val="2E5A46"/>
            </a:solidFill>
            <a:prstDash val="solid"/>
          </a:ln>
        </p:spPr>
      </p:sp>
      <p:sp>
        <p:nvSpPr>
          <p:cNvPr id="24" name="Text 22"/>
          <p:cNvSpPr txBox="1"/>
          <p:nvPr/>
        </p:nvSpPr>
        <p:spPr>
          <a:xfrm>
            <a:off x="658368" y="3429000"/>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Malgun Gothic" pitchFamily="34" charset="0"/>
                <a:ea typeface="Malgun Gothic" pitchFamily="34" charset="-122"/>
                <a:cs typeface="Malgun Gothic" pitchFamily="34" charset="-120"/>
              </a:rPr>
              <a:t>04</a:t>
            </a:r>
            <a:endParaRPr lang="en-US" sz="1100" dirty="0"/>
          </a:p>
        </p:txBody>
      </p:sp>
      <p:sp>
        <p:nvSpPr>
          <p:cNvPr id="25" name="Text 23"/>
          <p:cNvSpPr txBox="1"/>
          <p:nvPr/>
        </p:nvSpPr>
        <p:spPr>
          <a:xfrm>
            <a:off x="1143000" y="3364992"/>
            <a:ext cx="1783080" cy="438912"/>
          </a:xfrm>
          <a:prstGeom prst="rect">
            <a:avLst/>
          </a:prstGeom>
          <a:noFill/>
          <a:ln/>
        </p:spPr>
        <p:txBody>
          <a:bodyPr wrap="square" lIns="0" tIns="0" rIns="0" bIns="0" rtlCol="0" anchor="ctr"/>
          <a:lstStyle/>
          <a:p>
            <a:pPr indent="0" marL="0">
              <a:buNone/>
            </a:pPr>
            <a:r>
              <a:rPr lang="en-US" sz="1500" b="1" dirty="0">
                <a:solidFill>
                  <a:srgbClr val="1E2621"/>
                </a:solidFill>
                <a:latin typeface="Malgun Gothic" pitchFamily="34" charset="0"/>
                <a:ea typeface="Malgun Gothic" pitchFamily="34" charset="-122"/>
                <a:cs typeface="Malgun Gothic" pitchFamily="34" charset="-120"/>
              </a:rPr>
              <a:t>추천 점수</a:t>
            </a:r>
            <a:endParaRPr lang="en-US" sz="1500" dirty="0"/>
          </a:p>
        </p:txBody>
      </p:sp>
      <p:sp>
        <p:nvSpPr>
          <p:cNvPr id="26" name="Text 24"/>
          <p:cNvSpPr txBox="1"/>
          <p:nvPr/>
        </p:nvSpPr>
        <p:spPr>
          <a:xfrm>
            <a:off x="3017520" y="3364992"/>
            <a:ext cx="3703320" cy="438912"/>
          </a:xfrm>
          <a:prstGeom prst="rect">
            <a:avLst/>
          </a:prstGeom>
          <a:noFill/>
          <a:ln/>
        </p:spPr>
        <p:txBody>
          <a:bodyPr wrap="square" lIns="0" tIns="0" rIns="0" bIns="0" rtlCol="0" anchor="ctr"/>
          <a:lstStyle/>
          <a:p>
            <a:pPr indent="0" marL="0">
              <a:buNone/>
            </a:pPr>
            <a:r>
              <a:rPr lang="en-US" sz="1200" b="1" dirty="0">
                <a:solidFill>
                  <a:srgbClr val="5E5B52"/>
                </a:solidFill>
                <a:latin typeface="Malgun Gothic" pitchFamily="34" charset="0"/>
                <a:ea typeface="Malgun Gothic" pitchFamily="34" charset="-122"/>
                <a:cs typeface="Malgun Gothic" pitchFamily="34" charset="-120"/>
              </a:rPr>
              <a:t>거리 · 날씨 · 대기질이 점수에 반영되는 예시</a:t>
            </a:r>
            <a:endParaRPr lang="en-US" sz="1200" dirty="0"/>
          </a:p>
        </p:txBody>
      </p:sp>
      <p:sp>
        <p:nvSpPr>
          <p:cNvPr id="27" name="Text 25"/>
          <p:cNvSpPr txBox="1"/>
          <p:nvPr/>
        </p:nvSpPr>
        <p:spPr>
          <a:xfrm>
            <a:off x="6812280" y="3364992"/>
            <a:ext cx="4754880" cy="438912"/>
          </a:xfrm>
          <a:prstGeom prst="rect">
            <a:avLst/>
          </a:prstGeom>
          <a:noFill/>
          <a:ln/>
        </p:spPr>
        <p:txBody>
          <a:bodyPr wrap="square" lIns="0" tIns="0" rIns="0" bIns="0" rtlCol="0" anchor="ctr"/>
          <a:lstStyle/>
          <a:p>
            <a:pPr indent="0" marL="0">
              <a:buNone/>
            </a:pPr>
            <a:r>
              <a:rPr lang="en-US" sz="1250" b="1" dirty="0">
                <a:solidFill>
                  <a:srgbClr val="2E5A46"/>
                </a:solidFill>
                <a:latin typeface="Malgun Gothic" pitchFamily="34" charset="0"/>
                <a:ea typeface="Malgun Gothic" pitchFamily="34" charset="-122"/>
                <a:cs typeface="Malgun Gothic" pitchFamily="34" charset="-120"/>
              </a:rPr>
              <a:t>“수집한 데이터가 실제 추천 순서를 결정합니다.”</a:t>
            </a:r>
            <a:endParaRPr lang="en-US" sz="1250" dirty="0"/>
          </a:p>
        </p:txBody>
      </p:sp>
      <p:sp>
        <p:nvSpPr>
          <p:cNvPr id="28" name="Shape 26"/>
          <p:cNvSpPr/>
          <p:nvPr/>
        </p:nvSpPr>
        <p:spPr>
          <a:xfrm>
            <a:off x="548640" y="3840480"/>
            <a:ext cx="11091672" cy="438912"/>
          </a:xfrm>
          <a:prstGeom prst="roundRect">
            <a:avLst>
              <a:gd name="adj" fmla="val 16667"/>
            </a:avLst>
          </a:prstGeom>
          <a:solidFill>
            <a:srgbClr val="FFFCF6"/>
          </a:solidFill>
          <a:ln w="12700">
            <a:solidFill>
              <a:srgbClr val="FFFCF6"/>
            </a:solidFill>
            <a:prstDash val="solid"/>
          </a:ln>
        </p:spPr>
      </p:sp>
      <p:sp>
        <p:nvSpPr>
          <p:cNvPr id="29" name="Shape 27"/>
          <p:cNvSpPr/>
          <p:nvPr/>
        </p:nvSpPr>
        <p:spPr>
          <a:xfrm>
            <a:off x="658368" y="3904488"/>
            <a:ext cx="329184" cy="329184"/>
          </a:xfrm>
          <a:prstGeom prst="ellipse">
            <a:avLst/>
          </a:prstGeom>
          <a:solidFill>
            <a:srgbClr val="B5654A"/>
          </a:solidFill>
          <a:ln w="12700">
            <a:solidFill>
              <a:srgbClr val="B5654A"/>
            </a:solidFill>
            <a:prstDash val="solid"/>
          </a:ln>
        </p:spPr>
      </p:sp>
      <p:sp>
        <p:nvSpPr>
          <p:cNvPr id="30" name="Text 28"/>
          <p:cNvSpPr txBox="1"/>
          <p:nvPr/>
        </p:nvSpPr>
        <p:spPr>
          <a:xfrm>
            <a:off x="658368" y="3904488"/>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Malgun Gothic" pitchFamily="34" charset="0"/>
                <a:ea typeface="Malgun Gothic" pitchFamily="34" charset="-122"/>
                <a:cs typeface="Malgun Gothic" pitchFamily="34" charset="-120"/>
              </a:rPr>
              <a:t>05</a:t>
            </a:r>
            <a:endParaRPr lang="en-US" sz="1100" dirty="0"/>
          </a:p>
        </p:txBody>
      </p:sp>
      <p:sp>
        <p:nvSpPr>
          <p:cNvPr id="31" name="Text 29"/>
          <p:cNvSpPr txBox="1"/>
          <p:nvPr/>
        </p:nvSpPr>
        <p:spPr>
          <a:xfrm>
            <a:off x="1143000" y="3840480"/>
            <a:ext cx="1783080" cy="438912"/>
          </a:xfrm>
          <a:prstGeom prst="rect">
            <a:avLst/>
          </a:prstGeom>
          <a:noFill/>
          <a:ln/>
        </p:spPr>
        <p:txBody>
          <a:bodyPr wrap="square" lIns="0" tIns="0" rIns="0" bIns="0" rtlCol="0" anchor="ctr"/>
          <a:lstStyle/>
          <a:p>
            <a:pPr indent="0" marL="0">
              <a:buNone/>
            </a:pPr>
            <a:r>
              <a:rPr lang="en-US" sz="1500" b="1" dirty="0">
                <a:solidFill>
                  <a:srgbClr val="1E2621"/>
                </a:solidFill>
                <a:latin typeface="Malgun Gothic" pitchFamily="34" charset="0"/>
                <a:ea typeface="Malgun Gothic" pitchFamily="34" charset="-122"/>
                <a:cs typeface="Malgun Gothic" pitchFamily="34" charset="-120"/>
              </a:rPr>
              <a:t>파이프라인</a:t>
            </a:r>
            <a:endParaRPr lang="en-US" sz="1500" dirty="0"/>
          </a:p>
        </p:txBody>
      </p:sp>
      <p:sp>
        <p:nvSpPr>
          <p:cNvPr id="32" name="Text 30"/>
          <p:cNvSpPr txBox="1"/>
          <p:nvPr/>
        </p:nvSpPr>
        <p:spPr>
          <a:xfrm>
            <a:off x="3017520" y="3840480"/>
            <a:ext cx="3703320" cy="438912"/>
          </a:xfrm>
          <a:prstGeom prst="rect">
            <a:avLst/>
          </a:prstGeom>
          <a:noFill/>
          <a:ln/>
        </p:spPr>
        <p:txBody>
          <a:bodyPr wrap="square" lIns="0" tIns="0" rIns="0" bIns="0" rtlCol="0" anchor="ctr"/>
          <a:lstStyle/>
          <a:p>
            <a:pPr indent="0" marL="0">
              <a:buNone/>
            </a:pPr>
            <a:r>
              <a:rPr lang="en-US" sz="1200" b="1" dirty="0">
                <a:solidFill>
                  <a:srgbClr val="5E5B52"/>
                </a:solidFill>
                <a:latin typeface="Malgun Gothic" pitchFamily="34" charset="0"/>
                <a:ea typeface="Malgun Gothic" pitchFamily="34" charset="-122"/>
                <a:cs typeface="Malgun Gothic" pitchFamily="34" charset="-120"/>
              </a:rPr>
              <a:t>수집 → 전처리 → 검증 → 적재 · 주기 실행</a:t>
            </a:r>
            <a:endParaRPr lang="en-US" sz="1200" dirty="0"/>
          </a:p>
        </p:txBody>
      </p:sp>
      <p:sp>
        <p:nvSpPr>
          <p:cNvPr id="33" name="Text 31"/>
          <p:cNvSpPr txBox="1"/>
          <p:nvPr/>
        </p:nvSpPr>
        <p:spPr>
          <a:xfrm>
            <a:off x="6812280" y="3840480"/>
            <a:ext cx="4754880" cy="438912"/>
          </a:xfrm>
          <a:prstGeom prst="rect">
            <a:avLst/>
          </a:prstGeom>
          <a:noFill/>
          <a:ln/>
        </p:spPr>
        <p:txBody>
          <a:bodyPr wrap="square" lIns="0" tIns="0" rIns="0" bIns="0" rtlCol="0" anchor="ctr"/>
          <a:lstStyle/>
          <a:p>
            <a:pPr indent="0" marL="0">
              <a:buNone/>
            </a:pPr>
            <a:r>
              <a:rPr lang="en-US" sz="1250" b="1" dirty="0">
                <a:solidFill>
                  <a:srgbClr val="2E5A46"/>
                </a:solidFill>
                <a:latin typeface="Malgun Gothic" pitchFamily="34" charset="0"/>
                <a:ea typeface="Malgun Gothic" pitchFamily="34" charset="-122"/>
                <a:cs typeface="Malgun Gothic" pitchFamily="34" charset="-120"/>
              </a:rPr>
              <a:t>“필요한 데이터를 반복해서 처리하는 구조를 만들었습니다.”</a:t>
            </a:r>
            <a:endParaRPr lang="en-US" sz="1250" dirty="0"/>
          </a:p>
        </p:txBody>
      </p:sp>
      <p:sp>
        <p:nvSpPr>
          <p:cNvPr id="34" name="Shape 32"/>
          <p:cNvSpPr/>
          <p:nvPr/>
        </p:nvSpPr>
        <p:spPr>
          <a:xfrm>
            <a:off x="658368" y="4379976"/>
            <a:ext cx="329184" cy="329184"/>
          </a:xfrm>
          <a:prstGeom prst="ellipse">
            <a:avLst/>
          </a:prstGeom>
          <a:solidFill>
            <a:srgbClr val="B5654A"/>
          </a:solidFill>
          <a:ln w="12700">
            <a:solidFill>
              <a:srgbClr val="B5654A"/>
            </a:solidFill>
            <a:prstDash val="solid"/>
          </a:ln>
        </p:spPr>
      </p:sp>
      <p:sp>
        <p:nvSpPr>
          <p:cNvPr id="35" name="Text 33"/>
          <p:cNvSpPr txBox="1"/>
          <p:nvPr/>
        </p:nvSpPr>
        <p:spPr>
          <a:xfrm>
            <a:off x="658368" y="437997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Malgun Gothic" pitchFamily="34" charset="0"/>
                <a:ea typeface="Malgun Gothic" pitchFamily="34" charset="-122"/>
                <a:cs typeface="Malgun Gothic" pitchFamily="34" charset="-120"/>
              </a:rPr>
              <a:t>06</a:t>
            </a:r>
            <a:endParaRPr lang="en-US" sz="1100" dirty="0"/>
          </a:p>
        </p:txBody>
      </p:sp>
      <p:sp>
        <p:nvSpPr>
          <p:cNvPr id="36" name="Text 34"/>
          <p:cNvSpPr txBox="1"/>
          <p:nvPr/>
        </p:nvSpPr>
        <p:spPr>
          <a:xfrm>
            <a:off x="1143000" y="4315968"/>
            <a:ext cx="1783080" cy="438912"/>
          </a:xfrm>
          <a:prstGeom prst="rect">
            <a:avLst/>
          </a:prstGeom>
          <a:noFill/>
          <a:ln/>
        </p:spPr>
        <p:txBody>
          <a:bodyPr wrap="square" lIns="0" tIns="0" rIns="0" bIns="0" rtlCol="0" anchor="ctr"/>
          <a:lstStyle/>
          <a:p>
            <a:pPr indent="0" marL="0">
              <a:buNone/>
            </a:pPr>
            <a:r>
              <a:rPr lang="en-US" sz="1500" b="1" dirty="0">
                <a:solidFill>
                  <a:srgbClr val="1E2621"/>
                </a:solidFill>
                <a:latin typeface="Malgun Gothic" pitchFamily="34" charset="0"/>
                <a:ea typeface="Malgun Gothic" pitchFamily="34" charset="-122"/>
                <a:cs typeface="Malgun Gothic" pitchFamily="34" charset="-120"/>
              </a:rPr>
              <a:t>크롤링</a:t>
            </a:r>
            <a:endParaRPr lang="en-US" sz="1500" dirty="0"/>
          </a:p>
        </p:txBody>
      </p:sp>
      <p:sp>
        <p:nvSpPr>
          <p:cNvPr id="37" name="Text 35"/>
          <p:cNvSpPr txBox="1"/>
          <p:nvPr/>
        </p:nvSpPr>
        <p:spPr>
          <a:xfrm>
            <a:off x="3017520" y="4315968"/>
            <a:ext cx="3703320" cy="438912"/>
          </a:xfrm>
          <a:prstGeom prst="rect">
            <a:avLst/>
          </a:prstGeom>
          <a:noFill/>
          <a:ln/>
        </p:spPr>
        <p:txBody>
          <a:bodyPr wrap="square" lIns="0" tIns="0" rIns="0" bIns="0" rtlCol="0" anchor="ctr"/>
          <a:lstStyle/>
          <a:p>
            <a:pPr indent="0" marL="0">
              <a:buNone/>
            </a:pPr>
            <a:r>
              <a:rPr lang="en-US" sz="1200" b="1" dirty="0">
                <a:solidFill>
                  <a:srgbClr val="5E5B52"/>
                </a:solidFill>
                <a:latin typeface="Malgun Gothic" pitchFamily="34" charset="0"/>
                <a:ea typeface="Malgun Gothic" pitchFamily="34" charset="-122"/>
                <a:cs typeface="Malgun Gothic" pitchFamily="34" charset="-120"/>
              </a:rPr>
              <a:t>추천 시점의 운영 · 휴무 공지 확인</a:t>
            </a:r>
            <a:endParaRPr lang="en-US" sz="1200" dirty="0"/>
          </a:p>
        </p:txBody>
      </p:sp>
      <p:sp>
        <p:nvSpPr>
          <p:cNvPr id="38" name="Text 36"/>
          <p:cNvSpPr txBox="1"/>
          <p:nvPr/>
        </p:nvSpPr>
        <p:spPr>
          <a:xfrm>
            <a:off x="6812280" y="4315968"/>
            <a:ext cx="4754880" cy="438912"/>
          </a:xfrm>
          <a:prstGeom prst="rect">
            <a:avLst/>
          </a:prstGeom>
          <a:noFill/>
          <a:ln/>
        </p:spPr>
        <p:txBody>
          <a:bodyPr wrap="square" lIns="0" tIns="0" rIns="0" bIns="0" rtlCol="0" anchor="ctr"/>
          <a:lstStyle/>
          <a:p>
            <a:pPr indent="0" marL="0">
              <a:buNone/>
            </a:pPr>
            <a:r>
              <a:rPr lang="en-US" sz="1250" b="1" dirty="0">
                <a:solidFill>
                  <a:srgbClr val="2E5A46"/>
                </a:solidFill>
                <a:latin typeface="Malgun Gothic" pitchFamily="34" charset="0"/>
                <a:ea typeface="Malgun Gothic" pitchFamily="34" charset="-122"/>
                <a:cs typeface="Malgun Gothic" pitchFamily="34" charset="-120"/>
              </a:rPr>
              <a:t>“시설 기본정보만으로 부족한 부분을 보완합니다.”</a:t>
            </a:r>
            <a:endParaRPr lang="en-US" sz="1250" dirty="0"/>
          </a:p>
        </p:txBody>
      </p:sp>
      <p:sp>
        <p:nvSpPr>
          <p:cNvPr id="39" name="Shape 37"/>
          <p:cNvSpPr/>
          <p:nvPr/>
        </p:nvSpPr>
        <p:spPr>
          <a:xfrm>
            <a:off x="548640" y="4791456"/>
            <a:ext cx="11091672" cy="438912"/>
          </a:xfrm>
          <a:prstGeom prst="roundRect">
            <a:avLst>
              <a:gd name="adj" fmla="val 16667"/>
            </a:avLst>
          </a:prstGeom>
          <a:solidFill>
            <a:srgbClr val="FFFCF6"/>
          </a:solidFill>
          <a:ln w="12700">
            <a:solidFill>
              <a:srgbClr val="FFFCF6"/>
            </a:solidFill>
            <a:prstDash val="solid"/>
          </a:ln>
        </p:spPr>
      </p:sp>
      <p:sp>
        <p:nvSpPr>
          <p:cNvPr id="40" name="Shape 38"/>
          <p:cNvSpPr/>
          <p:nvPr/>
        </p:nvSpPr>
        <p:spPr>
          <a:xfrm>
            <a:off x="658368" y="4855464"/>
            <a:ext cx="329184" cy="329184"/>
          </a:xfrm>
          <a:prstGeom prst="ellipse">
            <a:avLst/>
          </a:prstGeom>
          <a:solidFill>
            <a:srgbClr val="B5654A"/>
          </a:solidFill>
          <a:ln w="12700">
            <a:solidFill>
              <a:srgbClr val="B5654A"/>
            </a:solidFill>
            <a:prstDash val="solid"/>
          </a:ln>
        </p:spPr>
      </p:sp>
      <p:sp>
        <p:nvSpPr>
          <p:cNvPr id="41" name="Text 39"/>
          <p:cNvSpPr txBox="1"/>
          <p:nvPr/>
        </p:nvSpPr>
        <p:spPr>
          <a:xfrm>
            <a:off x="658368" y="4855464"/>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Malgun Gothic" pitchFamily="34" charset="0"/>
                <a:ea typeface="Malgun Gothic" pitchFamily="34" charset="-122"/>
                <a:cs typeface="Malgun Gothic" pitchFamily="34" charset="-120"/>
              </a:rPr>
              <a:t>07</a:t>
            </a:r>
            <a:endParaRPr lang="en-US" sz="1100" dirty="0"/>
          </a:p>
        </p:txBody>
      </p:sp>
      <p:sp>
        <p:nvSpPr>
          <p:cNvPr id="42" name="Text 40"/>
          <p:cNvSpPr txBox="1"/>
          <p:nvPr/>
        </p:nvSpPr>
        <p:spPr>
          <a:xfrm>
            <a:off x="1143000" y="4791456"/>
            <a:ext cx="1783080" cy="438912"/>
          </a:xfrm>
          <a:prstGeom prst="rect">
            <a:avLst/>
          </a:prstGeom>
          <a:noFill/>
          <a:ln/>
        </p:spPr>
        <p:txBody>
          <a:bodyPr wrap="square" lIns="0" tIns="0" rIns="0" bIns="0" rtlCol="0" anchor="ctr"/>
          <a:lstStyle/>
          <a:p>
            <a:pPr indent="0" marL="0">
              <a:buNone/>
            </a:pPr>
            <a:r>
              <a:rPr lang="en-US" sz="1500" b="1" dirty="0">
                <a:solidFill>
                  <a:srgbClr val="1E2621"/>
                </a:solidFill>
                <a:latin typeface="Malgun Gothic" pitchFamily="34" charset="0"/>
                <a:ea typeface="Malgun Gothic" pitchFamily="34" charset="-122"/>
                <a:cs typeface="Malgun Gothic" pitchFamily="34" charset="-120"/>
              </a:rPr>
              <a:t>예외 처리</a:t>
            </a:r>
            <a:endParaRPr lang="en-US" sz="1500" dirty="0"/>
          </a:p>
        </p:txBody>
      </p:sp>
      <p:sp>
        <p:nvSpPr>
          <p:cNvPr id="43" name="Text 41"/>
          <p:cNvSpPr txBox="1"/>
          <p:nvPr/>
        </p:nvSpPr>
        <p:spPr>
          <a:xfrm>
            <a:off x="3017520" y="4791456"/>
            <a:ext cx="3703320" cy="438912"/>
          </a:xfrm>
          <a:prstGeom prst="rect">
            <a:avLst/>
          </a:prstGeom>
          <a:noFill/>
          <a:ln/>
        </p:spPr>
        <p:txBody>
          <a:bodyPr wrap="square" lIns="0" tIns="0" rIns="0" bIns="0" rtlCol="0" anchor="ctr"/>
          <a:lstStyle/>
          <a:p>
            <a:pPr indent="0" marL="0">
              <a:buNone/>
            </a:pPr>
            <a:r>
              <a:rPr lang="en-US" sz="1200" b="1" dirty="0">
                <a:solidFill>
                  <a:srgbClr val="5E5B52"/>
                </a:solidFill>
                <a:latin typeface="Malgun Gothic" pitchFamily="34" charset="0"/>
                <a:ea typeface="Malgun Gothic" pitchFamily="34" charset="-122"/>
                <a:cs typeface="Malgun Gothic" pitchFamily="34" charset="-120"/>
              </a:rPr>
              <a:t>API 실패, 누락 · 중복, 좌표 오류 대응</a:t>
            </a:r>
            <a:endParaRPr lang="en-US" sz="1200" dirty="0"/>
          </a:p>
        </p:txBody>
      </p:sp>
      <p:sp>
        <p:nvSpPr>
          <p:cNvPr id="44" name="Text 42"/>
          <p:cNvSpPr txBox="1"/>
          <p:nvPr/>
        </p:nvSpPr>
        <p:spPr>
          <a:xfrm>
            <a:off x="6812280" y="4791456"/>
            <a:ext cx="4754880" cy="438912"/>
          </a:xfrm>
          <a:prstGeom prst="rect">
            <a:avLst/>
          </a:prstGeom>
          <a:noFill/>
          <a:ln/>
        </p:spPr>
        <p:txBody>
          <a:bodyPr wrap="square" lIns="0" tIns="0" rIns="0" bIns="0" rtlCol="0" anchor="ctr"/>
          <a:lstStyle/>
          <a:p>
            <a:pPr indent="0" marL="0">
              <a:buNone/>
            </a:pPr>
            <a:r>
              <a:rPr lang="en-US" sz="1250" b="1" dirty="0">
                <a:solidFill>
                  <a:srgbClr val="2E5A46"/>
                </a:solidFill>
                <a:latin typeface="Malgun Gothic" pitchFamily="34" charset="0"/>
                <a:ea typeface="Malgun Gothic" pitchFamily="34" charset="-122"/>
                <a:cs typeface="Malgun Gothic" pitchFamily="34" charset="-120"/>
              </a:rPr>
              <a:t>“데이터가 잘못 들어왔을 때의 처리 기준도 마련했습니다.”</a:t>
            </a:r>
            <a:endParaRPr lang="en-US" sz="1250" dirty="0"/>
          </a:p>
        </p:txBody>
      </p:sp>
      <p:sp>
        <p:nvSpPr>
          <p:cNvPr id="45" name="Shape 43"/>
          <p:cNvSpPr/>
          <p:nvPr/>
        </p:nvSpPr>
        <p:spPr>
          <a:xfrm>
            <a:off x="658368" y="5330952"/>
            <a:ext cx="329184" cy="329184"/>
          </a:xfrm>
          <a:prstGeom prst="ellipse">
            <a:avLst/>
          </a:prstGeom>
          <a:solidFill>
            <a:srgbClr val="B5654A"/>
          </a:solidFill>
          <a:ln w="12700">
            <a:solidFill>
              <a:srgbClr val="B5654A"/>
            </a:solidFill>
            <a:prstDash val="solid"/>
          </a:ln>
        </p:spPr>
      </p:sp>
      <p:sp>
        <p:nvSpPr>
          <p:cNvPr id="46" name="Text 44"/>
          <p:cNvSpPr txBox="1"/>
          <p:nvPr/>
        </p:nvSpPr>
        <p:spPr>
          <a:xfrm>
            <a:off x="658368" y="5330952"/>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Malgun Gothic" pitchFamily="34" charset="0"/>
                <a:ea typeface="Malgun Gothic" pitchFamily="34" charset="-122"/>
                <a:cs typeface="Malgun Gothic" pitchFamily="34" charset="-120"/>
              </a:rPr>
              <a:t>08</a:t>
            </a:r>
            <a:endParaRPr lang="en-US" sz="1100" dirty="0"/>
          </a:p>
        </p:txBody>
      </p:sp>
      <p:sp>
        <p:nvSpPr>
          <p:cNvPr id="47" name="Text 45"/>
          <p:cNvSpPr txBox="1"/>
          <p:nvPr/>
        </p:nvSpPr>
        <p:spPr>
          <a:xfrm>
            <a:off x="1143000" y="5266944"/>
            <a:ext cx="1783080" cy="438912"/>
          </a:xfrm>
          <a:prstGeom prst="rect">
            <a:avLst/>
          </a:prstGeom>
          <a:noFill/>
          <a:ln/>
        </p:spPr>
        <p:txBody>
          <a:bodyPr wrap="square" lIns="0" tIns="0" rIns="0" bIns="0" rtlCol="0" anchor="ctr"/>
          <a:lstStyle/>
          <a:p>
            <a:pPr indent="0" marL="0">
              <a:buNone/>
            </a:pPr>
            <a:r>
              <a:rPr lang="en-US" sz="1500" b="1" dirty="0">
                <a:solidFill>
                  <a:srgbClr val="1E2621"/>
                </a:solidFill>
                <a:latin typeface="Malgun Gothic" pitchFamily="34" charset="0"/>
                <a:ea typeface="Malgun Gothic" pitchFamily="34" charset="-122"/>
                <a:cs typeface="Malgun Gothic" pitchFamily="34" charset="-120"/>
              </a:rPr>
              <a:t>실행 결과</a:t>
            </a:r>
            <a:endParaRPr lang="en-US" sz="1500" dirty="0"/>
          </a:p>
        </p:txBody>
      </p:sp>
      <p:sp>
        <p:nvSpPr>
          <p:cNvPr id="48" name="Text 46"/>
          <p:cNvSpPr txBox="1"/>
          <p:nvPr/>
        </p:nvSpPr>
        <p:spPr>
          <a:xfrm>
            <a:off x="3017520" y="5266944"/>
            <a:ext cx="3703320" cy="438912"/>
          </a:xfrm>
          <a:prstGeom prst="rect">
            <a:avLst/>
          </a:prstGeom>
          <a:noFill/>
          <a:ln/>
        </p:spPr>
        <p:txBody>
          <a:bodyPr wrap="square" lIns="0" tIns="0" rIns="0" bIns="0" rtlCol="0" anchor="ctr"/>
          <a:lstStyle/>
          <a:p>
            <a:pPr indent="0" marL="0">
              <a:buNone/>
            </a:pPr>
            <a:r>
              <a:rPr lang="en-US" sz="1200" b="1" dirty="0">
                <a:solidFill>
                  <a:srgbClr val="5E5B52"/>
                </a:solidFill>
                <a:latin typeface="Malgun Gothic" pitchFamily="34" charset="0"/>
                <a:ea typeface="Malgun Gothic" pitchFamily="34" charset="-122"/>
                <a:cs typeface="Malgun Gothic" pitchFamily="34" charset="-120"/>
              </a:rPr>
              <a:t>원본 · 정제 비교, 실제 건수, 정상 · 실패 로그</a:t>
            </a:r>
            <a:endParaRPr lang="en-US" sz="1200" dirty="0"/>
          </a:p>
        </p:txBody>
      </p:sp>
      <p:sp>
        <p:nvSpPr>
          <p:cNvPr id="49" name="Text 47"/>
          <p:cNvSpPr txBox="1"/>
          <p:nvPr/>
        </p:nvSpPr>
        <p:spPr>
          <a:xfrm>
            <a:off x="6812280" y="5266944"/>
            <a:ext cx="4754880" cy="438912"/>
          </a:xfrm>
          <a:prstGeom prst="rect">
            <a:avLst/>
          </a:prstGeom>
          <a:noFill/>
          <a:ln/>
        </p:spPr>
        <p:txBody>
          <a:bodyPr wrap="square" lIns="0" tIns="0" rIns="0" bIns="0" rtlCol="0" anchor="ctr"/>
          <a:lstStyle/>
          <a:p>
            <a:pPr indent="0" marL="0">
              <a:buNone/>
            </a:pPr>
            <a:r>
              <a:rPr lang="en-US" sz="1250" b="1" dirty="0">
                <a:solidFill>
                  <a:srgbClr val="2E5A46"/>
                </a:solidFill>
                <a:latin typeface="Malgun Gothic" pitchFamily="34" charset="0"/>
                <a:ea typeface="Malgun Gothic" pitchFamily="34" charset="-122"/>
                <a:cs typeface="Malgun Gothic" pitchFamily="34" charset="-120"/>
              </a:rPr>
              <a:t>“앞에서 설명한 처리가 실제로 동작하는지 보여드립니다.”</a:t>
            </a:r>
            <a:endParaRPr lang="en-US" sz="1250" dirty="0"/>
          </a:p>
        </p:txBody>
      </p:sp>
      <p:sp>
        <p:nvSpPr>
          <p:cNvPr id="50" name="Shape 48"/>
          <p:cNvSpPr/>
          <p:nvPr/>
        </p:nvSpPr>
        <p:spPr>
          <a:xfrm>
            <a:off x="548640" y="5742432"/>
            <a:ext cx="11091672" cy="438912"/>
          </a:xfrm>
          <a:prstGeom prst="roundRect">
            <a:avLst>
              <a:gd name="adj" fmla="val 16667"/>
            </a:avLst>
          </a:prstGeom>
          <a:solidFill>
            <a:srgbClr val="FFFCF6"/>
          </a:solidFill>
          <a:ln w="12700">
            <a:solidFill>
              <a:srgbClr val="FFFCF6"/>
            </a:solidFill>
            <a:prstDash val="solid"/>
          </a:ln>
        </p:spPr>
      </p:sp>
      <p:sp>
        <p:nvSpPr>
          <p:cNvPr id="51" name="Shape 49"/>
          <p:cNvSpPr/>
          <p:nvPr/>
        </p:nvSpPr>
        <p:spPr>
          <a:xfrm>
            <a:off x="658368" y="5806440"/>
            <a:ext cx="329184" cy="329184"/>
          </a:xfrm>
          <a:prstGeom prst="ellipse">
            <a:avLst/>
          </a:prstGeom>
          <a:solidFill>
            <a:srgbClr val="2E5A46"/>
          </a:solidFill>
          <a:ln w="12700">
            <a:solidFill>
              <a:srgbClr val="2E5A46"/>
            </a:solidFill>
            <a:prstDash val="solid"/>
          </a:ln>
        </p:spPr>
      </p:sp>
      <p:sp>
        <p:nvSpPr>
          <p:cNvPr id="52" name="Text 50"/>
          <p:cNvSpPr txBox="1"/>
          <p:nvPr/>
        </p:nvSpPr>
        <p:spPr>
          <a:xfrm>
            <a:off x="658368" y="5806440"/>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Malgun Gothic" pitchFamily="34" charset="0"/>
                <a:ea typeface="Malgun Gothic" pitchFamily="34" charset="-122"/>
                <a:cs typeface="Malgun Gothic" pitchFamily="34" charset="-120"/>
              </a:rPr>
              <a:t>09</a:t>
            </a:r>
            <a:endParaRPr lang="en-US" sz="1100" dirty="0"/>
          </a:p>
        </p:txBody>
      </p:sp>
      <p:sp>
        <p:nvSpPr>
          <p:cNvPr id="53" name="Text 51"/>
          <p:cNvSpPr txBox="1"/>
          <p:nvPr/>
        </p:nvSpPr>
        <p:spPr>
          <a:xfrm>
            <a:off x="1143000" y="5742432"/>
            <a:ext cx="1783080" cy="438912"/>
          </a:xfrm>
          <a:prstGeom prst="rect">
            <a:avLst/>
          </a:prstGeom>
          <a:noFill/>
          <a:ln/>
        </p:spPr>
        <p:txBody>
          <a:bodyPr wrap="square" lIns="0" tIns="0" rIns="0" bIns="0" rtlCol="0" anchor="ctr"/>
          <a:lstStyle/>
          <a:p>
            <a:pPr indent="0" marL="0">
              <a:buNone/>
            </a:pPr>
            <a:r>
              <a:rPr lang="en-US" sz="1500" b="1" dirty="0">
                <a:solidFill>
                  <a:srgbClr val="1E2621"/>
                </a:solidFill>
                <a:latin typeface="Malgun Gothic" pitchFamily="34" charset="0"/>
                <a:ea typeface="Malgun Gothic" pitchFamily="34" charset="-122"/>
                <a:cs typeface="Malgun Gothic" pitchFamily="34" charset="-120"/>
              </a:rPr>
              <a:t>서비스 시연</a:t>
            </a:r>
            <a:endParaRPr lang="en-US" sz="1500" dirty="0"/>
          </a:p>
        </p:txBody>
      </p:sp>
      <p:sp>
        <p:nvSpPr>
          <p:cNvPr id="54" name="Text 52"/>
          <p:cNvSpPr txBox="1"/>
          <p:nvPr/>
        </p:nvSpPr>
        <p:spPr>
          <a:xfrm>
            <a:off x="3017520" y="5742432"/>
            <a:ext cx="3703320" cy="438912"/>
          </a:xfrm>
          <a:prstGeom prst="rect">
            <a:avLst/>
          </a:prstGeom>
          <a:noFill/>
          <a:ln/>
        </p:spPr>
        <p:txBody>
          <a:bodyPr wrap="square" lIns="0" tIns="0" rIns="0" bIns="0" rtlCol="0" anchor="ctr"/>
          <a:lstStyle/>
          <a:p>
            <a:pPr indent="0" marL="0">
              <a:buNone/>
            </a:pPr>
            <a:r>
              <a:rPr lang="en-US" sz="1200" b="1" dirty="0">
                <a:solidFill>
                  <a:srgbClr val="5E5B52"/>
                </a:solidFill>
                <a:latin typeface="Malgun Gothic" pitchFamily="34" charset="0"/>
                <a:ea typeface="Malgun Gothic" pitchFamily="34" charset="-122"/>
                <a:cs typeface="Malgun Gothic" pitchFamily="34" charset="-120"/>
              </a:rPr>
              <a:t>운동방 → 추천 → 운동 기록 → 보상 · 친구 방문</a:t>
            </a:r>
            <a:endParaRPr lang="en-US" sz="1200" dirty="0"/>
          </a:p>
        </p:txBody>
      </p:sp>
      <p:sp>
        <p:nvSpPr>
          <p:cNvPr id="55" name="Text 53"/>
          <p:cNvSpPr txBox="1"/>
          <p:nvPr/>
        </p:nvSpPr>
        <p:spPr>
          <a:xfrm>
            <a:off x="6812280" y="5742432"/>
            <a:ext cx="4754880" cy="438912"/>
          </a:xfrm>
          <a:prstGeom prst="rect">
            <a:avLst/>
          </a:prstGeom>
          <a:noFill/>
          <a:ln/>
        </p:spPr>
        <p:txBody>
          <a:bodyPr wrap="square" lIns="0" tIns="0" rIns="0" bIns="0" rtlCol="0" anchor="ctr"/>
          <a:lstStyle/>
          <a:p>
            <a:pPr indent="0" marL="0">
              <a:buNone/>
            </a:pPr>
            <a:r>
              <a:rPr lang="en-US" sz="1250" b="1" dirty="0">
                <a:solidFill>
                  <a:srgbClr val="2E5A46"/>
                </a:solidFill>
                <a:latin typeface="Malgun Gothic" pitchFamily="34" charset="0"/>
                <a:ea typeface="Malgun Gothic" pitchFamily="34" charset="-122"/>
                <a:cs typeface="Malgun Gothic" pitchFamily="34" charset="-120"/>
              </a:rPr>
              <a:t>“이 데이터가 사용자 경험으로 이어집니다.”</a:t>
            </a:r>
            <a:endParaRPr lang="en-US" sz="1250" dirty="0"/>
          </a:p>
        </p:txBody>
      </p:sp>
      <p:sp>
        <p:nvSpPr>
          <p:cNvPr id="56" name="Text 54"/>
          <p:cNvSpPr txBox="1"/>
          <p:nvPr/>
        </p:nvSpPr>
        <p:spPr>
          <a:xfrm>
            <a:off x="548640" y="6309360"/>
            <a:ext cx="5486400" cy="274320"/>
          </a:xfrm>
          <a:prstGeom prst="rect">
            <a:avLst/>
          </a:prstGeom>
          <a:noFill/>
          <a:ln/>
        </p:spPr>
        <p:txBody>
          <a:bodyPr wrap="square" lIns="0" tIns="0" rIns="0" bIns="0" rtlCol="0" anchor="t"/>
          <a:lstStyle/>
          <a:p>
            <a:pPr indent="0" marL="0">
              <a:buNone/>
            </a:pPr>
            <a:r>
              <a:rPr lang="en-US" sz="1050" b="1" dirty="0">
                <a:solidFill>
                  <a:srgbClr val="B5654A"/>
                </a:solidFill>
                <a:latin typeface="Malgun Gothic" pitchFamily="34" charset="0"/>
                <a:ea typeface="Malgun Gothic" pitchFamily="34" charset="-122"/>
                <a:cs typeface="Malgun Gothic" pitchFamily="34" charset="-120"/>
              </a:rPr>
              <a:t>05~08은 데이터 엔지니어링 파트</a:t>
            </a:r>
            <a:endParaRPr lang="en-US" sz="1050" dirty="0"/>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7F1E6"/>
        </a:solidFill>
      </p:bgPr>
    </p:bg>
    <p:spTree>
      <p:nvGrpSpPr>
        <p:cNvPr id="1" name=""/>
        <p:cNvGrpSpPr/>
        <p:nvPr/>
      </p:nvGrpSpPr>
      <p:grpSpPr>
        <a:xfrm>
          <a:off x="0" y="0"/>
          <a:ext cx="0" cy="0"/>
          <a:chOff x="0" y="0"/>
          <a:chExt cx="0" cy="0"/>
        </a:xfrm>
      </p:grpSpPr>
      <p:sp>
        <p:nvSpPr>
          <p:cNvPr id="21" name="Shape 0"/>
          <p:cNvSpPr/>
          <p:nvPr/>
        </p:nvSpPr>
        <p:spPr>
          <a:xfrm>
            <a:off x="548640" y="384175"/>
            <a:ext cx="383540" cy="383540"/>
          </a:xfrm>
          <a:prstGeom prst="ellipse">
            <a:avLst/>
          </a:prstGeom>
          <a:solidFill>
            <a:srgbClr val="2e5a46"/>
          </a:solidFill>
          <a:ln w="12700">
            <a:solidFill>
              <a:srgbClr val="2e5a46"/>
            </a:solidFill>
            <a:round/>
          </a:ln>
        </p:spPr>
        <p:style>
          <a:lnRef idx="0"/>
          <a:fillRef idx="0"/>
          <a:effectRef idx="0"/>
          <a:fontRef idx="minor"/>
        </p:style>
        <p:txBody>
          <a:bodyPr lIns="90000" rIns="90000" tIns="45000" bIns="45000" anchor="t">
            <a:noAutofit/>
          </a:bodyPr>
          <a:p>
            <a:endParaRPr b="0" lang="en-US" sz="1800" spc="-1" strike="noStrike">
              <a:solidFill>
                <a:srgbClr val="000000"/>
              </a:solidFill>
              <a:latin typeface="Noto Sans KR"/>
            </a:endParaRPr>
          </a:p>
        </p:txBody>
      </p:sp>
      <p:sp>
        <p:nvSpPr>
          <p:cNvPr id="22" name="Text 1"/>
          <p:cNvSpPr/>
          <p:nvPr/>
        </p:nvSpPr>
        <p:spPr>
          <a:xfrm>
            <a:off x="548640" y="384175"/>
            <a:ext cx="383540" cy="38354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300" spc="-1" strike="noStrike">
                <a:solidFill>
                  <a:srgbClr val="ffffff"/>
                </a:solidFill>
                <a:latin typeface="Malgun Gothic"/>
                <a:ea typeface="Malgun Gothic"/>
              </a:rPr>
              <a:t>01</a:t>
            </a:r>
            <a:endParaRPr b="0" lang="en-US" sz="1300" spc="-1" strike="noStrike">
              <a:solidFill>
                <a:srgbClr val="000000"/>
              </a:solidFill>
              <a:latin typeface="Noto Sans KR"/>
            </a:endParaRPr>
          </a:p>
        </p:txBody>
      </p:sp>
      <p:sp>
        <p:nvSpPr>
          <p:cNvPr id="23" name="Text 2"/>
          <p:cNvSpPr/>
          <p:nvPr/>
        </p:nvSpPr>
        <p:spPr>
          <a:xfrm>
            <a:off x="1042670" y="384175"/>
            <a:ext cx="5485765" cy="3835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400" spc="199" strike="noStrike">
                <a:solidFill>
                  <a:srgbClr val="b5654a"/>
                </a:solidFill>
                <a:latin typeface="Malgun Gothic"/>
                <a:ea typeface="Malgun Gothic"/>
              </a:rPr>
              <a:t>PROJECT · </a:t>
            </a:r>
            <a:r>
              <a:rPr b="1" lang="ko-KR" sz="1400" spc="199" strike="noStrike">
                <a:solidFill>
                  <a:srgbClr val="b5654a"/>
                </a:solidFill>
                <a:latin typeface="Malgun Gothic"/>
                <a:ea typeface="Malgun Gothic"/>
              </a:rPr>
              <a:t>프로젝트 소개</a:t>
            </a:r>
            <a:endParaRPr b="0" lang="en-US" sz="1400" spc="-1" strike="noStrike">
              <a:solidFill>
                <a:srgbClr val="000000"/>
              </a:solidFill>
              <a:latin typeface="Noto Sans KR"/>
            </a:endParaRPr>
          </a:p>
        </p:txBody>
      </p:sp>
      <p:sp>
        <p:nvSpPr>
          <p:cNvPr id="24" name="Text 3"/>
          <p:cNvSpPr/>
          <p:nvPr/>
        </p:nvSpPr>
        <p:spPr>
          <a:xfrm>
            <a:off x="548640" y="895985"/>
            <a:ext cx="11063605" cy="730885"/>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ko-KR" sz="3400" spc="-1" strike="noStrike">
                <a:solidFill>
                  <a:srgbClr val="1e2621"/>
                </a:solidFill>
                <a:latin typeface="Malgun Gothic"/>
                <a:ea typeface="Malgun Gothic"/>
              </a:rPr>
              <a:t>여러분의 미니홈피는 어떤 모습이었나요</a:t>
            </a:r>
            <a:r>
              <a:rPr b="1" lang="en-US" sz="3400" spc="-1" strike="noStrike">
                <a:solidFill>
                  <a:srgbClr val="1e2621"/>
                </a:solidFill>
                <a:latin typeface="Malgun Gothic"/>
                <a:ea typeface="Malgun Gothic"/>
              </a:rPr>
              <a:t>?</a:t>
            </a:r>
            <a:endParaRPr b="0" lang="en-US" sz="3400" spc="-1" strike="noStrike">
              <a:solidFill>
                <a:srgbClr val="000000"/>
              </a:solidFill>
              <a:latin typeface="Noto Sans KR"/>
            </a:endParaRPr>
          </a:p>
        </p:txBody>
      </p:sp>
      <p:sp>
        <p:nvSpPr>
          <p:cNvPr id="25" name="Shape 4"/>
          <p:cNvSpPr/>
          <p:nvPr/>
        </p:nvSpPr>
        <p:spPr>
          <a:xfrm>
            <a:off x="548640" y="1783080"/>
            <a:ext cx="6894195" cy="4144010"/>
          </a:xfrm>
          <a:prstGeom prst="roundRect">
            <a:avLst>
              <a:gd name="adj" fmla="val 3089"/>
            </a:avLst>
          </a:prstGeom>
          <a:solidFill>
            <a:srgbClr val="fffcf6"/>
          </a:solidFill>
          <a:ln w="12700">
            <a:solidFill>
              <a:srgbClr val="d8cbb2"/>
            </a:solidFill>
            <a:round/>
          </a:ln>
          <a:effectLst>
            <a:outerShdw algn="bl" blurRad="101520" dir="5400000" dist="25560" kx="0" ky="0" rotWithShape="0" sx="100000" sy="100000">
              <a:srgbClr val="8a7a5c">
                <a:alpha val="18000"/>
              </a:srgbClr>
            </a:outerShdw>
          </a:effectLst>
        </p:spPr>
        <p:style>
          <a:lnRef idx="0"/>
          <a:fillRef idx="0"/>
          <a:effectRef idx="0"/>
          <a:fontRef idx="minor"/>
        </p:style>
        <p:txBody>
          <a:bodyPr lIns="90000" rIns="90000" tIns="45000" bIns="45000" anchor="t">
            <a:noAutofit/>
          </a:bodyPr>
          <a:p>
            <a:endParaRPr b="0" lang="en-US" sz="1800" spc="-1" strike="noStrike">
              <a:solidFill>
                <a:srgbClr val="000000"/>
              </a:solidFill>
              <a:latin typeface="Noto Sans KR"/>
            </a:endParaRPr>
          </a:p>
        </p:txBody>
      </p:sp>
      <p:sp>
        <p:nvSpPr>
          <p:cNvPr id="26" name="Shape 5"/>
          <p:cNvSpPr/>
          <p:nvPr/>
        </p:nvSpPr>
        <p:spPr>
          <a:xfrm>
            <a:off x="676910" y="1901825"/>
            <a:ext cx="109220" cy="109220"/>
          </a:xfrm>
          <a:prstGeom prst="ellipse">
            <a:avLst/>
          </a:prstGeom>
          <a:solidFill>
            <a:srgbClr val="b5654a"/>
          </a:solidFill>
          <a:ln w="12700">
            <a:solidFill>
              <a:srgbClr val="b5654a"/>
            </a:solidFill>
            <a:round/>
          </a:ln>
        </p:spPr>
        <p:style>
          <a:lnRef idx="0"/>
          <a:fillRef idx="0"/>
          <a:effectRef idx="0"/>
          <a:fontRef idx="minor"/>
        </p:style>
        <p:txBody>
          <a:bodyPr lIns="90000" rIns="90000" tIns="32760" bIns="32760" anchor="t">
            <a:noAutofit/>
          </a:bodyPr>
          <a:p>
            <a:endParaRPr b="0" lang="en-US" sz="1800" spc="-1" strike="noStrike">
              <a:solidFill>
                <a:srgbClr val="000000"/>
              </a:solidFill>
              <a:latin typeface="Noto Sans KR"/>
            </a:endParaRPr>
          </a:p>
        </p:txBody>
      </p:sp>
      <p:sp>
        <p:nvSpPr>
          <p:cNvPr id="27" name="Shape 6"/>
          <p:cNvSpPr/>
          <p:nvPr/>
        </p:nvSpPr>
        <p:spPr>
          <a:xfrm>
            <a:off x="841375" y="1901825"/>
            <a:ext cx="109220" cy="109220"/>
          </a:xfrm>
          <a:prstGeom prst="ellipse">
            <a:avLst/>
          </a:prstGeom>
          <a:solidFill>
            <a:srgbClr val="d9a441"/>
          </a:solidFill>
          <a:ln w="12700">
            <a:solidFill>
              <a:srgbClr val="d9a441"/>
            </a:solidFill>
            <a:round/>
          </a:ln>
        </p:spPr>
        <p:style>
          <a:lnRef idx="0"/>
          <a:fillRef idx="0"/>
          <a:effectRef idx="0"/>
          <a:fontRef idx="minor"/>
        </p:style>
        <p:txBody>
          <a:bodyPr lIns="90000" rIns="90000" tIns="32760" bIns="32760" anchor="t">
            <a:noAutofit/>
          </a:bodyPr>
          <a:p>
            <a:endParaRPr b="0" lang="en-US" sz="1800" spc="-1" strike="noStrike">
              <a:solidFill>
                <a:srgbClr val="000000"/>
              </a:solidFill>
              <a:latin typeface="Noto Sans KR"/>
            </a:endParaRPr>
          </a:p>
        </p:txBody>
      </p:sp>
      <p:sp>
        <p:nvSpPr>
          <p:cNvPr id="28" name="Shape 7"/>
          <p:cNvSpPr/>
          <p:nvPr/>
        </p:nvSpPr>
        <p:spPr>
          <a:xfrm>
            <a:off x="1005840" y="1901825"/>
            <a:ext cx="109220" cy="109220"/>
          </a:xfrm>
          <a:prstGeom prst="ellipse">
            <a:avLst/>
          </a:prstGeom>
          <a:solidFill>
            <a:srgbClr val="2e5a46"/>
          </a:solidFill>
          <a:ln w="12700">
            <a:solidFill>
              <a:srgbClr val="2e5a46"/>
            </a:solidFill>
            <a:round/>
          </a:ln>
        </p:spPr>
        <p:style>
          <a:lnRef idx="0"/>
          <a:fillRef idx="0"/>
          <a:effectRef idx="0"/>
          <a:fontRef idx="minor"/>
        </p:style>
        <p:txBody>
          <a:bodyPr lIns="90000" rIns="90000" tIns="32760" bIns="32760" anchor="t">
            <a:noAutofit/>
          </a:bodyPr>
          <a:p>
            <a:endParaRPr b="0" lang="en-US" sz="1800" spc="-1" strike="noStrike">
              <a:solidFill>
                <a:srgbClr val="000000"/>
              </a:solidFill>
              <a:latin typeface="Noto Sans KR"/>
            </a:endParaRPr>
          </a:p>
        </p:txBody>
      </p:sp>
      <p:sp>
        <p:nvSpPr>
          <p:cNvPr id="29" name="Text 8"/>
          <p:cNvSpPr/>
          <p:nvPr/>
        </p:nvSpPr>
        <p:spPr>
          <a:xfrm>
            <a:off x="1225550" y="1837690"/>
            <a:ext cx="6034405" cy="23749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ko-KR" sz="1100" spc="199" strike="noStrike">
                <a:solidFill>
                  <a:srgbClr val="5e5b52"/>
                </a:solidFill>
                <a:latin typeface="Malgun Gothic"/>
                <a:ea typeface="Malgun Gothic"/>
              </a:rPr>
              <a:t>우심운까 운동방 </a:t>
            </a:r>
            <a:r>
              <a:rPr b="1" lang="en-US" sz="1100" spc="199" strike="noStrike">
                <a:solidFill>
                  <a:srgbClr val="5e5b52"/>
                </a:solidFill>
                <a:latin typeface="Malgun Gothic"/>
                <a:ea typeface="Malgun Gothic"/>
              </a:rPr>
              <a:t>· MY ROOM</a:t>
            </a:r>
            <a:endParaRPr b="0" lang="en-US" sz="1100" spc="-1" strike="noStrike">
              <a:solidFill>
                <a:srgbClr val="000000"/>
              </a:solidFill>
              <a:latin typeface="Noto Sans KR"/>
            </a:endParaRPr>
          </a:p>
        </p:txBody>
      </p:sp>
      <p:pic>
        <p:nvPicPr>
          <p:cNvPr id="30" name="Image 0"/>
          <p:cNvPicPr/>
          <p:nvPr/>
        </p:nvPicPr>
        <p:blipFill>
          <a:blip r:embed="rId1"/>
          <a:stretch/>
        </p:blipFill>
        <p:spPr>
          <a:xfrm>
            <a:off x="658495" y="2240280"/>
            <a:ext cx="6674485" cy="3577590"/>
          </a:xfrm>
          <a:prstGeom prst="rect">
            <a:avLst/>
          </a:prstGeom>
          <a:ln w="0">
            <a:noFill/>
          </a:ln>
        </p:spPr>
      </p:pic>
      <p:sp>
        <p:nvSpPr>
          <p:cNvPr id="31" name="Shape 9"/>
          <p:cNvSpPr/>
          <p:nvPr/>
        </p:nvSpPr>
        <p:spPr>
          <a:xfrm>
            <a:off x="7772400" y="1828800"/>
            <a:ext cx="3867785" cy="1023620"/>
          </a:xfrm>
          <a:prstGeom prst="roundRect">
            <a:avLst>
              <a:gd name="adj" fmla="val 12500"/>
            </a:avLst>
          </a:prstGeom>
          <a:solidFill>
            <a:srgbClr val="fffcf6"/>
          </a:solidFill>
          <a:ln w="12700">
            <a:solidFill>
              <a:srgbClr val="d8cbb2"/>
            </a:solidFill>
            <a:round/>
          </a:ln>
          <a:effectLst>
            <a:outerShdw algn="bl" blurRad="101520" dir="5400000" dist="25560" kx="0" ky="0" rotWithShape="0" sx="100000" sy="100000">
              <a:srgbClr val="8a7a5c">
                <a:alpha val="18000"/>
              </a:srgbClr>
            </a:outerShdw>
          </a:effectLst>
        </p:spPr>
        <p:style>
          <a:lnRef idx="0"/>
          <a:fillRef idx="0"/>
          <a:effectRef idx="0"/>
          <a:fontRef idx="minor"/>
        </p:style>
        <p:txBody>
          <a:bodyPr lIns="90000" rIns="90000" tIns="45000" bIns="45000" anchor="t">
            <a:noAutofit/>
          </a:bodyPr>
          <a:p>
            <a:endParaRPr b="0" lang="en-US" sz="1800" spc="-1" strike="noStrike">
              <a:solidFill>
                <a:srgbClr val="000000"/>
              </a:solidFill>
              <a:latin typeface="Noto Sans KR"/>
            </a:endParaRPr>
          </a:p>
        </p:txBody>
      </p:sp>
      <p:sp>
        <p:nvSpPr>
          <p:cNvPr id="32" name="Shape 10"/>
          <p:cNvSpPr/>
          <p:nvPr/>
        </p:nvSpPr>
        <p:spPr>
          <a:xfrm>
            <a:off x="7973695" y="2048510"/>
            <a:ext cx="584835" cy="584835"/>
          </a:xfrm>
          <a:prstGeom prst="ellipse">
            <a:avLst/>
          </a:prstGeom>
          <a:solidFill>
            <a:srgbClr val="2e5a46"/>
          </a:solidFill>
          <a:ln w="12700">
            <a:solidFill>
              <a:srgbClr val="2e5a46"/>
            </a:solidFill>
            <a:round/>
          </a:ln>
        </p:spPr>
        <p:style>
          <a:lnRef idx="0"/>
          <a:fillRef idx="0"/>
          <a:effectRef idx="0"/>
          <a:fontRef idx="minor"/>
        </p:style>
        <p:txBody>
          <a:bodyPr lIns="90000" rIns="90000" tIns="45000" bIns="45000" anchor="t">
            <a:noAutofit/>
          </a:bodyPr>
          <a:p>
            <a:endParaRPr b="0" lang="en-US" sz="1800" spc="-1" strike="noStrike">
              <a:solidFill>
                <a:srgbClr val="000000"/>
              </a:solidFill>
              <a:latin typeface="Noto Sans KR"/>
            </a:endParaRPr>
          </a:p>
        </p:txBody>
      </p:sp>
      <p:pic>
        <p:nvPicPr>
          <p:cNvPr id="33" name="Image 1"/>
          <p:cNvPicPr/>
          <p:nvPr/>
        </p:nvPicPr>
        <p:blipFill>
          <a:blip r:embed="rId2"/>
          <a:stretch/>
        </p:blipFill>
        <p:spPr>
          <a:xfrm>
            <a:off x="8125460" y="2200275"/>
            <a:ext cx="280670" cy="280670"/>
          </a:xfrm>
          <a:prstGeom prst="rect">
            <a:avLst/>
          </a:prstGeom>
          <a:ln w="0">
            <a:noFill/>
          </a:ln>
        </p:spPr>
      </p:pic>
      <p:sp>
        <p:nvSpPr>
          <p:cNvPr id="34" name="Text 11"/>
          <p:cNvSpPr>
            <a:spLocks/>
          </p:cNvSpPr>
          <p:nvPr/>
        </p:nvSpPr>
        <p:spPr>
          <a:xfrm rot="0">
            <a:off x="8732520" y="1984375"/>
            <a:ext cx="2743200" cy="365760"/>
          </a:xfrm>
          <a:prstGeom prst="rect"/>
          <a:noFill/>
          <a:ln>
            <a:noFill/>
            <a:prstDash/>
          </a:ln>
        </p:spPr>
        <p:style>
          <a:lnRef idx="0"/>
          <a:fillRef idx="0"/>
          <a:effectRef idx="0"/>
          <a:fontRef idx="minor"/>
        </p:style>
        <p:txBody>
          <a:bodyPr wrap="square" lIns="0" tIns="0" rIns="0" bIns="0" numCol="1" vert="horz" anchor="t">
            <a:noAutofit/>
          </a:bodyPr>
          <a:lstStyle/>
          <a:p>
            <a:pPr marL="0" indent="0" defTabSz="914400">
              <a:lnSpc>
                <a:spcPct val="100000"/>
              </a:lnSpc>
              <a:buFontTx/>
              <a:buNone/>
              <a:tabLst>
                <a:tab pos="0" algn="l"/>
              </a:tabLst>
            </a:pPr>
            <a:r>
              <a:rPr lang="ko-KR" sz="2000" b="1" strike="noStrike">
                <a:solidFill>
                  <a:srgbClr val="1E2621"/>
                </a:solidFill>
                <a:latin typeface="Malgun Gothic" charset="0"/>
                <a:ea typeface="Malgun Gothic" charset="0"/>
              </a:rPr>
              <a:t>방</a:t>
            </a:r>
            <a:r>
              <a:rPr lang="ko-KR" sz="2000" b="1" strike="noStrike">
                <a:solidFill>
                  <a:srgbClr val="1E2621"/>
                </a:solidFill>
                <a:latin typeface="Malgun Gothic" charset="0"/>
                <a:ea typeface="Malgun Gothic" charset="0"/>
              </a:rPr>
              <a:t> </a:t>
            </a:r>
            <a:r>
              <a:rPr lang="ko-KR" sz="2000" b="1" strike="noStrike">
                <a:solidFill>
                  <a:srgbClr val="1E2621"/>
                </a:solidFill>
                <a:latin typeface="Malgun Gothic" charset="0"/>
                <a:ea typeface="Malgun Gothic" charset="0"/>
              </a:rPr>
              <a:t>꾸미기</a:t>
            </a:r>
            <a:endParaRPr lang="ko-KR" altLang="en-US" sz="2000" b="1" strike="noStrike">
              <a:solidFill>
                <a:srgbClr val="1E2621"/>
              </a:solidFill>
              <a:latin typeface="Malgun Gothic" charset="0"/>
              <a:ea typeface="Malgun Gothic" charset="0"/>
            </a:endParaRPr>
          </a:p>
        </p:txBody>
      </p:sp>
      <p:sp>
        <p:nvSpPr>
          <p:cNvPr id="35" name="Text 12"/>
          <p:cNvSpPr>
            <a:spLocks/>
          </p:cNvSpPr>
          <p:nvPr/>
        </p:nvSpPr>
        <p:spPr>
          <a:xfrm rot="0">
            <a:off x="8732520" y="2339975"/>
            <a:ext cx="2788920" cy="411480"/>
          </a:xfrm>
          <a:prstGeom prst="rect"/>
          <a:noFill/>
          <a:ln>
            <a:noFill/>
            <a:prstDash/>
          </a:ln>
        </p:spPr>
        <p:style>
          <a:lnRef idx="0"/>
          <a:fillRef idx="0"/>
          <a:effectRef idx="0"/>
          <a:fontRef idx="minor"/>
        </p:style>
        <p:txBody>
          <a:bodyPr wrap="square" lIns="0" tIns="0" rIns="0" bIns="0" numCol="1" vert="horz" anchor="t">
            <a:noAutofit/>
          </a:bodyPr>
          <a:lstStyle/>
          <a:p>
            <a:pPr marL="0" indent="0" defTabSz="914400">
              <a:lnSpc>
                <a:spcPct val="100000"/>
              </a:lnSpc>
              <a:buFontTx/>
              <a:buNone/>
              <a:tabLst>
                <a:tab pos="0" algn="l"/>
              </a:tabLst>
            </a:pPr>
            <a:r>
              <a:rPr lang="ko-KR" sz="1250" b="1" strike="noStrike">
                <a:solidFill>
                  <a:srgbClr val="5E5B52"/>
                </a:solidFill>
                <a:latin typeface="Malgun Gothic" charset="0"/>
                <a:ea typeface="Malgun Gothic" charset="0"/>
              </a:rPr>
              <a:t>가구를</a:t>
            </a:r>
            <a:r>
              <a:rPr lang="ko-KR" sz="1250" b="1" strike="noStrike">
                <a:solidFill>
                  <a:srgbClr val="5E5B52"/>
                </a:solidFill>
                <a:latin typeface="Malgun Gothic" charset="0"/>
                <a:ea typeface="Malgun Gothic" charset="0"/>
              </a:rPr>
              <a:t> </a:t>
            </a:r>
            <a:r>
              <a:rPr lang="ko-KR" sz="1250" b="1" strike="noStrike">
                <a:solidFill>
                  <a:srgbClr val="5E5B52"/>
                </a:solidFill>
                <a:latin typeface="Malgun Gothic" charset="0"/>
                <a:ea typeface="Malgun Gothic" charset="0"/>
              </a:rPr>
              <a:t>옮기고</a:t>
            </a:r>
            <a:r>
              <a:rPr lang="ko-KR" sz="1250" b="1" strike="noStrike">
                <a:solidFill>
                  <a:srgbClr val="5E5B52"/>
                </a:solidFill>
                <a:latin typeface="Malgun Gothic" charset="0"/>
                <a:ea typeface="Malgun Gothic" charset="0"/>
              </a:rPr>
              <a:t> </a:t>
            </a:r>
            <a:r>
              <a:rPr lang="ko-KR" sz="1250" b="1" strike="noStrike">
                <a:solidFill>
                  <a:srgbClr val="5E5B52"/>
                </a:solidFill>
                <a:latin typeface="Malgun Gothic" charset="0"/>
                <a:ea typeface="Malgun Gothic" charset="0"/>
              </a:rPr>
              <a:t>소품을</a:t>
            </a:r>
            <a:r>
              <a:rPr lang="ko-KR" sz="1250" b="1" strike="noStrike">
                <a:solidFill>
                  <a:srgbClr val="5E5B52"/>
                </a:solidFill>
                <a:latin typeface="Malgun Gothic" charset="0"/>
                <a:ea typeface="Malgun Gothic" charset="0"/>
              </a:rPr>
              <a:t> </a:t>
            </a:r>
            <a:r>
              <a:rPr lang="ko-KR" sz="1250" b="1" strike="noStrike">
                <a:solidFill>
                  <a:srgbClr val="5E5B52"/>
                </a:solidFill>
                <a:latin typeface="Malgun Gothic" charset="0"/>
                <a:ea typeface="Malgun Gothic" charset="0"/>
              </a:rPr>
              <a:t>하나씩</a:t>
            </a:r>
            <a:r>
              <a:rPr lang="ko-KR" sz="1250" b="1" strike="noStrike">
                <a:solidFill>
                  <a:srgbClr val="5E5B52"/>
                </a:solidFill>
                <a:latin typeface="Malgun Gothic" charset="0"/>
                <a:ea typeface="Malgun Gothic" charset="0"/>
              </a:rPr>
              <a:t> </a:t>
            </a:r>
            <a:r>
              <a:rPr lang="ko-KR" sz="1250" b="1" strike="noStrike">
                <a:solidFill>
                  <a:srgbClr val="5E5B52"/>
                </a:solidFill>
                <a:latin typeface="Malgun Gothic" charset="0"/>
                <a:ea typeface="Malgun Gothic" charset="0"/>
              </a:rPr>
              <a:t>채우던</a:t>
            </a:r>
            <a:r>
              <a:rPr lang="ko-KR" sz="1250" b="1" strike="noStrike">
                <a:solidFill>
                  <a:srgbClr val="5E5B52"/>
                </a:solidFill>
                <a:latin typeface="Malgun Gothic" charset="0"/>
                <a:ea typeface="Malgun Gothic" charset="0"/>
              </a:rPr>
              <a:t> </a:t>
            </a:r>
            <a:r>
              <a:rPr lang="ko-KR" sz="1250" b="1" strike="noStrike">
                <a:solidFill>
                  <a:srgbClr val="5E5B52"/>
                </a:solidFill>
                <a:latin typeface="Malgun Gothic" charset="0"/>
                <a:ea typeface="Malgun Gothic" charset="0"/>
              </a:rPr>
              <a:t>나만의</a:t>
            </a:r>
            <a:r>
              <a:rPr lang="ko-KR" sz="1250" b="1" strike="noStrike">
                <a:solidFill>
                  <a:srgbClr val="5E5B52"/>
                </a:solidFill>
                <a:latin typeface="Malgun Gothic" charset="0"/>
                <a:ea typeface="Malgun Gothic" charset="0"/>
              </a:rPr>
              <a:t> </a:t>
            </a:r>
            <a:r>
              <a:rPr lang="ko-KR" sz="1250" b="1" strike="noStrike">
                <a:solidFill>
                  <a:srgbClr val="5E5B52"/>
                </a:solidFill>
                <a:latin typeface="Malgun Gothic" charset="0"/>
                <a:ea typeface="Malgun Gothic" charset="0"/>
              </a:rPr>
              <a:t>공간</a:t>
            </a:r>
            <a:endParaRPr lang="ko-KR" altLang="en-US" sz="1250" b="1" strike="noStrike">
              <a:solidFill>
                <a:srgbClr val="5E5B52"/>
              </a:solidFill>
              <a:latin typeface="Malgun Gothic" charset="0"/>
              <a:ea typeface="Malgun Gothic" charset="0"/>
            </a:endParaRPr>
          </a:p>
        </p:txBody>
      </p:sp>
      <p:sp>
        <p:nvSpPr>
          <p:cNvPr id="36" name="Shape 13"/>
          <p:cNvSpPr/>
          <p:nvPr/>
        </p:nvSpPr>
        <p:spPr>
          <a:xfrm>
            <a:off x="7772400" y="3035935"/>
            <a:ext cx="3867785" cy="1023620"/>
          </a:xfrm>
          <a:prstGeom prst="roundRect">
            <a:avLst>
              <a:gd name="adj" fmla="val 12500"/>
            </a:avLst>
          </a:prstGeom>
          <a:solidFill>
            <a:srgbClr val="fffcf6"/>
          </a:solidFill>
          <a:ln w="12700">
            <a:solidFill>
              <a:srgbClr val="d8cbb2"/>
            </a:solidFill>
            <a:round/>
          </a:ln>
          <a:effectLst>
            <a:outerShdw algn="bl" blurRad="101520" dir="5400000" dist="25560" kx="0" ky="0" rotWithShape="0" sx="100000" sy="100000">
              <a:srgbClr val="8a7a5c">
                <a:alpha val="18000"/>
              </a:srgbClr>
            </a:outerShdw>
          </a:effectLst>
        </p:spPr>
        <p:style>
          <a:lnRef idx="0"/>
          <a:fillRef idx="0"/>
          <a:effectRef idx="0"/>
          <a:fontRef idx="minor"/>
        </p:style>
        <p:txBody>
          <a:bodyPr lIns="90000" rIns="90000" tIns="45000" bIns="45000" anchor="t">
            <a:noAutofit/>
          </a:bodyPr>
          <a:p>
            <a:endParaRPr b="0" lang="en-US" sz="1800" spc="-1" strike="noStrike">
              <a:solidFill>
                <a:srgbClr val="000000"/>
              </a:solidFill>
              <a:latin typeface="Noto Sans KR"/>
            </a:endParaRPr>
          </a:p>
        </p:txBody>
      </p:sp>
      <p:sp>
        <p:nvSpPr>
          <p:cNvPr id="37" name="Shape 14"/>
          <p:cNvSpPr/>
          <p:nvPr/>
        </p:nvSpPr>
        <p:spPr>
          <a:xfrm>
            <a:off x="7973695" y="3255010"/>
            <a:ext cx="584835" cy="584835"/>
          </a:xfrm>
          <a:prstGeom prst="ellipse">
            <a:avLst/>
          </a:prstGeom>
          <a:solidFill>
            <a:srgbClr val="b5654a"/>
          </a:solidFill>
          <a:ln w="12700">
            <a:solidFill>
              <a:srgbClr val="b5654a"/>
            </a:solidFill>
            <a:round/>
          </a:ln>
        </p:spPr>
        <p:style>
          <a:lnRef idx="0"/>
          <a:fillRef idx="0"/>
          <a:effectRef idx="0"/>
          <a:fontRef idx="minor"/>
        </p:style>
        <p:txBody>
          <a:bodyPr lIns="90000" rIns="90000" tIns="45000" bIns="45000" anchor="t">
            <a:noAutofit/>
          </a:bodyPr>
          <a:p>
            <a:endParaRPr b="0" lang="en-US" sz="1800" spc="-1" strike="noStrike">
              <a:solidFill>
                <a:srgbClr val="000000"/>
              </a:solidFill>
              <a:latin typeface="Noto Sans KR"/>
            </a:endParaRPr>
          </a:p>
        </p:txBody>
      </p:sp>
      <p:pic>
        <p:nvPicPr>
          <p:cNvPr id="38" name="Image 2"/>
          <p:cNvPicPr/>
          <p:nvPr/>
        </p:nvPicPr>
        <p:blipFill>
          <a:blip r:embed="rId3"/>
          <a:stretch/>
        </p:blipFill>
        <p:spPr>
          <a:xfrm>
            <a:off x="8125460" y="3407410"/>
            <a:ext cx="280670" cy="280670"/>
          </a:xfrm>
          <a:prstGeom prst="rect">
            <a:avLst/>
          </a:prstGeom>
          <a:ln w="0">
            <a:noFill/>
          </a:ln>
        </p:spPr>
      </p:pic>
      <p:sp>
        <p:nvSpPr>
          <p:cNvPr id="39" name="Text 15"/>
          <p:cNvSpPr>
            <a:spLocks/>
          </p:cNvSpPr>
          <p:nvPr/>
        </p:nvSpPr>
        <p:spPr>
          <a:xfrm rot="0">
            <a:off x="8732520" y="3191510"/>
            <a:ext cx="2743200" cy="365760"/>
          </a:xfrm>
          <a:prstGeom prst="rect"/>
          <a:noFill/>
          <a:ln>
            <a:noFill/>
            <a:prstDash/>
          </a:ln>
        </p:spPr>
        <p:style>
          <a:lnRef idx="0"/>
          <a:fillRef idx="0"/>
          <a:effectRef idx="0"/>
          <a:fontRef idx="minor"/>
        </p:style>
        <p:txBody>
          <a:bodyPr wrap="square" lIns="0" tIns="0" rIns="0" bIns="0" numCol="1" vert="horz" anchor="t">
            <a:noAutofit/>
          </a:bodyPr>
          <a:lstStyle/>
          <a:p>
            <a:pPr marL="0" indent="0" defTabSz="914400">
              <a:lnSpc>
                <a:spcPct val="100000"/>
              </a:lnSpc>
              <a:buFontTx/>
              <a:buNone/>
              <a:tabLst>
                <a:tab pos="0" algn="l"/>
              </a:tabLst>
            </a:pPr>
            <a:r>
              <a:rPr lang="ko-KR" sz="2000" b="1" strike="noStrike">
                <a:solidFill>
                  <a:srgbClr val="1E2621"/>
                </a:solidFill>
                <a:latin typeface="Malgun Gothic" charset="0"/>
                <a:ea typeface="Malgun Gothic" charset="0"/>
              </a:rPr>
              <a:t>캐릭터</a:t>
            </a:r>
            <a:endParaRPr lang="ko-KR" altLang="en-US" sz="2000" b="1" strike="noStrike">
              <a:solidFill>
                <a:srgbClr val="1E2621"/>
              </a:solidFill>
              <a:latin typeface="Malgun Gothic" charset="0"/>
              <a:ea typeface="Malgun Gothic" charset="0"/>
            </a:endParaRPr>
          </a:p>
        </p:txBody>
      </p:sp>
      <p:sp>
        <p:nvSpPr>
          <p:cNvPr id="40" name="Text 16"/>
          <p:cNvSpPr>
            <a:spLocks/>
          </p:cNvSpPr>
          <p:nvPr/>
        </p:nvSpPr>
        <p:spPr>
          <a:xfrm rot="0">
            <a:off x="8732520" y="3566160"/>
            <a:ext cx="2788920" cy="411480"/>
          </a:xfrm>
          <a:prstGeom prst="rect"/>
          <a:noFill/>
          <a:ln>
            <a:noFill/>
            <a:prstDash/>
          </a:ln>
        </p:spPr>
        <p:style>
          <a:lnRef idx="0"/>
          <a:fillRef idx="0"/>
          <a:effectRef idx="0"/>
          <a:fontRef idx="minor"/>
        </p:style>
        <p:txBody>
          <a:bodyPr wrap="square" lIns="0" tIns="0" rIns="0" bIns="0" numCol="1" vert="horz" anchor="t">
            <a:noAutofit/>
          </a:bodyPr>
          <a:lstStyle/>
          <a:p>
            <a:pPr marL="0" indent="0" defTabSz="914400">
              <a:lnSpc>
                <a:spcPct val="100000"/>
              </a:lnSpc>
              <a:buFontTx/>
              <a:buNone/>
              <a:tabLst>
                <a:tab pos="0" algn="l"/>
              </a:tabLst>
            </a:pPr>
            <a:r>
              <a:rPr lang="ko-KR" sz="1250" b="1" strike="noStrike">
                <a:solidFill>
                  <a:srgbClr val="5E5B52"/>
                </a:solidFill>
                <a:latin typeface="Malgun Gothic" charset="0"/>
                <a:ea typeface="Malgun Gothic" charset="0"/>
              </a:rPr>
              <a:t>나를 대신해 방에 서 있던 작은 아바타</a:t>
            </a:r>
            <a:endParaRPr lang="ko-KR" altLang="en-US" sz="1250" b="1" strike="noStrike">
              <a:solidFill>
                <a:srgbClr val="5E5B52"/>
              </a:solidFill>
              <a:latin typeface="Malgun Gothic" charset="0"/>
              <a:ea typeface="Malgun Gothic" charset="0"/>
            </a:endParaRPr>
          </a:p>
        </p:txBody>
      </p:sp>
      <p:sp>
        <p:nvSpPr>
          <p:cNvPr id="41" name="Shape 17"/>
          <p:cNvSpPr/>
          <p:nvPr/>
        </p:nvSpPr>
        <p:spPr>
          <a:xfrm>
            <a:off x="7772400" y="4243070"/>
            <a:ext cx="3867785" cy="1023620"/>
          </a:xfrm>
          <a:prstGeom prst="roundRect">
            <a:avLst>
              <a:gd name="adj" fmla="val 12500"/>
            </a:avLst>
          </a:prstGeom>
          <a:solidFill>
            <a:srgbClr val="fffcf6"/>
          </a:solidFill>
          <a:ln w="12700">
            <a:solidFill>
              <a:srgbClr val="d8cbb2"/>
            </a:solidFill>
            <a:round/>
          </a:ln>
          <a:effectLst>
            <a:outerShdw algn="bl" blurRad="101520" dir="5400000" dist="25560" kx="0" ky="0" rotWithShape="0" sx="100000" sy="100000">
              <a:srgbClr val="8a7a5c">
                <a:alpha val="18000"/>
              </a:srgbClr>
            </a:outerShdw>
          </a:effectLst>
        </p:spPr>
        <p:style>
          <a:lnRef idx="0"/>
          <a:fillRef idx="0"/>
          <a:effectRef idx="0"/>
          <a:fontRef idx="minor"/>
        </p:style>
        <p:txBody>
          <a:bodyPr lIns="90000" rIns="90000" tIns="45000" bIns="45000" anchor="t">
            <a:noAutofit/>
          </a:bodyPr>
          <a:p>
            <a:endParaRPr b="0" lang="en-US" sz="1800" spc="-1" strike="noStrike">
              <a:solidFill>
                <a:srgbClr val="000000"/>
              </a:solidFill>
              <a:latin typeface="Noto Sans KR"/>
            </a:endParaRPr>
          </a:p>
        </p:txBody>
      </p:sp>
      <p:sp>
        <p:nvSpPr>
          <p:cNvPr id="42" name="Shape 18"/>
          <p:cNvSpPr/>
          <p:nvPr/>
        </p:nvSpPr>
        <p:spPr>
          <a:xfrm>
            <a:off x="7973695" y="4462145"/>
            <a:ext cx="584835" cy="584835"/>
          </a:xfrm>
          <a:prstGeom prst="ellipse">
            <a:avLst/>
          </a:prstGeom>
          <a:solidFill>
            <a:srgbClr val="d9a441"/>
          </a:solidFill>
          <a:ln w="12700">
            <a:solidFill>
              <a:srgbClr val="d9a441"/>
            </a:solidFill>
            <a:round/>
          </a:ln>
        </p:spPr>
        <p:style>
          <a:lnRef idx="0"/>
          <a:fillRef idx="0"/>
          <a:effectRef idx="0"/>
          <a:fontRef idx="minor"/>
        </p:style>
        <p:txBody>
          <a:bodyPr lIns="90000" rIns="90000" tIns="45000" bIns="45000" anchor="t">
            <a:noAutofit/>
          </a:bodyPr>
          <a:p>
            <a:endParaRPr b="0" lang="en-US" sz="1800" spc="-1" strike="noStrike">
              <a:solidFill>
                <a:srgbClr val="000000"/>
              </a:solidFill>
              <a:latin typeface="Noto Sans KR"/>
            </a:endParaRPr>
          </a:p>
        </p:txBody>
      </p:sp>
      <p:pic>
        <p:nvPicPr>
          <p:cNvPr id="43" name="Image 3"/>
          <p:cNvPicPr/>
          <p:nvPr/>
        </p:nvPicPr>
        <p:blipFill>
          <a:blip r:embed="rId4"/>
          <a:stretch/>
        </p:blipFill>
        <p:spPr>
          <a:xfrm>
            <a:off x="8125460" y="4614545"/>
            <a:ext cx="280670" cy="280670"/>
          </a:xfrm>
          <a:prstGeom prst="rect">
            <a:avLst/>
          </a:prstGeom>
          <a:ln w="0">
            <a:noFill/>
          </a:ln>
        </p:spPr>
      </p:pic>
      <p:sp>
        <p:nvSpPr>
          <p:cNvPr id="44" name="Text 19"/>
          <p:cNvSpPr>
            <a:spLocks/>
          </p:cNvSpPr>
          <p:nvPr/>
        </p:nvSpPr>
        <p:spPr>
          <a:xfrm rot="0">
            <a:off x="8732520" y="4398010"/>
            <a:ext cx="2743200" cy="365760"/>
          </a:xfrm>
          <a:prstGeom prst="rect"/>
          <a:noFill/>
          <a:ln>
            <a:noFill/>
            <a:prstDash/>
          </a:ln>
        </p:spPr>
        <p:style>
          <a:lnRef idx="0"/>
          <a:fillRef idx="0"/>
          <a:effectRef idx="0"/>
          <a:fontRef idx="minor"/>
        </p:style>
        <p:txBody>
          <a:bodyPr wrap="square" lIns="0" tIns="0" rIns="0" bIns="0" numCol="1" vert="horz" anchor="t">
            <a:noAutofit/>
          </a:bodyPr>
          <a:lstStyle/>
          <a:p>
            <a:pPr marL="0" indent="0" defTabSz="914400">
              <a:lnSpc>
                <a:spcPct val="100000"/>
              </a:lnSpc>
              <a:buFontTx/>
              <a:buNone/>
              <a:tabLst>
                <a:tab pos="0" algn="l"/>
              </a:tabLst>
            </a:pPr>
            <a:r>
              <a:rPr lang="ko-KR" sz="2000" b="1" strike="noStrike">
                <a:solidFill>
                  <a:srgbClr val="1E2621"/>
                </a:solidFill>
                <a:latin typeface="Malgun Gothic" charset="0"/>
                <a:ea typeface="Malgun Gothic" charset="0"/>
              </a:rPr>
              <a:t>친구 방문</a:t>
            </a:r>
            <a:endParaRPr lang="ko-KR" altLang="en-US" sz="2000" b="1" strike="noStrike">
              <a:solidFill>
                <a:srgbClr val="1E2621"/>
              </a:solidFill>
              <a:latin typeface="Malgun Gothic" charset="0"/>
              <a:ea typeface="Malgun Gothic" charset="0"/>
            </a:endParaRPr>
          </a:p>
        </p:txBody>
      </p:sp>
      <p:sp>
        <p:nvSpPr>
          <p:cNvPr id="45" name="Text 20"/>
          <p:cNvSpPr>
            <a:spLocks/>
          </p:cNvSpPr>
          <p:nvPr/>
        </p:nvSpPr>
        <p:spPr>
          <a:xfrm rot="0">
            <a:off x="8732520" y="4773295"/>
            <a:ext cx="2788920" cy="411480"/>
          </a:xfrm>
          <a:prstGeom prst="rect"/>
          <a:noFill/>
          <a:ln>
            <a:noFill/>
            <a:prstDash/>
          </a:ln>
        </p:spPr>
        <p:style>
          <a:lnRef idx="0"/>
          <a:fillRef idx="0"/>
          <a:effectRef idx="0"/>
          <a:fontRef idx="minor"/>
        </p:style>
        <p:txBody>
          <a:bodyPr wrap="square" lIns="0" tIns="0" rIns="0" bIns="0" numCol="1" vert="horz" anchor="t">
            <a:noAutofit/>
          </a:bodyPr>
          <a:lstStyle/>
          <a:p>
            <a:pPr marL="0" indent="0" defTabSz="914400">
              <a:lnSpc>
                <a:spcPct val="100000"/>
              </a:lnSpc>
              <a:buFontTx/>
              <a:buNone/>
              <a:tabLst>
                <a:tab pos="0" algn="l"/>
              </a:tabLst>
            </a:pPr>
            <a:r>
              <a:rPr lang="en-US" sz="1250" b="1" strike="noStrike">
                <a:solidFill>
                  <a:srgbClr val="5E5B52"/>
                </a:solidFill>
                <a:latin typeface="Malgun Gothic" charset="0"/>
                <a:ea typeface="Malgun Gothic" charset="0"/>
              </a:rPr>
              <a:t>TODAY · TOTAL, </a:t>
            </a:r>
            <a:r>
              <a:rPr lang="ko-KR" sz="1250" b="1" strike="noStrike">
                <a:solidFill>
                  <a:srgbClr val="5E5B52"/>
                </a:solidFill>
                <a:latin typeface="Malgun Gothic" charset="0"/>
                <a:ea typeface="Malgun Gothic" charset="0"/>
              </a:rPr>
              <a:t>오늘은 누가 다녀갔을까</a:t>
            </a:r>
            <a:r>
              <a:rPr lang="en-US" sz="1250" b="1" strike="noStrike">
                <a:solidFill>
                  <a:srgbClr val="5E5B52"/>
                </a:solidFill>
                <a:latin typeface="Malgun Gothic" charset="0"/>
                <a:ea typeface="Malgun Gothic" charset="0"/>
              </a:rPr>
              <a:t>?</a:t>
            </a:r>
            <a:endParaRPr lang="ko-KR" altLang="en-US" sz="1250" b="1" strike="noStrike">
              <a:solidFill>
                <a:srgbClr val="5E5B52"/>
              </a:solidFill>
              <a:latin typeface="Malgun Gothic" charset="0"/>
              <a:ea typeface="Malgun Gothic" charset="0"/>
            </a:endParaRPr>
          </a:p>
        </p:txBody>
      </p:sp>
      <p:sp>
        <p:nvSpPr>
          <p:cNvPr id="46" name="Shape 21"/>
          <p:cNvSpPr>
            <a:spLocks/>
          </p:cNvSpPr>
          <p:nvPr/>
        </p:nvSpPr>
        <p:spPr>
          <a:xfrm rot="0">
            <a:off x="7772400" y="5449570"/>
            <a:ext cx="3868420" cy="822960"/>
          </a:xfrm>
          <a:prstGeom prst="roundRect">
            <a:avLst>
              <a:gd name="adj" fmla="val 15556"/>
            </a:avLst>
          </a:prstGeom>
          <a:solidFill>
            <a:srgbClr val="2E5A46"/>
          </a:solidFill>
          <a:ln w="12700" cap="flat" cmpd="sng">
            <a:solidFill>
              <a:srgbClr val="2E5A46">
                <a:alpha val="100000"/>
              </a:srgbClr>
            </a:solidFill>
            <a:prstDash val="solid"/>
            <a:round/>
          </a:ln>
          <a:effectLst>
            <a:outerShdw sx="100000" sy="100000" blurRad="101520" dist="25560" dir="5400000" rotWithShape="0" algn="bl">
              <a:srgbClr val="8A7A5C">
                <a:alpha val="17647"/>
              </a:srgbClr>
            </a:outerShdw>
          </a:effectLst>
        </p:spPr>
        <p:style>
          <a:lnRef idx="0"/>
          <a:fillRef idx="0"/>
          <a:effectRef idx="0"/>
          <a:fontRef idx="minor"/>
        </p:style>
        <p:txBody>
          <a:bodyPr wrap="square" lIns="90170" tIns="45085" rIns="90170" bIns="45085" numCol="1" vert="horz" anchor="t">
            <a:noAutofit/>
          </a:bodyPr>
          <a:lstStyle/>
          <a:p>
            <a:pPr marL="0" indent="0" algn="ctr">
              <a:buFontTx/>
              <a:buNone/>
            </a:pPr>
            <a:endParaRPr lang="ko-KR" altLang="en-US" sz="1800" b="0" strike="noStrike">
              <a:solidFill>
                <a:srgbClr val="000000"/>
              </a:solidFill>
              <a:latin typeface="Noto Sans KR" charset="0"/>
            </a:endParaRPr>
          </a:p>
        </p:txBody>
      </p:sp>
      <p:sp>
        <p:nvSpPr>
          <p:cNvPr id="47" name="Text 22"/>
          <p:cNvSpPr>
            <a:spLocks/>
          </p:cNvSpPr>
          <p:nvPr/>
        </p:nvSpPr>
        <p:spPr>
          <a:xfrm rot="0">
            <a:off x="7926070" y="5513705"/>
            <a:ext cx="3566160" cy="695325"/>
          </a:xfrm>
          <a:prstGeom prst="rect"/>
          <a:noFill/>
          <a:ln>
            <a:noFill/>
            <a:prstDash/>
          </a:ln>
        </p:spPr>
        <p:style>
          <a:lnRef idx="0"/>
          <a:fillRef idx="0"/>
          <a:effectRef idx="0"/>
          <a:fontRef idx="minor"/>
        </p:style>
        <p:txBody>
          <a:bodyPr wrap="square" lIns="0" tIns="0" rIns="0" bIns="0" numCol="1" vert="horz" anchor="ctr">
            <a:noAutofit/>
          </a:bodyPr>
          <a:lstStyle/>
          <a:p>
            <a:pPr marL="0" indent="0" algn="ctr" defTabSz="914400">
              <a:lnSpc>
                <a:spcPct val="100000"/>
              </a:lnSpc>
              <a:buFontTx/>
              <a:buNone/>
              <a:tabLst>
                <a:tab pos="0" algn="l"/>
              </a:tabLst>
            </a:pPr>
            <a:r>
              <a:rPr lang="ko-KR" sz="2000" b="1" strike="noStrike">
                <a:solidFill>
                  <a:srgbClr val="FFFFFF"/>
                </a:solidFill>
                <a:latin typeface="Malgun Gothic" charset="0"/>
                <a:ea typeface="Malgun Gothic" charset="0"/>
              </a:rPr>
              <a:t>나만의</a:t>
            </a:r>
            <a:r>
              <a:rPr lang="ko-KR" sz="2000" b="1" strike="noStrike">
                <a:solidFill>
                  <a:srgbClr val="FFFFFF"/>
                </a:solidFill>
                <a:latin typeface="Malgun Gothic" charset="0"/>
                <a:ea typeface="Malgun Gothic" charset="0"/>
              </a:rPr>
              <a:t> </a:t>
            </a:r>
            <a:r>
              <a:rPr lang="ko-KR" sz="2000" b="1" strike="noStrike">
                <a:solidFill>
                  <a:srgbClr val="FFFFFF"/>
                </a:solidFill>
                <a:latin typeface="Malgun Gothic" charset="0"/>
                <a:ea typeface="Malgun Gothic" charset="0"/>
              </a:rPr>
              <a:t>공간을</a:t>
            </a:r>
            <a:r>
              <a:rPr lang="ko-KR" sz="2000" b="1" strike="noStrike">
                <a:solidFill>
                  <a:srgbClr val="FFFFFF"/>
                </a:solidFill>
                <a:latin typeface="Malgun Gothic" charset="0"/>
                <a:ea typeface="Malgun Gothic" charset="0"/>
              </a:rPr>
              <a:t> </a:t>
            </a:r>
            <a:r>
              <a:rPr lang="ko-KR" sz="2000" b="1" strike="noStrike">
                <a:solidFill>
                  <a:srgbClr val="FFFFFF"/>
                </a:solidFill>
                <a:latin typeface="Malgun Gothic" charset="0"/>
                <a:ea typeface="Malgun Gothic" charset="0"/>
              </a:rPr>
              <a:t>꾸미고</a:t>
            </a:r>
            <a:endParaRPr lang="ko-KR" altLang="en-US" sz="2000" b="1" strike="noStrike">
              <a:solidFill>
                <a:srgbClr val="FFFFFF"/>
              </a:solidFill>
              <a:latin typeface="Malgun Gothic" charset="0"/>
              <a:ea typeface="Malgun Gothic" charset="0"/>
            </a:endParaRPr>
          </a:p>
          <a:p>
            <a:pPr marL="0" indent="0" algn="ctr" defTabSz="914400">
              <a:lnSpc>
                <a:spcPct val="100000"/>
              </a:lnSpc>
              <a:buFontTx/>
              <a:buNone/>
              <a:tabLst>
                <a:tab pos="0" algn="l"/>
              </a:tabLst>
            </a:pPr>
            <a:r>
              <a:rPr lang="ko-KR" sz="2000" b="1" strike="noStrike">
                <a:solidFill>
                  <a:srgbClr val="FFFFFF"/>
                </a:solidFill>
                <a:latin typeface="Malgun Gothic" charset="0"/>
                <a:ea typeface="Malgun Gothic" charset="0"/>
              </a:rPr>
              <a:t>친구와 공유하는 재미</a:t>
            </a:r>
            <a:endParaRPr lang="ko-KR" altLang="en-US" sz="2000" b="1" strike="noStrike">
              <a:solidFill>
                <a:srgbClr val="FFFFFF"/>
              </a:solidFill>
              <a:latin typeface="Malgun Gothic" charset="0"/>
              <a:ea typeface="Malgun Gothic" charset="0"/>
            </a:endParaRPr>
          </a:p>
        </p:txBody>
      </p:sp>
      <p:sp>
        <p:nvSpPr>
          <p:cNvPr id="48" name="Text 23"/>
          <p:cNvSpPr/>
          <p:nvPr/>
        </p:nvSpPr>
        <p:spPr>
          <a:xfrm>
            <a:off x="548640" y="6446520"/>
            <a:ext cx="4571365" cy="227965"/>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1" lang="en-US" sz="900" spc="199" strike="noStrike">
                <a:solidFill>
                  <a:srgbClr val="9a907c"/>
                </a:solidFill>
                <a:latin typeface="Malgun Gothic"/>
                <a:ea typeface="Malgun Gothic"/>
              </a:rPr>
              <a:t>WOOSIMWOONKKA · MY MOVE CLUB</a:t>
            </a:r>
            <a:endParaRPr b="0" lang="en-US" sz="900" spc="-1" strike="noStrike">
              <a:solidFill>
                <a:srgbClr val="000000"/>
              </a:solidFill>
              <a:latin typeface="Noto Sans KR"/>
            </a:endParaRPr>
          </a:p>
        </p:txBody>
      </p:sp>
      <p:sp>
        <p:nvSpPr>
          <p:cNvPr id="49" name="Text 24"/>
          <p:cNvSpPr/>
          <p:nvPr/>
        </p:nvSpPr>
        <p:spPr>
          <a:xfrm>
            <a:off x="11182985" y="6446520"/>
            <a:ext cx="456565" cy="227965"/>
          </a:xfrm>
          <a:prstGeom prst="rect">
            <a:avLst/>
          </a:prstGeom>
          <a:noFill/>
          <a:ln w="0">
            <a:noFill/>
          </a:ln>
        </p:spPr>
        <p:style>
          <a:lnRef idx="0"/>
          <a:fillRef idx="0"/>
          <a:effectRef idx="0"/>
          <a:fontRef idx="minor"/>
        </p:style>
        <p:txBody>
          <a:bodyPr lIns="0" rIns="0" tIns="0" bIns="0" anchor="t">
            <a:noAutofit/>
          </a:bodyPr>
          <a:p>
            <a:pPr algn="r" defTabSz="914400">
              <a:lnSpc>
                <a:spcPct val="100000"/>
              </a:lnSpc>
              <a:tabLst>
                <a:tab algn="l" pos="0"/>
              </a:tabLst>
            </a:pPr>
            <a:r>
              <a:rPr b="1" lang="en-US" sz="900" spc="-1" strike="noStrike">
                <a:solidFill>
                  <a:srgbClr val="9a907c"/>
                </a:solidFill>
                <a:latin typeface="Malgun Gothic"/>
                <a:ea typeface="Malgun Gothic"/>
              </a:rPr>
              <a:t>03</a:t>
            </a:r>
            <a:endParaRPr b="0" lang="en-US" sz="900" spc="-1" strike="noStrike">
              <a:solidFill>
                <a:srgbClr val="000000"/>
              </a:solidFill>
              <a:latin typeface="Noto Sans KR"/>
            </a:endParaRPr>
          </a:p>
        </p:txBody>
      </p:sp>
    </p:spTree>
  </p:cSld>
  <mc:AlternateContent xmlns:mc="http://schemas.openxmlformats.org/markup-compatibility/2006">
    <mc:Choice xmlns:p14="http://schemas.microsoft.com/office/powerpoint/2010/main" Requires="p14">
      <p:transition spd="slow" p14:dur="2000"/>
    </mc:Choice>
    <mc:Fallback>
      <p:transition spd="slow"/>
    </mc:Fallback>
  </mc:AlternateContent>
  <p:timing>
    <p:tnLst>
      <p:par>
        <p:cTn id="1" dur="indefinite" restart="never" nodeType="tmRoot"/>
      </p:par>
    </p:tnLst>
  </p:timing>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7F1E6"/>
        </a:solidFill>
      </p:bgPr>
    </p:bg>
    <p:spTree>
      <p:nvGrpSpPr>
        <p:cNvPr id="1" name=""/>
        <p:cNvGrpSpPr/>
        <p:nvPr/>
      </p:nvGrpSpPr>
      <p:grpSpPr>
        <a:xfrm>
          <a:off x="0" y="0"/>
          <a:ext cx="0" cy="0"/>
          <a:chOff x="0" y="0"/>
          <a:chExt cx="0" cy="0"/>
        </a:xfrm>
      </p:grpSpPr>
      <p:sp>
        <p:nvSpPr>
          <p:cNvPr id="50" name="Shape 0"/>
          <p:cNvSpPr/>
          <p:nvPr/>
        </p:nvSpPr>
        <p:spPr>
          <a:xfrm>
            <a:off x="548640" y="384175"/>
            <a:ext cx="383540" cy="383540"/>
          </a:xfrm>
          <a:prstGeom prst="ellipse">
            <a:avLst/>
          </a:prstGeom>
          <a:solidFill>
            <a:srgbClr val="2e5a46"/>
          </a:solidFill>
          <a:ln w="12700">
            <a:solidFill>
              <a:srgbClr val="2e5a46"/>
            </a:solidFill>
            <a:round/>
          </a:ln>
        </p:spPr>
        <p:style>
          <a:lnRef idx="0"/>
          <a:fillRef idx="0"/>
          <a:effectRef idx="0"/>
          <a:fontRef idx="minor"/>
        </p:style>
        <p:txBody>
          <a:bodyPr lIns="90000" rIns="90000" tIns="45000" bIns="45000" anchor="t">
            <a:noAutofit/>
          </a:bodyPr>
          <a:p>
            <a:endParaRPr b="0" lang="en-US" sz="1800" spc="-1" strike="noStrike">
              <a:solidFill>
                <a:srgbClr val="000000"/>
              </a:solidFill>
              <a:latin typeface="Noto Sans KR"/>
            </a:endParaRPr>
          </a:p>
        </p:txBody>
      </p:sp>
      <p:sp>
        <p:nvSpPr>
          <p:cNvPr id="51" name="Text 1"/>
          <p:cNvSpPr/>
          <p:nvPr/>
        </p:nvSpPr>
        <p:spPr>
          <a:xfrm>
            <a:off x="548640" y="384175"/>
            <a:ext cx="383540" cy="38354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300" spc="-1" strike="noStrike">
                <a:solidFill>
                  <a:srgbClr val="ffffff"/>
                </a:solidFill>
                <a:latin typeface="Malgun Gothic"/>
                <a:ea typeface="Malgun Gothic"/>
              </a:rPr>
              <a:t>02</a:t>
            </a:r>
            <a:endParaRPr b="0" lang="en-US" sz="1300" spc="-1" strike="noStrike">
              <a:solidFill>
                <a:srgbClr val="000000"/>
              </a:solidFill>
              <a:latin typeface="Noto Sans KR"/>
            </a:endParaRPr>
          </a:p>
        </p:txBody>
      </p:sp>
      <p:sp>
        <p:nvSpPr>
          <p:cNvPr id="52" name="Text 2"/>
          <p:cNvSpPr/>
          <p:nvPr/>
        </p:nvSpPr>
        <p:spPr>
          <a:xfrm>
            <a:off x="1042670" y="384175"/>
            <a:ext cx="5485765" cy="3835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400" spc="199" strike="noStrike">
                <a:solidFill>
                  <a:srgbClr val="b5654a"/>
                </a:solidFill>
                <a:latin typeface="Malgun Gothic"/>
                <a:ea typeface="Malgun Gothic"/>
              </a:rPr>
              <a:t>GOAL · 운동을 미루는 이유</a:t>
            </a:r>
            <a:r>
              <a:rPr b="1" lang="ko-KR" sz="1400" spc="199" strike="noStrike">
                <a:solidFill>
                  <a:srgbClr val="b5654a"/>
                </a:solidFill>
                <a:latin typeface="Malgun Gothic"/>
                <a:ea typeface="Malgun Gothic"/>
              </a:rPr>
              <a:t/>
            </a:r>
            <a:endParaRPr b="0" lang="en-US" sz="1400" spc="-1" strike="noStrike">
              <a:solidFill>
                <a:srgbClr val="000000"/>
              </a:solidFill>
              <a:latin typeface="Noto Sans KR"/>
            </a:endParaRPr>
          </a:p>
        </p:txBody>
      </p:sp>
      <p:sp>
        <p:nvSpPr>
          <p:cNvPr id="53" name="Text 3"/>
          <p:cNvSpPr/>
          <p:nvPr/>
        </p:nvSpPr>
        <p:spPr>
          <a:xfrm>
            <a:off x="548640" y="895985"/>
            <a:ext cx="11063605" cy="730885"/>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3000" spc="-1" strike="noStrike">
                <a:solidFill>
                  <a:srgbClr val="1e2621"/>
                </a:solidFill>
                <a:latin typeface="Malgun Gothic"/>
                <a:ea typeface="Malgun Gothic"/>
              </a:rPr>
              <a:t>“</a:t>
            </a:r>
            <a:r>
              <a:rPr b="1" lang="ko-KR" sz="3000" spc="-1" strike="noStrike">
                <a:solidFill>
                  <a:srgbClr val="1e2621"/>
                </a:solidFill>
                <a:latin typeface="Malgun Gothic"/>
                <a:ea typeface="Malgun Gothic"/>
              </a:rPr>
              <a:t>운동을 찾는 시간을 줄이고</a:t>
            </a:r>
            <a:r>
              <a:rPr b="1" lang="en-US" sz="3000" spc="-1" strike="noStrike">
                <a:solidFill>
                  <a:srgbClr val="1e2621"/>
                </a:solidFill>
                <a:latin typeface="Malgun Gothic"/>
                <a:ea typeface="Malgun Gothic"/>
              </a:rPr>
              <a:t>, </a:t>
            </a:r>
            <a:r>
              <a:rPr b="1" lang="ko-KR" sz="3000" spc="-1" strike="noStrike">
                <a:solidFill>
                  <a:srgbClr val="1e2621"/>
                </a:solidFill>
                <a:latin typeface="Malgun Gothic"/>
                <a:ea typeface="Malgun Gothic"/>
              </a:rPr>
              <a:t>움직이는 날을 늘린다”</a:t>
            </a:r>
            <a:endParaRPr b="0" lang="en-US" sz="3000" spc="-1" strike="noStrike">
              <a:solidFill>
                <a:srgbClr val="000000"/>
              </a:solidFill>
              <a:latin typeface="Noto Sans KR"/>
            </a:endParaRPr>
          </a:p>
        </p:txBody>
      </p:sp>
      <p:sp>
        <p:nvSpPr>
          <p:cNvPr id="54" name="Shape 4"/>
          <p:cNvSpPr/>
          <p:nvPr/>
        </p:nvSpPr>
        <p:spPr>
          <a:xfrm>
            <a:off x="548640" y="1874520"/>
            <a:ext cx="3748405" cy="3931285"/>
          </a:xfrm>
          <a:prstGeom prst="roundRect">
            <a:avLst>
              <a:gd name="adj" fmla="val 3415"/>
            </a:avLst>
          </a:prstGeom>
          <a:solidFill>
            <a:srgbClr val="2e5a46"/>
          </a:solidFill>
          <a:ln w="12700">
            <a:solidFill>
              <a:srgbClr val="2e5a46"/>
            </a:solidFill>
            <a:round/>
          </a:ln>
          <a:effectLst>
            <a:outerShdw algn="bl" blurRad="101520" dir="5400000" dist="25560" kx="0" ky="0" rotWithShape="0" sx="100000" sy="100000">
              <a:srgbClr val="8a7a5c">
                <a:alpha val="18000"/>
              </a:srgbClr>
            </a:outerShdw>
          </a:effectLst>
        </p:spPr>
        <p:style>
          <a:lnRef idx="0"/>
          <a:fillRef idx="0"/>
          <a:effectRef idx="0"/>
          <a:fontRef idx="minor"/>
        </p:style>
        <p:txBody>
          <a:bodyPr lIns="90000" rIns="90000" tIns="45000" bIns="45000" anchor="t">
            <a:noAutofit/>
          </a:bodyPr>
          <a:p>
            <a:endParaRPr b="0" lang="en-US" sz="1800" spc="-1" strike="noStrike">
              <a:solidFill>
                <a:srgbClr val="000000"/>
              </a:solidFill>
              <a:latin typeface="Noto Sans KR"/>
            </a:endParaRPr>
          </a:p>
        </p:txBody>
      </p:sp>
      <p:sp>
        <p:nvSpPr>
          <p:cNvPr id="55" name="Text 5"/>
          <p:cNvSpPr/>
          <p:nvPr/>
        </p:nvSpPr>
        <p:spPr>
          <a:xfrm>
            <a:off x="822960" y="2148840"/>
            <a:ext cx="3199765" cy="410845"/>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1" lang="ko-KR" sz="1800" spc="-1" strike="noStrike">
                <a:solidFill>
                  <a:srgbClr val="cfe0d5"/>
                </a:solidFill>
                <a:latin typeface="Malgun Gothic"/>
                <a:ea typeface="Malgun Gothic"/>
              </a:rPr>
              <a:t>생활체육 참여율</a:t>
            </a:r>
            <a:endParaRPr b="0" lang="en-US" sz="1800" spc="-1" strike="noStrike">
              <a:solidFill>
                <a:srgbClr val="000000"/>
              </a:solidFill>
              <a:latin typeface="Noto Sans KR"/>
            </a:endParaRPr>
          </a:p>
        </p:txBody>
      </p:sp>
      <p:sp>
        <p:nvSpPr>
          <p:cNvPr id="56" name="Text 6"/>
          <p:cNvSpPr/>
          <p:nvPr/>
        </p:nvSpPr>
        <p:spPr>
          <a:xfrm>
            <a:off x="822960" y="2606040"/>
            <a:ext cx="3199765" cy="1188085"/>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1" lang="en-US" sz="6600" spc="-1" strike="noStrike">
                <a:solidFill>
                  <a:srgbClr val="ffffff"/>
                </a:solidFill>
                <a:latin typeface="Malgun Gothic"/>
                <a:ea typeface="Malgun Gothic"/>
              </a:rPr>
              <a:t>62.9%</a:t>
            </a:r>
            <a:endParaRPr b="0" lang="en-US" sz="6600" spc="-1" strike="noStrike">
              <a:solidFill>
                <a:srgbClr val="000000"/>
              </a:solidFill>
              <a:latin typeface="Noto Sans KR"/>
            </a:endParaRPr>
          </a:p>
        </p:txBody>
      </p:sp>
      <p:sp>
        <p:nvSpPr>
          <p:cNvPr id="57" name="Text 7"/>
          <p:cNvSpPr/>
          <p:nvPr/>
        </p:nvSpPr>
        <p:spPr>
          <a:xfrm>
            <a:off x="822960" y="3840480"/>
            <a:ext cx="3199765" cy="319405"/>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1" lang="ko-KR" sz="1400" spc="-1" strike="noStrike">
                <a:solidFill>
                  <a:srgbClr val="cfe0d5"/>
                </a:solidFill>
                <a:latin typeface="Malgun Gothic"/>
                <a:ea typeface="Malgun Gothic"/>
              </a:rPr>
              <a:t>주 </a:t>
            </a:r>
            <a:r>
              <a:rPr b="1" lang="en-US" sz="1400" spc="-1" strike="noStrike">
                <a:solidFill>
                  <a:srgbClr val="cfe0d5"/>
                </a:solidFill>
                <a:latin typeface="Malgun Gothic"/>
                <a:ea typeface="Malgun Gothic"/>
              </a:rPr>
              <a:t>1</a:t>
            </a:r>
            <a:r>
              <a:rPr b="1" lang="ko-KR" sz="1400" spc="-1" strike="noStrike">
                <a:solidFill>
                  <a:srgbClr val="cfe0d5"/>
                </a:solidFill>
                <a:latin typeface="Malgun Gothic"/>
                <a:ea typeface="Malgun Gothic"/>
              </a:rPr>
              <a:t>회 이상 </a:t>
            </a:r>
            <a:r>
              <a:rPr b="1" lang="en-US" sz="1400" spc="-1" strike="noStrike">
                <a:solidFill>
                  <a:srgbClr val="cfe0d5"/>
                </a:solidFill>
                <a:latin typeface="Malgun Gothic"/>
                <a:ea typeface="Malgun Gothic"/>
              </a:rPr>
              <a:t>· 1</a:t>
            </a:r>
            <a:r>
              <a:rPr b="1" lang="ko-KR" sz="1400" spc="-1" strike="noStrike">
                <a:solidFill>
                  <a:srgbClr val="cfe0d5"/>
                </a:solidFill>
                <a:latin typeface="Malgun Gothic"/>
                <a:ea typeface="Malgun Gothic"/>
              </a:rPr>
              <a:t>회 </a:t>
            </a:r>
            <a:r>
              <a:rPr b="1" lang="en-US" sz="1400" spc="-1" strike="noStrike">
                <a:solidFill>
                  <a:srgbClr val="cfe0d5"/>
                </a:solidFill>
                <a:latin typeface="Malgun Gothic"/>
                <a:ea typeface="Malgun Gothic"/>
              </a:rPr>
              <a:t>30</a:t>
            </a:r>
            <a:r>
              <a:rPr b="1" lang="ko-KR" sz="1400" spc="-1" strike="noStrike">
                <a:solidFill>
                  <a:srgbClr val="cfe0d5"/>
                </a:solidFill>
                <a:latin typeface="Malgun Gothic"/>
                <a:ea typeface="Malgun Gothic"/>
              </a:rPr>
              <a:t>분 이상</a:t>
            </a:r>
            <a:endParaRPr b="0" lang="en-US" sz="1400" spc="-1" strike="noStrike">
              <a:solidFill>
                <a:srgbClr val="000000"/>
              </a:solidFill>
              <a:latin typeface="Noto Sans KR"/>
            </a:endParaRPr>
          </a:p>
        </p:txBody>
      </p:sp>
      <p:sp>
        <p:nvSpPr>
          <p:cNvPr id="58" name="Text 8"/>
          <p:cNvSpPr/>
          <p:nvPr/>
        </p:nvSpPr>
        <p:spPr>
          <a:xfrm>
            <a:off x="822960" y="4572000"/>
            <a:ext cx="3291205" cy="868045"/>
          </a:xfrm>
          <a:prstGeom prst="rect">
            <a:avLst/>
          </a:prstGeom>
          <a:noFill/>
          <a:ln w="0">
            <a:noFill/>
          </a:ln>
        </p:spPr>
        <p:style>
          <a:lnRef idx="0"/>
          <a:fillRef idx="0"/>
          <a:effectRef idx="0"/>
          <a:fontRef idx="minor"/>
        </p:style>
        <p:txBody>
          <a:bodyPr lIns="0" rIns="0" tIns="0" bIns="0" anchor="t">
            <a:noAutofit/>
          </a:bodyPr>
          <a:p>
            <a:pPr defTabSz="914400">
              <a:lnSpc>
                <a:spcPct val="110000"/>
              </a:lnSpc>
              <a:tabLst>
                <a:tab algn="l" pos="0"/>
              </a:tabLst>
            </a:pPr>
            <a:r>
              <a:rPr b="1" lang="ko-KR" sz="1700" spc="-1" strike="noStrike">
                <a:solidFill>
                  <a:srgbClr val="d9a441"/>
                </a:solidFill>
                <a:latin typeface="Malgun Gothic"/>
                <a:ea typeface="Malgun Gothic"/>
              </a:rPr>
              <a:t>참여자는 많지만</a:t>
            </a:r>
            <a:r>
              <a:rPr b="1" lang="en-US" sz="1700" spc="-1" strike="noStrike">
                <a:solidFill>
                  <a:srgbClr val="d9a441"/>
                </a:solidFill>
                <a:latin typeface="Malgun Gothic"/>
                <a:ea typeface="Malgun Gothic"/>
              </a:rPr>
              <a:t>,</a:t>
            </a:r>
            <a:endParaRPr b="0" lang="en-US" sz="1700" spc="-1" strike="noStrike">
              <a:solidFill>
                <a:srgbClr val="000000"/>
              </a:solidFill>
              <a:latin typeface="Noto Sans KR"/>
            </a:endParaRPr>
          </a:p>
          <a:p>
            <a:pPr defTabSz="914400">
              <a:lnSpc>
                <a:spcPct val="110000"/>
              </a:lnSpc>
              <a:tabLst>
                <a:tab algn="l" pos="0"/>
              </a:tabLst>
            </a:pPr>
            <a:r>
              <a:rPr b="1" lang="ko-KR" sz="1700" spc="-1" strike="noStrike">
                <a:solidFill>
                  <a:srgbClr val="d9a441"/>
                </a:solidFill>
                <a:latin typeface="Malgun Gothic"/>
                <a:ea typeface="Malgun Gothic"/>
              </a:rPr>
              <a:t>꾸준함의 장벽은 남아 있다</a:t>
            </a:r>
            <a:endParaRPr b="0" lang="en-US" sz="1700" spc="-1" strike="noStrike">
              <a:solidFill>
                <a:srgbClr val="000000"/>
              </a:solidFill>
              <a:latin typeface="Noto Sans KR"/>
            </a:endParaRPr>
          </a:p>
        </p:txBody>
      </p:sp>
      <p:sp>
        <p:nvSpPr>
          <p:cNvPr id="59" name="Shape 9"/>
          <p:cNvSpPr/>
          <p:nvPr/>
        </p:nvSpPr>
        <p:spPr>
          <a:xfrm>
            <a:off x="4572000" y="1874520"/>
            <a:ext cx="7068185" cy="3931285"/>
          </a:xfrm>
          <a:prstGeom prst="roundRect">
            <a:avLst>
              <a:gd name="adj" fmla="val 3256"/>
            </a:avLst>
          </a:prstGeom>
          <a:solidFill>
            <a:srgbClr val="fffcf6"/>
          </a:solidFill>
          <a:ln w="12700">
            <a:solidFill>
              <a:srgbClr val="d8cbb2"/>
            </a:solidFill>
            <a:round/>
          </a:ln>
          <a:effectLst>
            <a:outerShdw algn="bl" blurRad="101520" dir="5400000" dist="25560" kx="0" ky="0" rotWithShape="0" sx="100000" sy="100000">
              <a:srgbClr val="8a7a5c">
                <a:alpha val="18000"/>
              </a:srgbClr>
            </a:outerShdw>
          </a:effectLst>
        </p:spPr>
        <p:style>
          <a:lnRef idx="0"/>
          <a:fillRef idx="0"/>
          <a:effectRef idx="0"/>
          <a:fontRef idx="minor"/>
        </p:style>
        <p:txBody>
          <a:bodyPr lIns="90000" rIns="90000" tIns="45000" bIns="45000" anchor="t">
            <a:noAutofit/>
          </a:bodyPr>
          <a:p>
            <a:endParaRPr b="0" lang="en-US" sz="1800" spc="-1" strike="noStrike">
              <a:solidFill>
                <a:srgbClr val="000000"/>
              </a:solidFill>
              <a:latin typeface="Noto Sans KR"/>
            </a:endParaRPr>
          </a:p>
        </p:txBody>
      </p:sp>
      <p:sp>
        <p:nvSpPr>
          <p:cNvPr id="60" name="Text 10"/>
          <p:cNvSpPr/>
          <p:nvPr/>
        </p:nvSpPr>
        <p:spPr>
          <a:xfrm>
            <a:off x="4846320" y="2084705"/>
            <a:ext cx="6583045" cy="365125"/>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1" lang="ko-KR" sz="1700" spc="-1" strike="noStrike">
                <a:solidFill>
                  <a:srgbClr val="1e2621"/>
                </a:solidFill>
                <a:latin typeface="Malgun Gothic"/>
                <a:ea typeface="Malgun Gothic"/>
              </a:rPr>
              <a:t>규칙적으로 운동하지 못하는 이유 </a:t>
            </a:r>
            <a:r>
              <a:rPr b="1" lang="en-US" sz="1700" spc="-1" strike="noStrike">
                <a:solidFill>
                  <a:srgbClr val="1e2621"/>
                </a:solidFill>
                <a:latin typeface="Malgun Gothic"/>
                <a:ea typeface="Malgun Gothic"/>
              </a:rPr>
              <a:t>(</a:t>
            </a:r>
            <a:r>
              <a:rPr b="1" lang="ko-KR" sz="1700" spc="-1" strike="noStrike">
                <a:solidFill>
                  <a:srgbClr val="1e2621"/>
                </a:solidFill>
                <a:latin typeface="Malgun Gothic"/>
                <a:ea typeface="Malgun Gothic"/>
              </a:rPr>
              <a:t>복수 응답</a:t>
            </a:r>
            <a:r>
              <a:rPr b="1" lang="en-US" sz="1700" spc="-1" strike="noStrike">
                <a:solidFill>
                  <a:srgbClr val="1e2621"/>
                </a:solidFill>
                <a:latin typeface="Malgun Gothic"/>
                <a:ea typeface="Malgun Gothic"/>
              </a:rPr>
              <a:t>, %)</a:t>
            </a:r>
            <a:endParaRPr b="0" lang="en-US" sz="1700" spc="-1" strike="noStrike">
              <a:solidFill>
                <a:srgbClr val="000000"/>
              </a:solidFill>
              <a:latin typeface="Noto Sans KR"/>
            </a:endParaRPr>
          </a:p>
        </p:txBody>
      </p:sp>
      <p:sp>
        <p:nvSpPr>
          <p:cNvPr id="62" name="Text 11"/>
          <p:cNvSpPr/>
          <p:nvPr/>
        </p:nvSpPr>
        <p:spPr>
          <a:xfrm>
            <a:off x="548640" y="5943600"/>
            <a:ext cx="11063605" cy="319405"/>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1" lang="en-US" sz="1500" spc="-1" strike="noStrike">
                <a:solidFill>
                  <a:srgbClr val="2e5a46"/>
                </a:solidFill>
                <a:latin typeface="Malgun Gothic"/>
                <a:ea typeface="Malgun Gothic"/>
              </a:rPr>
              <a:t>→ </a:t>
            </a:r>
            <a:r>
              <a:rPr b="1" lang="ko-KR" sz="1500" spc="-1" strike="noStrike">
                <a:solidFill>
                  <a:srgbClr val="2e5a46"/>
                </a:solidFill>
                <a:latin typeface="Malgun Gothic"/>
                <a:ea typeface="Malgun Gothic"/>
              </a:rPr>
              <a:t>우심운까는 ‘무엇을</a:t>
            </a:r>
            <a:r>
              <a:rPr b="1" lang="en-US" sz="1500" spc="-1" strike="noStrike">
                <a:solidFill>
                  <a:srgbClr val="2e5a46"/>
                </a:solidFill>
                <a:latin typeface="Malgun Gothic"/>
                <a:ea typeface="Malgun Gothic"/>
              </a:rPr>
              <a:t>, </a:t>
            </a:r>
            <a:r>
              <a:rPr b="1" lang="ko-KR" sz="1500" spc="-1" strike="noStrike">
                <a:solidFill>
                  <a:srgbClr val="2e5a46"/>
                </a:solidFill>
                <a:latin typeface="Malgun Gothic"/>
                <a:ea typeface="Malgun Gothic"/>
              </a:rPr>
              <a:t>어디서</a:t>
            </a:r>
            <a:r>
              <a:rPr b="1" lang="en-US" sz="1500" spc="-1" strike="noStrike">
                <a:solidFill>
                  <a:srgbClr val="2e5a46"/>
                </a:solidFill>
                <a:latin typeface="Malgun Gothic"/>
                <a:ea typeface="Malgun Gothic"/>
              </a:rPr>
              <a:t>, </a:t>
            </a:r>
            <a:r>
              <a:rPr b="1" lang="ko-KR" sz="1500" spc="-1" strike="noStrike">
                <a:solidFill>
                  <a:srgbClr val="2e5a46"/>
                </a:solidFill>
                <a:latin typeface="Malgun Gothic"/>
                <a:ea typeface="Malgun Gothic"/>
              </a:rPr>
              <a:t>지금 시간 안에’ 고르는 부담을 줄여 운동 시작을 돕습니다</a:t>
            </a:r>
            <a:endParaRPr b="0" lang="en-US" sz="1500" spc="-1" strike="noStrike">
              <a:solidFill>
                <a:srgbClr val="000000"/>
              </a:solidFill>
              <a:latin typeface="Noto Sans KR"/>
            </a:endParaRPr>
          </a:p>
        </p:txBody>
      </p:sp>
      <p:sp>
        <p:nvSpPr>
          <p:cNvPr id="63" name="Text 12"/>
          <p:cNvSpPr/>
          <p:nvPr/>
        </p:nvSpPr>
        <p:spPr>
          <a:xfrm>
            <a:off x="548640" y="6263640"/>
            <a:ext cx="7314565" cy="227965"/>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ko-KR" sz="1000" spc="-1" strike="noStrike">
                <a:solidFill>
                  <a:srgbClr val="8c8472"/>
                </a:solidFill>
                <a:latin typeface="Malgun Gothic"/>
                <a:ea typeface="Malgun Gothic"/>
              </a:rPr>
              <a:t>자료</a:t>
            </a:r>
            <a:r>
              <a:rPr b="0" lang="en-US" sz="1000" spc="-1" strike="noStrike">
                <a:solidFill>
                  <a:srgbClr val="8c8472"/>
                </a:solidFill>
                <a:latin typeface="Malgun Gothic"/>
                <a:ea typeface="Malgun Gothic"/>
              </a:rPr>
              <a:t>: </a:t>
            </a:r>
            <a:r>
              <a:rPr b="0" lang="ko-KR" sz="1000" spc="-1" strike="noStrike">
                <a:solidFill>
                  <a:srgbClr val="8c8472"/>
                </a:solidFill>
                <a:latin typeface="Malgun Gothic"/>
                <a:ea typeface="Malgun Gothic"/>
              </a:rPr>
              <a:t>문화체육관광부</a:t>
            </a:r>
            <a:r>
              <a:rPr b="0" lang="en-US" sz="1000" spc="-1" strike="noStrike">
                <a:solidFill>
                  <a:srgbClr val="8c8472"/>
                </a:solidFill>
                <a:latin typeface="Malgun Gothic"/>
                <a:ea typeface="Malgun Gothic"/>
              </a:rPr>
              <a:t>, 2025</a:t>
            </a:r>
            <a:r>
              <a:rPr b="0" lang="ko-KR" sz="1000" spc="-1" strike="noStrike">
                <a:solidFill>
                  <a:srgbClr val="8c8472"/>
                </a:solidFill>
                <a:latin typeface="Malgun Gothic"/>
                <a:ea typeface="Malgun Gothic"/>
              </a:rPr>
              <a:t>년 국민생활체육조사 결과</a:t>
            </a:r>
            <a:r>
              <a:rPr b="0" lang="en-US" sz="1000" spc="-1" strike="noStrike">
                <a:solidFill>
                  <a:srgbClr val="8c8472"/>
                </a:solidFill>
                <a:latin typeface="Malgun Gothic"/>
                <a:ea typeface="Malgun Gothic"/>
              </a:rPr>
              <a:t>(2026. 1. 23. </a:t>
            </a:r>
            <a:r>
              <a:rPr b="0" lang="ko-KR" sz="1000" spc="-1" strike="noStrike">
                <a:solidFill>
                  <a:srgbClr val="8c8472"/>
                </a:solidFill>
                <a:latin typeface="Malgun Gothic"/>
                <a:ea typeface="Malgun Gothic"/>
              </a:rPr>
              <a:t>발표</a:t>
            </a:r>
            <a:r>
              <a:rPr b="0" lang="en-US" sz="1000" spc="-1" strike="noStrike">
                <a:solidFill>
                  <a:srgbClr val="8c8472"/>
                </a:solidFill>
                <a:latin typeface="Malgun Gothic"/>
                <a:ea typeface="Malgun Gothic"/>
              </a:rPr>
              <a:t>)</a:t>
            </a:r>
            <a:endParaRPr b="0" lang="en-US" sz="1000" spc="-1" strike="noStrike">
              <a:solidFill>
                <a:srgbClr val="000000"/>
              </a:solidFill>
              <a:latin typeface="Noto Sans KR"/>
            </a:endParaRPr>
          </a:p>
        </p:txBody>
      </p:sp>
      <p:grpSp>
        <p:nvGrpSpPr>
          <p:cNvPr id="67" name="그룹 8"/>
          <p:cNvGrpSpPr>
            <a:grpSpLocks/>
          </p:cNvGrpSpPr>
          <p:nvPr/>
        </p:nvGrpSpPr>
        <p:grpSpPr>
          <a:xfrm rot="0">
            <a:off x="4754880" y="2514600"/>
            <a:ext cx="6675120" cy="3154680"/>
            <a:chOff x="4754880" y="2514600"/>
            <a:chExt cx="6675120" cy="3154680"/>
          </a:xfrm>
        </p:grpSpPr>
        <p:graphicFrame>
          <p:nvGraphicFramePr>
            <p:cNvPr id="61" name="Chart 0"/>
            <p:cNvGraphicFramePr/>
            <p:nvPr/>
          </p:nvGraphicFramePr>
          <p:xfrm>
            <a:off x="4754880" y="2514600"/>
            <a:ext cx="6675120" cy="3154680"/>
          </p:xfrm>
          <a:graphic>
            <a:graphicData uri="http://schemas.openxmlformats.org/drawingml/2006/chart">
              <c:chart xmlns:c="http://schemas.openxmlformats.org/drawingml/2006/chart" xmlns:r="http://schemas.openxmlformats.org/officeDocument/2006/relationships" r:id="rId1"/>
            </a:graphicData>
          </a:graphic>
        </p:graphicFrame>
        <p:sp>
          <p:nvSpPr>
            <p:cNvPr id="64" name="도형 1"/>
            <p:cNvSpPr>
              <a:spLocks/>
            </p:cNvSpPr>
            <p:nvPr/>
          </p:nvSpPr>
          <p:spPr>
            <a:xfrm rot="0">
              <a:off x="10452735" y="2824480"/>
              <a:ext cx="764540" cy="567690"/>
            </a:xfrm>
            <a:prstGeom prst="rect"/>
            <a:solidFill>
              <a:srgbClr val="FFFCF6"/>
            </a:solidFill>
            <a:ln>
              <a:noFill/>
              <a:prstDash/>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vert="horz" anchor="ctr">
              <a:noAutofit/>
            </a:bodyPr>
            <a:lstStyle/>
            <a:p>
              <a:pPr marL="0" indent="0" algn="ctr" hangingPunct="1"/>
              <a:r>
                <a:rPr sz="1800" b="1">
                  <a:solidFill>
                    <a:schemeClr val="tx1"/>
                  </a:solidFill>
                  <a:latin typeface="맑은 고딕" charset="0"/>
                  <a:ea typeface="맑은 고딕" charset="0"/>
                </a:rPr>
                <a:t>6</a:t>
              </a:r>
              <a:r>
                <a:rPr sz="1800" b="1">
                  <a:solidFill>
                    <a:schemeClr val="tx1"/>
                  </a:solidFill>
                  <a:latin typeface="맑은 고딕" charset="0"/>
                  <a:ea typeface="맑은 고딕" charset="0"/>
                </a:rPr>
                <a:t>1%</a:t>
              </a:r>
              <a:endParaRPr lang="ko-KR" altLang="en-US" sz="1800" b="1">
                <a:solidFill>
                  <a:schemeClr val="tx1"/>
                </a:solidFill>
                <a:latin typeface="맑은 고딕" charset="0"/>
                <a:ea typeface="맑은 고딕" charset="0"/>
              </a:endParaRPr>
            </a:p>
          </p:txBody>
        </p:sp>
        <p:sp>
          <p:nvSpPr>
            <p:cNvPr id="65" name="도형 6"/>
            <p:cNvSpPr>
              <a:spLocks/>
            </p:cNvSpPr>
            <p:nvPr/>
          </p:nvSpPr>
          <p:spPr>
            <a:xfrm rot="0">
              <a:off x="9792970" y="3797300"/>
              <a:ext cx="764540" cy="567690"/>
            </a:xfrm>
            <a:prstGeom prst="rect"/>
            <a:solidFill>
              <a:srgbClr val="FFFCF6"/>
            </a:solidFill>
            <a:ln>
              <a:noFill/>
              <a:prstDash/>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vert="horz" anchor="ctr">
              <a:noAutofit/>
            </a:bodyPr>
            <a:lstStyle/>
            <a:p>
              <a:pPr marL="0" indent="0" algn="ctr" hangingPunct="1"/>
              <a:r>
                <a:rPr lang="ko-KR" sz="1800" b="1">
                  <a:solidFill>
                    <a:schemeClr val="tx1"/>
                  </a:solidFill>
                  <a:latin typeface="맑은 고딕" charset="0"/>
                  <a:ea typeface="맑은 고딕" charset="0"/>
                </a:rPr>
                <a:t>5</a:t>
              </a:r>
              <a:r>
                <a:rPr sz="1800" b="1">
                  <a:solidFill>
                    <a:schemeClr val="tx1"/>
                  </a:solidFill>
                  <a:latin typeface="맑은 고딕" charset="0"/>
                  <a:ea typeface="맑은 고딕" charset="0"/>
                </a:rPr>
                <a:t>1%</a:t>
              </a:r>
              <a:endParaRPr lang="ko-KR" altLang="en-US" sz="1800" b="1">
                <a:solidFill>
                  <a:schemeClr val="tx1"/>
                </a:solidFill>
                <a:latin typeface="맑은 고딕" charset="0"/>
                <a:ea typeface="맑은 고딕" charset="0"/>
              </a:endParaRPr>
            </a:p>
          </p:txBody>
        </p:sp>
        <p:sp>
          <p:nvSpPr>
            <p:cNvPr id="66" name="도형 7"/>
            <p:cNvSpPr>
              <a:spLocks/>
            </p:cNvSpPr>
            <p:nvPr/>
          </p:nvSpPr>
          <p:spPr>
            <a:xfrm rot="0">
              <a:off x="8554720" y="4804410"/>
              <a:ext cx="764540" cy="567690"/>
            </a:xfrm>
            <a:prstGeom prst="rect"/>
            <a:solidFill>
              <a:srgbClr val="FFFCF6"/>
            </a:solidFill>
            <a:ln>
              <a:noFill/>
              <a:prstDash/>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vert="horz" anchor="ctr">
              <a:noAutofit/>
            </a:bodyPr>
            <a:lstStyle/>
            <a:p>
              <a:pPr marL="0" indent="0" algn="ctr" hangingPunct="1"/>
              <a:r>
                <a:rPr lang="ko-KR" sz="1800" b="1">
                  <a:solidFill>
                    <a:schemeClr val="tx1"/>
                  </a:solidFill>
                  <a:latin typeface="맑은 고딕" charset="0"/>
                  <a:ea typeface="맑은 고딕" charset="0"/>
                </a:rPr>
                <a:t>3</a:t>
              </a:r>
              <a:r>
                <a:rPr sz="1800" b="1">
                  <a:solidFill>
                    <a:schemeClr val="tx1"/>
                  </a:solidFill>
                  <a:latin typeface="맑은 고딕" charset="0"/>
                  <a:ea typeface="맑은 고딕" charset="0"/>
                </a:rPr>
                <a:t>1%</a:t>
              </a:r>
              <a:endParaRPr lang="ko-KR" altLang="en-US" sz="1800" b="1">
                <a:solidFill>
                  <a:schemeClr val="tx1"/>
                </a:solidFill>
                <a:latin typeface="맑은 고딕" charset="0"/>
                <a:ea typeface="맑은 고딕" charset="0"/>
              </a:endParaRPr>
            </a:p>
          </p:txBody>
        </p:sp>
      </p:grpSp>
    </p:spTree>
  </p:cSld>
  <mc:AlternateContent xmlns:mc="http://schemas.openxmlformats.org/markup-compatibility/2006">
    <mc:Choice xmlns:p14="http://schemas.microsoft.com/office/powerpoint/2010/main" Requires="p14">
      <p:transition spd="slow" p14:dur="2000"/>
    </mc:Choice>
    <mc:Fallback>
      <p:transition spd="slow"/>
    </mc:Fallback>
  </mc:AlternateContent>
  <p:timing>
    <p:tnLst>
      <p:par>
        <p:cTn id="1" dur="indefinite" restart="never" nodeType="tmRoot"/>
      </p:par>
    </p:tnLst>
  </p:timing>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7F1E6"/>
        </a:solidFill>
      </p:bgPr>
    </p:bg>
    <p:spTree>
      <p:nvGrpSpPr>
        <p:cNvPr id="1" name=""/>
        <p:cNvGrpSpPr/>
        <p:nvPr/>
      </p:nvGrpSpPr>
      <p:grpSpPr>
        <a:xfrm>
          <a:off x="0" y="0"/>
          <a:ext cx="0" cy="0"/>
          <a:chOff x="0" y="0"/>
          <a:chExt cx="0" cy="0"/>
        </a:xfrm>
      </p:grpSpPr>
      <p:sp>
        <p:nvSpPr>
          <p:cNvPr id="64" name="Shape 0"/>
          <p:cNvSpPr/>
          <p:nvPr/>
        </p:nvSpPr>
        <p:spPr>
          <a:xfrm>
            <a:off x="548640" y="384175"/>
            <a:ext cx="383540" cy="383540"/>
          </a:xfrm>
          <a:prstGeom prst="ellipse">
            <a:avLst/>
          </a:prstGeom>
          <a:solidFill>
            <a:srgbClr val="2e5a46"/>
          </a:solidFill>
          <a:ln w="12700">
            <a:solidFill>
              <a:srgbClr val="2e5a46"/>
            </a:solidFill>
            <a:round/>
          </a:ln>
        </p:spPr>
        <p:style>
          <a:lnRef idx="0"/>
          <a:fillRef idx="0"/>
          <a:effectRef idx="0"/>
          <a:fontRef idx="minor"/>
        </p:style>
        <p:txBody>
          <a:bodyPr lIns="90000" rIns="90000" tIns="45000" bIns="45000" anchor="t">
            <a:noAutofit/>
          </a:bodyPr>
          <a:p>
            <a:endParaRPr b="0" lang="en-US" sz="1800" spc="-1" strike="noStrike">
              <a:solidFill>
                <a:srgbClr val="000000"/>
              </a:solidFill>
              <a:latin typeface="Noto Sans KR"/>
            </a:endParaRPr>
          </a:p>
        </p:txBody>
      </p:sp>
      <p:sp>
        <p:nvSpPr>
          <p:cNvPr id="65" name="Text 1"/>
          <p:cNvSpPr/>
          <p:nvPr/>
        </p:nvSpPr>
        <p:spPr>
          <a:xfrm>
            <a:off x="548640" y="384175"/>
            <a:ext cx="383540" cy="38354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300" spc="-1" strike="noStrike">
                <a:solidFill>
                  <a:srgbClr val="ffffff"/>
                </a:solidFill>
                <a:latin typeface="Malgun Gothic"/>
                <a:ea typeface="Malgun Gothic"/>
              </a:rPr>
              <a:t>02</a:t>
            </a:r>
            <a:endParaRPr b="0" lang="en-US" sz="1300" spc="-1" strike="noStrike">
              <a:solidFill>
                <a:srgbClr val="000000"/>
              </a:solidFill>
              <a:latin typeface="Noto Sans KR"/>
            </a:endParaRPr>
          </a:p>
        </p:txBody>
      </p:sp>
      <p:sp>
        <p:nvSpPr>
          <p:cNvPr id="66" name="Text 2"/>
          <p:cNvSpPr/>
          <p:nvPr/>
        </p:nvSpPr>
        <p:spPr>
          <a:xfrm>
            <a:off x="1042670" y="384175"/>
            <a:ext cx="5485765" cy="3835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400" spc="199" strike="noStrike">
                <a:solidFill>
                  <a:srgbClr val="b5654a"/>
                </a:solidFill>
                <a:latin typeface="Malgun Gothic"/>
                <a:ea typeface="Malgun Gothic"/>
              </a:rPr>
              <a:t>GOAL · </a:t>
            </a:r>
            <a:r>
              <a:rPr b="1" lang="ko-KR" sz="1400" spc="199" strike="noStrike">
                <a:solidFill>
                  <a:srgbClr val="b5654a"/>
                </a:solidFill>
                <a:latin typeface="Malgun Gothic"/>
                <a:ea typeface="Malgun Gothic"/>
              </a:rPr>
              <a:t>프로젝트 목표</a:t>
            </a:r>
            <a:endParaRPr b="0" lang="en-US" sz="1400" spc="-1" strike="noStrike">
              <a:solidFill>
                <a:srgbClr val="000000"/>
              </a:solidFill>
              <a:latin typeface="Noto Sans KR"/>
            </a:endParaRPr>
          </a:p>
        </p:txBody>
      </p:sp>
      <p:sp>
        <p:nvSpPr>
          <p:cNvPr id="67" name="Text 3"/>
          <p:cNvSpPr/>
          <p:nvPr/>
        </p:nvSpPr>
        <p:spPr>
          <a:xfrm>
            <a:off x="548640" y="895985"/>
            <a:ext cx="11063605" cy="730885"/>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ko-KR" sz="3400" spc="-1" strike="noStrike">
                <a:solidFill>
                  <a:srgbClr val="1e2621"/>
                </a:solidFill>
                <a:latin typeface="Malgun Gothic"/>
                <a:ea typeface="Malgun Gothic"/>
              </a:rPr>
              <a:t>내 방을 꾸미듯</a:t>
            </a:r>
            <a:r>
              <a:rPr b="1" lang="en-US" sz="3400" spc="-1" strike="noStrike">
                <a:solidFill>
                  <a:srgbClr val="1e2621"/>
                </a:solidFill>
                <a:latin typeface="Malgun Gothic"/>
                <a:ea typeface="Malgun Gothic"/>
              </a:rPr>
              <a:t>, </a:t>
            </a:r>
            <a:r>
              <a:rPr b="1" lang="ko-KR" sz="3400" spc="-1" strike="noStrike">
                <a:solidFill>
                  <a:srgbClr val="1e2621"/>
                </a:solidFill>
                <a:latin typeface="Malgun Gothic"/>
                <a:ea typeface="Malgun Gothic"/>
              </a:rPr>
              <a:t>내 운동 습관도 키울 수 없을까</a:t>
            </a:r>
            <a:r>
              <a:rPr b="1" lang="en-US" sz="3400" spc="-1" strike="noStrike">
                <a:solidFill>
                  <a:srgbClr val="1e2621"/>
                </a:solidFill>
                <a:latin typeface="Malgun Gothic"/>
                <a:ea typeface="Malgun Gothic"/>
              </a:rPr>
              <a:t>?</a:t>
            </a:r>
            <a:endParaRPr b="0" lang="en-US" sz="3400" spc="-1" strike="noStrike">
              <a:solidFill>
                <a:srgbClr val="000000"/>
              </a:solidFill>
              <a:latin typeface="Noto Sans KR"/>
            </a:endParaRPr>
          </a:p>
        </p:txBody>
      </p:sp>
      <p:sp>
        <p:nvSpPr>
          <p:cNvPr id="68" name="Shape 4"/>
          <p:cNvSpPr/>
          <p:nvPr/>
        </p:nvSpPr>
        <p:spPr>
          <a:xfrm>
            <a:off x="548640" y="1874520"/>
            <a:ext cx="2605405" cy="2331085"/>
          </a:xfrm>
          <a:prstGeom prst="roundRect">
            <a:avLst>
              <a:gd name="adj" fmla="val 5490"/>
            </a:avLst>
          </a:prstGeom>
          <a:solidFill>
            <a:srgbClr val="fffcf6"/>
          </a:solidFill>
          <a:ln w="12700">
            <a:solidFill>
              <a:srgbClr val="d8cbb2"/>
            </a:solidFill>
            <a:round/>
          </a:ln>
          <a:effectLst>
            <a:outerShdw algn="bl" blurRad="101520" dir="5400000" dist="25560" kx="0" ky="0" rotWithShape="0" sx="100000" sy="100000">
              <a:srgbClr val="8a7a5c">
                <a:alpha val="18000"/>
              </a:srgbClr>
            </a:outerShdw>
          </a:effectLst>
        </p:spPr>
        <p:style>
          <a:lnRef idx="0"/>
          <a:fillRef idx="0"/>
          <a:effectRef idx="0"/>
          <a:fontRef idx="minor"/>
        </p:style>
        <p:txBody>
          <a:bodyPr lIns="90000" rIns="90000" tIns="45000" bIns="45000" anchor="t">
            <a:noAutofit/>
          </a:bodyPr>
          <a:p>
            <a:endParaRPr b="0" lang="en-US" sz="1800" spc="-1" strike="noStrike">
              <a:solidFill>
                <a:srgbClr val="000000"/>
              </a:solidFill>
              <a:latin typeface="Noto Sans KR"/>
            </a:endParaRPr>
          </a:p>
        </p:txBody>
      </p:sp>
      <p:sp>
        <p:nvSpPr>
          <p:cNvPr id="69" name="Shape 5"/>
          <p:cNvSpPr/>
          <p:nvPr/>
        </p:nvSpPr>
        <p:spPr>
          <a:xfrm>
            <a:off x="822960" y="2103120"/>
            <a:ext cx="713105" cy="713105"/>
          </a:xfrm>
          <a:prstGeom prst="ellipse">
            <a:avLst/>
          </a:prstGeom>
          <a:solidFill>
            <a:srgbClr val="2e5a46"/>
          </a:solidFill>
          <a:ln w="12700">
            <a:solidFill>
              <a:srgbClr val="2e5a46"/>
            </a:solidFill>
            <a:round/>
          </a:ln>
        </p:spPr>
        <p:style>
          <a:lnRef idx="0"/>
          <a:fillRef idx="0"/>
          <a:effectRef idx="0"/>
          <a:fontRef idx="minor"/>
        </p:style>
        <p:txBody>
          <a:bodyPr lIns="90000" rIns="90000" tIns="45000" bIns="45000" anchor="t">
            <a:noAutofit/>
          </a:bodyPr>
          <a:p>
            <a:endParaRPr b="0" lang="en-US" sz="1800" spc="-1" strike="noStrike">
              <a:solidFill>
                <a:srgbClr val="000000"/>
              </a:solidFill>
              <a:latin typeface="Noto Sans KR"/>
            </a:endParaRPr>
          </a:p>
        </p:txBody>
      </p:sp>
      <p:pic>
        <p:nvPicPr>
          <p:cNvPr id="70" name="Image 0"/>
          <p:cNvPicPr/>
          <p:nvPr/>
        </p:nvPicPr>
        <p:blipFill>
          <a:blip r:embed="rId1"/>
          <a:stretch/>
        </p:blipFill>
        <p:spPr>
          <a:xfrm>
            <a:off x="1008380" y="2288540"/>
            <a:ext cx="342265" cy="342265"/>
          </a:xfrm>
          <a:prstGeom prst="rect">
            <a:avLst/>
          </a:prstGeom>
          <a:ln w="0">
            <a:noFill/>
          </a:ln>
        </p:spPr>
      </p:pic>
      <p:sp>
        <p:nvSpPr>
          <p:cNvPr id="71" name="Text 6"/>
          <p:cNvSpPr/>
          <p:nvPr/>
        </p:nvSpPr>
        <p:spPr>
          <a:xfrm>
            <a:off x="822960" y="2971800"/>
            <a:ext cx="2148205" cy="410845"/>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1" lang="ko-KR" sz="2000" spc="-1" strike="noStrike">
                <a:solidFill>
                  <a:srgbClr val="1e2621"/>
                </a:solidFill>
                <a:latin typeface="Malgun Gothic"/>
                <a:ea typeface="Malgun Gothic"/>
              </a:rPr>
              <a:t>나만의 운동방</a:t>
            </a:r>
            <a:endParaRPr b="0" lang="en-US" sz="2000" spc="-1" strike="noStrike">
              <a:solidFill>
                <a:srgbClr val="000000"/>
              </a:solidFill>
              <a:latin typeface="Noto Sans KR"/>
            </a:endParaRPr>
          </a:p>
        </p:txBody>
      </p:sp>
      <p:sp>
        <p:nvSpPr>
          <p:cNvPr id="72" name="Text 7"/>
          <p:cNvSpPr/>
          <p:nvPr/>
        </p:nvSpPr>
        <p:spPr>
          <a:xfrm>
            <a:off x="822960" y="3429000"/>
            <a:ext cx="2102485" cy="639445"/>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1" lang="ko-KR" sz="1400" spc="-1" strike="noStrike">
                <a:solidFill>
                  <a:srgbClr val="5e5b52"/>
                </a:solidFill>
                <a:latin typeface="Malgun Gothic"/>
                <a:ea typeface="Malgun Gothic"/>
              </a:rPr>
              <a:t>다시 방문하고 싶은 공간</a:t>
            </a:r>
            <a:endParaRPr b="0" lang="en-US" sz="1400" spc="-1" strike="noStrike">
              <a:solidFill>
                <a:srgbClr val="000000"/>
              </a:solidFill>
              <a:latin typeface="Noto Sans KR"/>
            </a:endParaRPr>
          </a:p>
        </p:txBody>
      </p:sp>
      <p:sp>
        <p:nvSpPr>
          <p:cNvPr id="73" name="Shape 8"/>
          <p:cNvSpPr/>
          <p:nvPr/>
        </p:nvSpPr>
        <p:spPr>
          <a:xfrm>
            <a:off x="3368040" y="1874520"/>
            <a:ext cx="2605405" cy="2331085"/>
          </a:xfrm>
          <a:prstGeom prst="roundRect">
            <a:avLst>
              <a:gd name="adj" fmla="val 5490"/>
            </a:avLst>
          </a:prstGeom>
          <a:solidFill>
            <a:srgbClr val="fffcf6"/>
          </a:solidFill>
          <a:ln w="12700">
            <a:solidFill>
              <a:srgbClr val="d8cbb2"/>
            </a:solidFill>
            <a:round/>
          </a:ln>
          <a:effectLst>
            <a:outerShdw algn="bl" blurRad="101520" dir="5400000" dist="25560" kx="0" ky="0" rotWithShape="0" sx="100000" sy="100000">
              <a:srgbClr val="8a7a5c">
                <a:alpha val="18000"/>
              </a:srgbClr>
            </a:outerShdw>
          </a:effectLst>
        </p:spPr>
        <p:style>
          <a:lnRef idx="0"/>
          <a:fillRef idx="0"/>
          <a:effectRef idx="0"/>
          <a:fontRef idx="minor"/>
        </p:style>
        <p:txBody>
          <a:bodyPr lIns="90000" rIns="90000" tIns="45000" bIns="45000" anchor="t">
            <a:noAutofit/>
          </a:bodyPr>
          <a:p>
            <a:endParaRPr b="0" lang="en-US" sz="1800" spc="-1" strike="noStrike">
              <a:solidFill>
                <a:srgbClr val="000000"/>
              </a:solidFill>
              <a:latin typeface="Noto Sans KR"/>
            </a:endParaRPr>
          </a:p>
        </p:txBody>
      </p:sp>
      <p:sp>
        <p:nvSpPr>
          <p:cNvPr id="74" name="Shape 9"/>
          <p:cNvSpPr/>
          <p:nvPr/>
        </p:nvSpPr>
        <p:spPr>
          <a:xfrm>
            <a:off x="3642360" y="2103120"/>
            <a:ext cx="713105" cy="713105"/>
          </a:xfrm>
          <a:prstGeom prst="ellipse">
            <a:avLst/>
          </a:prstGeom>
          <a:solidFill>
            <a:srgbClr val="b5654a"/>
          </a:solidFill>
          <a:ln w="12700">
            <a:solidFill>
              <a:srgbClr val="b5654a"/>
            </a:solidFill>
            <a:round/>
          </a:ln>
        </p:spPr>
        <p:style>
          <a:lnRef idx="0"/>
          <a:fillRef idx="0"/>
          <a:effectRef idx="0"/>
          <a:fontRef idx="minor"/>
        </p:style>
        <p:txBody>
          <a:bodyPr lIns="90000" rIns="90000" tIns="45000" bIns="45000" anchor="t">
            <a:noAutofit/>
          </a:bodyPr>
          <a:p>
            <a:endParaRPr b="0" lang="en-US" sz="1800" spc="-1" strike="noStrike">
              <a:solidFill>
                <a:srgbClr val="000000"/>
              </a:solidFill>
              <a:latin typeface="Noto Sans KR"/>
            </a:endParaRPr>
          </a:p>
        </p:txBody>
      </p:sp>
      <p:pic>
        <p:nvPicPr>
          <p:cNvPr id="75" name="Image 1"/>
          <p:cNvPicPr/>
          <p:nvPr/>
        </p:nvPicPr>
        <p:blipFill>
          <a:blip r:embed="rId2"/>
          <a:stretch/>
        </p:blipFill>
        <p:spPr>
          <a:xfrm>
            <a:off x="3827780" y="2288540"/>
            <a:ext cx="342265" cy="342265"/>
          </a:xfrm>
          <a:prstGeom prst="rect">
            <a:avLst/>
          </a:prstGeom>
          <a:ln w="0">
            <a:noFill/>
          </a:ln>
        </p:spPr>
      </p:pic>
      <p:sp>
        <p:nvSpPr>
          <p:cNvPr id="76" name="Text 10"/>
          <p:cNvSpPr/>
          <p:nvPr/>
        </p:nvSpPr>
        <p:spPr>
          <a:xfrm>
            <a:off x="3642360" y="2971800"/>
            <a:ext cx="2148205" cy="410845"/>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1" lang="ko-KR" sz="2000" spc="-1" strike="noStrike">
                <a:solidFill>
                  <a:srgbClr val="1e2621"/>
                </a:solidFill>
                <a:latin typeface="Malgun Gothic"/>
                <a:ea typeface="Malgun Gothic"/>
              </a:rPr>
              <a:t>운동 기록과 보상</a:t>
            </a:r>
            <a:endParaRPr b="0" lang="en-US" sz="2000" spc="-1" strike="noStrike">
              <a:solidFill>
                <a:srgbClr val="000000"/>
              </a:solidFill>
              <a:latin typeface="Noto Sans KR"/>
            </a:endParaRPr>
          </a:p>
        </p:txBody>
      </p:sp>
      <p:sp>
        <p:nvSpPr>
          <p:cNvPr id="77" name="Text 11"/>
          <p:cNvSpPr/>
          <p:nvPr/>
        </p:nvSpPr>
        <p:spPr>
          <a:xfrm>
            <a:off x="3642360" y="3429000"/>
            <a:ext cx="2102485" cy="639445"/>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1" lang="ko-KR" sz="1400" spc="-1" strike="noStrike">
                <a:solidFill>
                  <a:srgbClr val="5e5b52"/>
                </a:solidFill>
                <a:latin typeface="Malgun Gothic"/>
                <a:ea typeface="Malgun Gothic"/>
              </a:rPr>
              <a:t>운동한 결과를 눈으로 확인하는 재미</a:t>
            </a:r>
            <a:endParaRPr b="0" lang="en-US" sz="1400" spc="-1" strike="noStrike">
              <a:solidFill>
                <a:srgbClr val="000000"/>
              </a:solidFill>
              <a:latin typeface="Noto Sans KR"/>
            </a:endParaRPr>
          </a:p>
        </p:txBody>
      </p:sp>
      <p:sp>
        <p:nvSpPr>
          <p:cNvPr id="78" name="Shape 12"/>
          <p:cNvSpPr/>
          <p:nvPr/>
        </p:nvSpPr>
        <p:spPr>
          <a:xfrm>
            <a:off x="6186805" y="1874520"/>
            <a:ext cx="2605405" cy="2331085"/>
          </a:xfrm>
          <a:prstGeom prst="roundRect">
            <a:avLst>
              <a:gd name="adj" fmla="val 5490"/>
            </a:avLst>
          </a:prstGeom>
          <a:solidFill>
            <a:srgbClr val="fffcf6"/>
          </a:solidFill>
          <a:ln w="12700">
            <a:solidFill>
              <a:srgbClr val="d8cbb2"/>
            </a:solidFill>
            <a:round/>
          </a:ln>
          <a:effectLst>
            <a:outerShdw algn="bl" blurRad="101520" dir="5400000" dist="25560" kx="0" ky="0" rotWithShape="0" sx="100000" sy="100000">
              <a:srgbClr val="8a7a5c">
                <a:alpha val="18000"/>
              </a:srgbClr>
            </a:outerShdw>
          </a:effectLst>
        </p:spPr>
        <p:style>
          <a:lnRef idx="0"/>
          <a:fillRef idx="0"/>
          <a:effectRef idx="0"/>
          <a:fontRef idx="minor"/>
        </p:style>
        <p:txBody>
          <a:bodyPr lIns="90000" rIns="90000" tIns="45000" bIns="45000" anchor="t">
            <a:noAutofit/>
          </a:bodyPr>
          <a:p>
            <a:endParaRPr b="0" lang="en-US" sz="1800" spc="-1" strike="noStrike">
              <a:solidFill>
                <a:srgbClr val="000000"/>
              </a:solidFill>
              <a:latin typeface="Noto Sans KR"/>
            </a:endParaRPr>
          </a:p>
        </p:txBody>
      </p:sp>
      <p:sp>
        <p:nvSpPr>
          <p:cNvPr id="79" name="Shape 13"/>
          <p:cNvSpPr/>
          <p:nvPr/>
        </p:nvSpPr>
        <p:spPr>
          <a:xfrm>
            <a:off x="6461125" y="2103120"/>
            <a:ext cx="713105" cy="713105"/>
          </a:xfrm>
          <a:prstGeom prst="ellipse">
            <a:avLst/>
          </a:prstGeom>
          <a:solidFill>
            <a:srgbClr val="d9a441"/>
          </a:solidFill>
          <a:ln w="12700">
            <a:solidFill>
              <a:srgbClr val="d9a441"/>
            </a:solidFill>
            <a:round/>
          </a:ln>
        </p:spPr>
        <p:style>
          <a:lnRef idx="0"/>
          <a:fillRef idx="0"/>
          <a:effectRef idx="0"/>
          <a:fontRef idx="minor"/>
        </p:style>
        <p:txBody>
          <a:bodyPr lIns="90000" rIns="90000" tIns="45000" bIns="45000" anchor="t">
            <a:noAutofit/>
          </a:bodyPr>
          <a:p>
            <a:endParaRPr b="0" lang="en-US" sz="1800" spc="-1" strike="noStrike">
              <a:solidFill>
                <a:srgbClr val="000000"/>
              </a:solidFill>
              <a:latin typeface="Noto Sans KR"/>
            </a:endParaRPr>
          </a:p>
        </p:txBody>
      </p:sp>
      <p:pic>
        <p:nvPicPr>
          <p:cNvPr id="80" name="Image 2"/>
          <p:cNvPicPr/>
          <p:nvPr/>
        </p:nvPicPr>
        <p:blipFill>
          <a:blip r:embed="rId3"/>
          <a:stretch/>
        </p:blipFill>
        <p:spPr>
          <a:xfrm>
            <a:off x="6646545" y="2288540"/>
            <a:ext cx="342265" cy="342265"/>
          </a:xfrm>
          <a:prstGeom prst="rect">
            <a:avLst/>
          </a:prstGeom>
          <a:ln w="0">
            <a:noFill/>
          </a:ln>
        </p:spPr>
      </p:pic>
      <p:sp>
        <p:nvSpPr>
          <p:cNvPr id="81" name="Text 14"/>
          <p:cNvSpPr/>
          <p:nvPr/>
        </p:nvSpPr>
        <p:spPr>
          <a:xfrm>
            <a:off x="6461125" y="2971800"/>
            <a:ext cx="2148205" cy="410845"/>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1" lang="ko-KR" sz="2000" spc="-1" strike="noStrike">
                <a:solidFill>
                  <a:srgbClr val="1e2621"/>
                </a:solidFill>
                <a:latin typeface="Malgun Gothic"/>
                <a:ea typeface="Malgun Gothic"/>
              </a:rPr>
              <a:t>친구 방문과 교류</a:t>
            </a:r>
            <a:endParaRPr b="0" lang="en-US" sz="2000" spc="-1" strike="noStrike">
              <a:solidFill>
                <a:srgbClr val="000000"/>
              </a:solidFill>
              <a:latin typeface="Noto Sans KR"/>
            </a:endParaRPr>
          </a:p>
        </p:txBody>
      </p:sp>
      <p:sp>
        <p:nvSpPr>
          <p:cNvPr id="82" name="Text 15"/>
          <p:cNvSpPr/>
          <p:nvPr/>
        </p:nvSpPr>
        <p:spPr>
          <a:xfrm>
            <a:off x="6461125" y="3429000"/>
            <a:ext cx="2102485" cy="639445"/>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1" lang="ko-KR" sz="1400" spc="-1" strike="noStrike">
                <a:solidFill>
                  <a:srgbClr val="5e5b52"/>
                </a:solidFill>
                <a:latin typeface="Malgun Gothic"/>
                <a:ea typeface="Malgun Gothic"/>
              </a:rPr>
              <a:t>함께 운동을 이어갈 동기</a:t>
            </a:r>
            <a:endParaRPr b="0" lang="en-US" sz="1400" spc="-1" strike="noStrike">
              <a:solidFill>
                <a:srgbClr val="000000"/>
              </a:solidFill>
              <a:latin typeface="Noto Sans KR"/>
            </a:endParaRPr>
          </a:p>
        </p:txBody>
      </p:sp>
      <p:sp>
        <p:nvSpPr>
          <p:cNvPr id="83" name="Shape 16"/>
          <p:cNvSpPr/>
          <p:nvPr/>
        </p:nvSpPr>
        <p:spPr>
          <a:xfrm>
            <a:off x="9005570" y="1874520"/>
            <a:ext cx="2605405" cy="2331085"/>
          </a:xfrm>
          <a:prstGeom prst="roundRect">
            <a:avLst>
              <a:gd name="adj" fmla="val 5490"/>
            </a:avLst>
          </a:prstGeom>
          <a:solidFill>
            <a:srgbClr val="fffcf6"/>
          </a:solidFill>
          <a:ln w="12700">
            <a:solidFill>
              <a:srgbClr val="d8cbb2"/>
            </a:solidFill>
            <a:round/>
          </a:ln>
          <a:effectLst>
            <a:outerShdw algn="bl" blurRad="101520" dir="5400000" dist="25560" kx="0" ky="0" rotWithShape="0" sx="100000" sy="100000">
              <a:srgbClr val="8a7a5c">
                <a:alpha val="18000"/>
              </a:srgbClr>
            </a:outerShdw>
          </a:effectLst>
        </p:spPr>
        <p:style>
          <a:lnRef idx="0"/>
          <a:fillRef idx="0"/>
          <a:effectRef idx="0"/>
          <a:fontRef idx="minor"/>
        </p:style>
        <p:txBody>
          <a:bodyPr lIns="90000" rIns="90000" tIns="45000" bIns="45000" anchor="t">
            <a:noAutofit/>
          </a:bodyPr>
          <a:p>
            <a:endParaRPr b="0" lang="en-US" sz="1800" spc="-1" strike="noStrike">
              <a:solidFill>
                <a:srgbClr val="000000"/>
              </a:solidFill>
              <a:latin typeface="Noto Sans KR"/>
            </a:endParaRPr>
          </a:p>
        </p:txBody>
      </p:sp>
      <p:sp>
        <p:nvSpPr>
          <p:cNvPr id="84" name="Shape 17"/>
          <p:cNvSpPr/>
          <p:nvPr/>
        </p:nvSpPr>
        <p:spPr>
          <a:xfrm>
            <a:off x="9279890" y="2103120"/>
            <a:ext cx="713105" cy="713105"/>
          </a:xfrm>
          <a:prstGeom prst="ellipse">
            <a:avLst/>
          </a:prstGeom>
          <a:solidFill>
            <a:srgbClr val="4f7a9a"/>
          </a:solidFill>
          <a:ln w="12700">
            <a:solidFill>
              <a:srgbClr val="4f7a9a"/>
            </a:solidFill>
            <a:round/>
          </a:ln>
        </p:spPr>
        <p:style>
          <a:lnRef idx="0"/>
          <a:fillRef idx="0"/>
          <a:effectRef idx="0"/>
          <a:fontRef idx="minor"/>
        </p:style>
        <p:txBody>
          <a:bodyPr lIns="90000" rIns="90000" tIns="45000" bIns="45000" anchor="t">
            <a:noAutofit/>
          </a:bodyPr>
          <a:p>
            <a:endParaRPr b="0" lang="en-US" sz="1800" spc="-1" strike="noStrike">
              <a:solidFill>
                <a:srgbClr val="000000"/>
              </a:solidFill>
              <a:latin typeface="Noto Sans KR"/>
            </a:endParaRPr>
          </a:p>
        </p:txBody>
      </p:sp>
      <p:pic>
        <p:nvPicPr>
          <p:cNvPr id="85" name="Image 3"/>
          <p:cNvPicPr/>
          <p:nvPr/>
        </p:nvPicPr>
        <p:blipFill>
          <a:blip r:embed="rId4"/>
          <a:stretch/>
        </p:blipFill>
        <p:spPr>
          <a:xfrm>
            <a:off x="9465945" y="2288540"/>
            <a:ext cx="342265" cy="342265"/>
          </a:xfrm>
          <a:prstGeom prst="rect">
            <a:avLst/>
          </a:prstGeom>
          <a:ln w="0">
            <a:noFill/>
          </a:ln>
        </p:spPr>
      </p:pic>
      <p:sp>
        <p:nvSpPr>
          <p:cNvPr id="86" name="Text 18"/>
          <p:cNvSpPr/>
          <p:nvPr/>
        </p:nvSpPr>
        <p:spPr>
          <a:xfrm>
            <a:off x="9279890" y="2971800"/>
            <a:ext cx="2148205" cy="410845"/>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1" lang="ko-KR" sz="2000" spc="-1" strike="noStrike">
                <a:solidFill>
                  <a:srgbClr val="1e2621"/>
                </a:solidFill>
                <a:latin typeface="Malgun Gothic"/>
                <a:ea typeface="Malgun Gothic"/>
              </a:rPr>
              <a:t>운동 장소 추천</a:t>
            </a:r>
            <a:endParaRPr b="0" lang="en-US" sz="2000" spc="-1" strike="noStrike">
              <a:solidFill>
                <a:srgbClr val="000000"/>
              </a:solidFill>
              <a:latin typeface="Noto Sans KR"/>
            </a:endParaRPr>
          </a:p>
        </p:txBody>
      </p:sp>
      <p:sp>
        <p:nvSpPr>
          <p:cNvPr id="87" name="Text 19"/>
          <p:cNvSpPr/>
          <p:nvPr/>
        </p:nvSpPr>
        <p:spPr>
          <a:xfrm>
            <a:off x="9279890" y="3429000"/>
            <a:ext cx="2102485" cy="639445"/>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1" lang="ko-KR" sz="1400" spc="-1" strike="noStrike">
                <a:solidFill>
                  <a:srgbClr val="5e5b52"/>
                </a:solidFill>
                <a:latin typeface="Malgun Gothic"/>
                <a:ea typeface="Malgun Gothic"/>
              </a:rPr>
              <a:t>실제로 운동을 시작할 때 필요한 도움</a:t>
            </a:r>
            <a:endParaRPr b="0" lang="en-US" sz="1400" spc="-1" strike="noStrike">
              <a:solidFill>
                <a:srgbClr val="000000"/>
              </a:solidFill>
              <a:latin typeface="Noto Sans KR"/>
            </a:endParaRPr>
          </a:p>
        </p:txBody>
      </p:sp>
      <p:sp>
        <p:nvSpPr>
          <p:cNvPr id="88" name="Shape 20"/>
          <p:cNvSpPr/>
          <p:nvPr/>
        </p:nvSpPr>
        <p:spPr>
          <a:xfrm>
            <a:off x="548640" y="4572000"/>
            <a:ext cx="1782445" cy="566420"/>
          </a:xfrm>
          <a:prstGeom prst="roundRect">
            <a:avLst>
              <a:gd name="adj" fmla="val 50000"/>
            </a:avLst>
          </a:prstGeom>
          <a:solidFill>
            <a:srgbClr val="2e5a46"/>
          </a:solidFill>
          <a:ln w="12700">
            <a:solidFill>
              <a:srgbClr val="2e5a46"/>
            </a:solidFill>
            <a:round/>
          </a:ln>
        </p:spPr>
        <p:style>
          <a:lnRef idx="0"/>
          <a:fillRef idx="0"/>
          <a:effectRef idx="0"/>
          <a:fontRef idx="minor"/>
        </p:style>
        <p:txBody>
          <a:bodyPr lIns="90000" rIns="90000" tIns="45000" bIns="45000" anchor="t">
            <a:noAutofit/>
          </a:bodyPr>
          <a:p>
            <a:endParaRPr b="0" lang="en-US" sz="1800" spc="-1" strike="noStrike">
              <a:solidFill>
                <a:srgbClr val="000000"/>
              </a:solidFill>
              <a:latin typeface="Noto Sans KR"/>
            </a:endParaRPr>
          </a:p>
        </p:txBody>
      </p:sp>
      <p:sp>
        <p:nvSpPr>
          <p:cNvPr id="89" name="Text 21"/>
          <p:cNvSpPr/>
          <p:nvPr/>
        </p:nvSpPr>
        <p:spPr>
          <a:xfrm>
            <a:off x="548640" y="4572000"/>
            <a:ext cx="1782445" cy="56642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ko-KR" sz="1800" spc="-1" strike="noStrike">
                <a:solidFill>
                  <a:srgbClr val="ffffff"/>
                </a:solidFill>
                <a:latin typeface="Malgun Gothic"/>
                <a:ea typeface="Malgun Gothic"/>
              </a:rPr>
              <a:t>추천</a:t>
            </a:r>
            <a:endParaRPr b="0" lang="en-US" sz="1800" spc="-1" strike="noStrike">
              <a:solidFill>
                <a:srgbClr val="000000"/>
              </a:solidFill>
              <a:latin typeface="Noto Sans KR"/>
            </a:endParaRPr>
          </a:p>
        </p:txBody>
      </p:sp>
      <p:sp>
        <p:nvSpPr>
          <p:cNvPr id="90" name="Shape 22"/>
          <p:cNvSpPr/>
          <p:nvPr/>
        </p:nvSpPr>
        <p:spPr>
          <a:xfrm>
            <a:off x="2441575" y="4718050"/>
            <a:ext cx="319405" cy="273685"/>
          </a:xfrm>
          <a:prstGeom prst="rightArrow">
            <a:avLst>
              <a:gd name="adj1" fmla="val 50000"/>
              <a:gd name="adj2" fmla="val 50000"/>
            </a:avLst>
          </a:prstGeom>
          <a:solidFill>
            <a:srgbClr val="b5654a"/>
          </a:solidFill>
          <a:ln w="12700">
            <a:solidFill>
              <a:srgbClr val="b5654a"/>
            </a:solidFill>
            <a:round/>
          </a:ln>
        </p:spPr>
        <p:style>
          <a:lnRef idx="0"/>
          <a:fillRef idx="0"/>
          <a:effectRef idx="0"/>
          <a:fontRef idx="minor"/>
        </p:style>
        <p:txBody>
          <a:bodyPr lIns="90000" rIns="90000" tIns="45000" bIns="45000" anchor="t">
            <a:noAutofit/>
          </a:bodyPr>
          <a:p>
            <a:endParaRPr b="0" lang="en-US" sz="1800" spc="-1" strike="noStrike">
              <a:solidFill>
                <a:srgbClr val="000000"/>
              </a:solidFill>
              <a:latin typeface="Noto Sans KR"/>
            </a:endParaRPr>
          </a:p>
        </p:txBody>
      </p:sp>
      <p:sp>
        <p:nvSpPr>
          <p:cNvPr id="91" name="Shape 23"/>
          <p:cNvSpPr/>
          <p:nvPr/>
        </p:nvSpPr>
        <p:spPr>
          <a:xfrm>
            <a:off x="2871470" y="4572000"/>
            <a:ext cx="1782445" cy="566420"/>
          </a:xfrm>
          <a:prstGeom prst="roundRect">
            <a:avLst>
              <a:gd name="adj" fmla="val 50000"/>
            </a:avLst>
          </a:prstGeom>
          <a:solidFill>
            <a:srgbClr val="eadfcb"/>
          </a:solidFill>
          <a:ln w="12700">
            <a:solidFill>
              <a:srgbClr val="eadfcb"/>
            </a:solidFill>
            <a:round/>
          </a:ln>
        </p:spPr>
        <p:style>
          <a:lnRef idx="0"/>
          <a:fillRef idx="0"/>
          <a:effectRef idx="0"/>
          <a:fontRef idx="minor"/>
        </p:style>
        <p:txBody>
          <a:bodyPr lIns="90000" rIns="90000" tIns="45000" bIns="45000" anchor="t">
            <a:noAutofit/>
          </a:bodyPr>
          <a:p>
            <a:endParaRPr b="0" lang="en-US" sz="1800" spc="-1" strike="noStrike">
              <a:solidFill>
                <a:srgbClr val="000000"/>
              </a:solidFill>
              <a:latin typeface="Noto Sans KR"/>
            </a:endParaRPr>
          </a:p>
        </p:txBody>
      </p:sp>
      <p:sp>
        <p:nvSpPr>
          <p:cNvPr id="92" name="Text 24"/>
          <p:cNvSpPr/>
          <p:nvPr/>
        </p:nvSpPr>
        <p:spPr>
          <a:xfrm>
            <a:off x="2871470" y="4572000"/>
            <a:ext cx="1782445" cy="56642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ko-KR" sz="1800" spc="-1" strike="noStrike">
                <a:solidFill>
                  <a:srgbClr val="1e2621"/>
                </a:solidFill>
                <a:latin typeface="Malgun Gothic"/>
                <a:ea typeface="Malgun Gothic"/>
              </a:rPr>
              <a:t>실제 운동</a:t>
            </a:r>
            <a:endParaRPr b="0" lang="en-US" sz="1800" spc="-1" strike="noStrike">
              <a:solidFill>
                <a:srgbClr val="000000"/>
              </a:solidFill>
              <a:latin typeface="Noto Sans KR"/>
            </a:endParaRPr>
          </a:p>
        </p:txBody>
      </p:sp>
      <p:sp>
        <p:nvSpPr>
          <p:cNvPr id="93" name="Shape 25"/>
          <p:cNvSpPr/>
          <p:nvPr/>
        </p:nvSpPr>
        <p:spPr>
          <a:xfrm>
            <a:off x="4763770" y="4718050"/>
            <a:ext cx="319405" cy="273685"/>
          </a:xfrm>
          <a:prstGeom prst="rightArrow">
            <a:avLst>
              <a:gd name="adj1" fmla="val 50000"/>
              <a:gd name="adj2" fmla="val 50000"/>
            </a:avLst>
          </a:prstGeom>
          <a:solidFill>
            <a:srgbClr val="b5654a"/>
          </a:solidFill>
          <a:ln w="12700">
            <a:solidFill>
              <a:srgbClr val="b5654a"/>
            </a:solidFill>
            <a:round/>
          </a:ln>
        </p:spPr>
        <p:style>
          <a:lnRef idx="0"/>
          <a:fillRef idx="0"/>
          <a:effectRef idx="0"/>
          <a:fontRef idx="minor"/>
        </p:style>
        <p:txBody>
          <a:bodyPr lIns="90000" rIns="90000" tIns="45000" bIns="45000" anchor="t">
            <a:noAutofit/>
          </a:bodyPr>
          <a:p>
            <a:endParaRPr b="0" lang="en-US" sz="1800" spc="-1" strike="noStrike">
              <a:solidFill>
                <a:srgbClr val="000000"/>
              </a:solidFill>
              <a:latin typeface="Noto Sans KR"/>
            </a:endParaRPr>
          </a:p>
        </p:txBody>
      </p:sp>
      <p:sp>
        <p:nvSpPr>
          <p:cNvPr id="94" name="Shape 26"/>
          <p:cNvSpPr/>
          <p:nvPr/>
        </p:nvSpPr>
        <p:spPr>
          <a:xfrm>
            <a:off x="5193665" y="4572000"/>
            <a:ext cx="1782445" cy="566420"/>
          </a:xfrm>
          <a:prstGeom prst="roundRect">
            <a:avLst>
              <a:gd name="adj" fmla="val 50000"/>
            </a:avLst>
          </a:prstGeom>
          <a:solidFill>
            <a:srgbClr val="d9a441"/>
          </a:solidFill>
          <a:ln w="12700">
            <a:solidFill>
              <a:srgbClr val="d9a441"/>
            </a:solidFill>
            <a:round/>
          </a:ln>
        </p:spPr>
        <p:style>
          <a:lnRef idx="0"/>
          <a:fillRef idx="0"/>
          <a:effectRef idx="0"/>
          <a:fontRef idx="minor"/>
        </p:style>
        <p:txBody>
          <a:bodyPr lIns="90000" rIns="90000" tIns="45000" bIns="45000" anchor="t">
            <a:noAutofit/>
          </a:bodyPr>
          <a:p>
            <a:endParaRPr b="0" lang="en-US" sz="1800" spc="-1" strike="noStrike">
              <a:solidFill>
                <a:srgbClr val="000000"/>
              </a:solidFill>
              <a:latin typeface="Noto Sans KR"/>
            </a:endParaRPr>
          </a:p>
        </p:txBody>
      </p:sp>
      <p:sp>
        <p:nvSpPr>
          <p:cNvPr id="95" name="Text 27"/>
          <p:cNvSpPr/>
          <p:nvPr/>
        </p:nvSpPr>
        <p:spPr>
          <a:xfrm>
            <a:off x="5193665" y="4572000"/>
            <a:ext cx="1782445" cy="56642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ko-KR" sz="1800" spc="-1" strike="noStrike">
                <a:solidFill>
                  <a:srgbClr val="1e2621"/>
                </a:solidFill>
                <a:latin typeface="Malgun Gothic"/>
                <a:ea typeface="Malgun Gothic"/>
              </a:rPr>
              <a:t>기록</a:t>
            </a:r>
            <a:endParaRPr b="0" lang="en-US" sz="1800" spc="-1" strike="noStrike">
              <a:solidFill>
                <a:srgbClr val="000000"/>
              </a:solidFill>
              <a:latin typeface="Noto Sans KR"/>
            </a:endParaRPr>
          </a:p>
        </p:txBody>
      </p:sp>
      <p:sp>
        <p:nvSpPr>
          <p:cNvPr id="96" name="Shape 28"/>
          <p:cNvSpPr/>
          <p:nvPr/>
        </p:nvSpPr>
        <p:spPr>
          <a:xfrm>
            <a:off x="7086600" y="4718050"/>
            <a:ext cx="319405" cy="273685"/>
          </a:xfrm>
          <a:prstGeom prst="rightArrow">
            <a:avLst>
              <a:gd name="adj1" fmla="val 50000"/>
              <a:gd name="adj2" fmla="val 50000"/>
            </a:avLst>
          </a:prstGeom>
          <a:solidFill>
            <a:srgbClr val="b5654a"/>
          </a:solidFill>
          <a:ln w="12700">
            <a:solidFill>
              <a:srgbClr val="b5654a"/>
            </a:solidFill>
            <a:round/>
          </a:ln>
        </p:spPr>
        <p:style>
          <a:lnRef idx="0"/>
          <a:fillRef idx="0"/>
          <a:effectRef idx="0"/>
          <a:fontRef idx="minor"/>
        </p:style>
        <p:txBody>
          <a:bodyPr lIns="90000" rIns="90000" tIns="45000" bIns="45000" anchor="t">
            <a:noAutofit/>
          </a:bodyPr>
          <a:p>
            <a:endParaRPr b="0" lang="en-US" sz="1800" spc="-1" strike="noStrike">
              <a:solidFill>
                <a:srgbClr val="000000"/>
              </a:solidFill>
              <a:latin typeface="Noto Sans KR"/>
            </a:endParaRPr>
          </a:p>
        </p:txBody>
      </p:sp>
      <p:sp>
        <p:nvSpPr>
          <p:cNvPr id="97" name="Shape 29"/>
          <p:cNvSpPr/>
          <p:nvPr/>
        </p:nvSpPr>
        <p:spPr>
          <a:xfrm>
            <a:off x="7516495" y="4572000"/>
            <a:ext cx="1782445" cy="566420"/>
          </a:xfrm>
          <a:prstGeom prst="roundRect">
            <a:avLst>
              <a:gd name="adj" fmla="val 50000"/>
            </a:avLst>
          </a:prstGeom>
          <a:solidFill>
            <a:srgbClr val="b5654a"/>
          </a:solidFill>
          <a:ln w="12700">
            <a:solidFill>
              <a:srgbClr val="b5654a"/>
            </a:solidFill>
            <a:round/>
          </a:ln>
        </p:spPr>
        <p:style>
          <a:lnRef idx="0"/>
          <a:fillRef idx="0"/>
          <a:effectRef idx="0"/>
          <a:fontRef idx="minor"/>
        </p:style>
        <p:txBody>
          <a:bodyPr lIns="90000" rIns="90000" tIns="45000" bIns="45000" anchor="t">
            <a:noAutofit/>
          </a:bodyPr>
          <a:p>
            <a:endParaRPr b="0" lang="en-US" sz="1800" spc="-1" strike="noStrike">
              <a:solidFill>
                <a:srgbClr val="000000"/>
              </a:solidFill>
              <a:latin typeface="Noto Sans KR"/>
            </a:endParaRPr>
          </a:p>
        </p:txBody>
      </p:sp>
      <p:sp>
        <p:nvSpPr>
          <p:cNvPr id="98" name="Text 30"/>
          <p:cNvSpPr/>
          <p:nvPr/>
        </p:nvSpPr>
        <p:spPr>
          <a:xfrm>
            <a:off x="7516495" y="4572000"/>
            <a:ext cx="1782445" cy="56642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ko-KR" sz="1800" spc="-1" strike="noStrike">
                <a:solidFill>
                  <a:srgbClr val="ffffff"/>
                </a:solidFill>
                <a:latin typeface="Malgun Gothic"/>
                <a:ea typeface="Malgun Gothic"/>
              </a:rPr>
              <a:t>시각적 보상</a:t>
            </a:r>
            <a:endParaRPr b="0" lang="en-US" sz="1800" spc="-1" strike="noStrike">
              <a:solidFill>
                <a:srgbClr val="000000"/>
              </a:solidFill>
              <a:latin typeface="Noto Sans KR"/>
            </a:endParaRPr>
          </a:p>
        </p:txBody>
      </p:sp>
      <p:sp>
        <p:nvSpPr>
          <p:cNvPr id="99" name="Shape 31"/>
          <p:cNvSpPr/>
          <p:nvPr/>
        </p:nvSpPr>
        <p:spPr>
          <a:xfrm>
            <a:off x="9409430" y="4718050"/>
            <a:ext cx="319405" cy="273685"/>
          </a:xfrm>
          <a:prstGeom prst="rightArrow">
            <a:avLst>
              <a:gd name="adj1" fmla="val 50000"/>
              <a:gd name="adj2" fmla="val 50000"/>
            </a:avLst>
          </a:prstGeom>
          <a:solidFill>
            <a:srgbClr val="b5654a"/>
          </a:solidFill>
          <a:ln w="12700">
            <a:solidFill>
              <a:srgbClr val="b5654a"/>
            </a:solidFill>
            <a:round/>
          </a:ln>
        </p:spPr>
        <p:style>
          <a:lnRef idx="0"/>
          <a:fillRef idx="0"/>
          <a:effectRef idx="0"/>
          <a:fontRef idx="minor"/>
        </p:style>
        <p:txBody>
          <a:bodyPr lIns="90000" rIns="90000" tIns="45000" bIns="45000" anchor="t">
            <a:noAutofit/>
          </a:bodyPr>
          <a:p>
            <a:endParaRPr b="0" lang="en-US" sz="1800" spc="-1" strike="noStrike">
              <a:solidFill>
                <a:srgbClr val="000000"/>
              </a:solidFill>
              <a:latin typeface="Noto Sans KR"/>
            </a:endParaRPr>
          </a:p>
        </p:txBody>
      </p:sp>
      <p:sp>
        <p:nvSpPr>
          <p:cNvPr id="100" name="Shape 32"/>
          <p:cNvSpPr/>
          <p:nvPr/>
        </p:nvSpPr>
        <p:spPr>
          <a:xfrm>
            <a:off x="9838690" y="4572000"/>
            <a:ext cx="1782445" cy="566420"/>
          </a:xfrm>
          <a:prstGeom prst="roundRect">
            <a:avLst>
              <a:gd name="adj" fmla="val 50000"/>
            </a:avLst>
          </a:prstGeom>
          <a:solidFill>
            <a:srgbClr val="1e3b2f"/>
          </a:solidFill>
          <a:ln w="12700">
            <a:solidFill>
              <a:srgbClr val="1e3b2f"/>
            </a:solidFill>
            <a:round/>
          </a:ln>
        </p:spPr>
        <p:style>
          <a:lnRef idx="0"/>
          <a:fillRef idx="0"/>
          <a:effectRef idx="0"/>
          <a:fontRef idx="minor"/>
        </p:style>
        <p:txBody>
          <a:bodyPr lIns="90000" rIns="90000" tIns="45000" bIns="45000" anchor="t">
            <a:noAutofit/>
          </a:bodyPr>
          <a:p>
            <a:endParaRPr b="0" lang="en-US" sz="1800" spc="-1" strike="noStrike">
              <a:solidFill>
                <a:srgbClr val="ffffff"/>
              </a:solidFill>
              <a:latin typeface="Noto Sans KR"/>
            </a:endParaRPr>
          </a:p>
        </p:txBody>
      </p:sp>
      <p:sp>
        <p:nvSpPr>
          <p:cNvPr id="101" name="Text 33"/>
          <p:cNvSpPr/>
          <p:nvPr/>
        </p:nvSpPr>
        <p:spPr>
          <a:xfrm>
            <a:off x="9838690" y="4572000"/>
            <a:ext cx="1782445" cy="56642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ko-KR" sz="1800" spc="-1" strike="noStrike">
                <a:solidFill>
                  <a:srgbClr val="ffffff"/>
                </a:solidFill>
                <a:latin typeface="Malgun Gothic"/>
                <a:ea typeface="Malgun Gothic"/>
              </a:rPr>
              <a:t>다음 운동</a:t>
            </a:r>
            <a:endParaRPr b="0" lang="en-US" sz="1800" spc="-1" strike="noStrike">
              <a:solidFill>
                <a:srgbClr val="000000"/>
              </a:solidFill>
              <a:latin typeface="Noto Sans KR"/>
            </a:endParaRPr>
          </a:p>
        </p:txBody>
      </p:sp>
      <p:sp>
        <p:nvSpPr>
          <p:cNvPr id="102" name="Shape 34"/>
          <p:cNvSpPr/>
          <p:nvPr/>
        </p:nvSpPr>
        <p:spPr>
          <a:xfrm>
            <a:off x="548640" y="5440680"/>
            <a:ext cx="11091545" cy="776605"/>
          </a:xfrm>
          <a:prstGeom prst="roundRect">
            <a:avLst>
              <a:gd name="adj" fmla="val 16471"/>
            </a:avLst>
          </a:prstGeom>
          <a:solidFill>
            <a:srgbClr val="e3ede5"/>
          </a:solidFill>
          <a:ln w="12700">
            <a:solidFill>
              <a:srgbClr val="e3ede5"/>
            </a:solidFill>
            <a:round/>
          </a:ln>
        </p:spPr>
        <p:style>
          <a:lnRef idx="0"/>
          <a:fillRef idx="0"/>
          <a:effectRef idx="0"/>
          <a:fontRef idx="minor"/>
        </p:style>
        <p:txBody>
          <a:bodyPr lIns="90000" rIns="90000" tIns="45000" bIns="45000" anchor="t">
            <a:noAutofit/>
          </a:bodyPr>
          <a:p>
            <a:endParaRPr b="0" lang="en-US" sz="1800" spc="-1" strike="noStrike">
              <a:solidFill>
                <a:srgbClr val="000000"/>
              </a:solidFill>
              <a:latin typeface="Noto Sans KR"/>
            </a:endParaRPr>
          </a:p>
        </p:txBody>
      </p:sp>
      <p:sp>
        <p:nvSpPr>
          <p:cNvPr id="103" name="Text 35"/>
          <p:cNvSpPr/>
          <p:nvPr/>
        </p:nvSpPr>
        <p:spPr>
          <a:xfrm>
            <a:off x="822960" y="5440680"/>
            <a:ext cx="10606405" cy="776605"/>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ko-KR" sz="1800" spc="-1" strike="noStrike">
                <a:solidFill>
                  <a:srgbClr val="b5654a"/>
                </a:solidFill>
                <a:latin typeface="Malgun Gothic"/>
                <a:ea typeface="Malgun Gothic"/>
              </a:rPr>
              <a:t>목표  </a:t>
            </a:r>
            <a:r>
              <a:rPr b="1" lang="ko-KR" sz="1800" spc="-1" strike="noStrike">
                <a:solidFill>
                  <a:srgbClr val="1e3b2f"/>
                </a:solidFill>
                <a:latin typeface="Malgun Gothic"/>
                <a:ea typeface="Malgun Gothic"/>
              </a:rPr>
              <a:t>운동을 ‘꾸준히’하도록 돕는 것 —  주인공은 방이 아니라 사용자의 실제 운동입니다</a:t>
            </a:r>
            <a:endParaRPr b="0" lang="en-US" sz="1800" spc="-1" strike="noStrike">
              <a:solidFill>
                <a:srgbClr val="000000"/>
              </a:solidFill>
              <a:latin typeface="Noto Sans KR"/>
            </a:endParaRPr>
          </a:p>
        </p:txBody>
      </p:sp>
      <p:sp>
        <p:nvSpPr>
          <p:cNvPr id="104" name="Text 36"/>
          <p:cNvSpPr/>
          <p:nvPr/>
        </p:nvSpPr>
        <p:spPr>
          <a:xfrm>
            <a:off x="548640" y="6446520"/>
            <a:ext cx="4571365" cy="227965"/>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1" lang="en-US" sz="900" spc="199" strike="noStrike">
                <a:solidFill>
                  <a:srgbClr val="9a907c"/>
                </a:solidFill>
                <a:latin typeface="Malgun Gothic"/>
                <a:ea typeface="Malgun Gothic"/>
              </a:rPr>
              <a:t>WOOSIMWOONKKA · MY MOVE CLUB</a:t>
            </a:r>
            <a:endParaRPr b="0" lang="en-US" sz="900" spc="-1" strike="noStrike">
              <a:solidFill>
                <a:srgbClr val="000000"/>
              </a:solidFill>
              <a:latin typeface="Noto Sans KR"/>
            </a:endParaRPr>
          </a:p>
        </p:txBody>
      </p:sp>
      <p:sp>
        <p:nvSpPr>
          <p:cNvPr id="105" name="Text 37"/>
          <p:cNvSpPr/>
          <p:nvPr/>
        </p:nvSpPr>
        <p:spPr>
          <a:xfrm>
            <a:off x="11182985" y="6446520"/>
            <a:ext cx="456565" cy="227965"/>
          </a:xfrm>
          <a:prstGeom prst="rect">
            <a:avLst/>
          </a:prstGeom>
          <a:noFill/>
          <a:ln w="0">
            <a:noFill/>
          </a:ln>
        </p:spPr>
        <p:style>
          <a:lnRef idx="0"/>
          <a:fillRef idx="0"/>
          <a:effectRef idx="0"/>
          <a:fontRef idx="minor"/>
        </p:style>
        <p:txBody>
          <a:bodyPr lIns="0" rIns="0" tIns="0" bIns="0" anchor="t">
            <a:noAutofit/>
          </a:bodyPr>
          <a:p>
            <a:pPr algn="r" defTabSz="914400">
              <a:lnSpc>
                <a:spcPct val="100000"/>
              </a:lnSpc>
              <a:tabLst>
                <a:tab algn="l" pos="0"/>
              </a:tabLst>
            </a:pPr>
            <a:r>
              <a:rPr b="1" lang="en-US" sz="900" spc="-1" strike="noStrike">
                <a:solidFill>
                  <a:srgbClr val="9a907c"/>
                </a:solidFill>
                <a:latin typeface="Malgun Gothic"/>
                <a:ea typeface="Malgun Gothic"/>
              </a:rPr>
              <a:t>05</a:t>
            </a:r>
            <a:endParaRPr b="0" lang="en-US" sz="900" spc="-1" strike="noStrike">
              <a:solidFill>
                <a:srgbClr val="000000"/>
              </a:solidFill>
              <a:latin typeface="Noto Sans KR"/>
            </a:endParaRPr>
          </a:p>
        </p:txBody>
      </p:sp>
    </p:spTree>
  </p:cSld>
  <mc:AlternateContent xmlns:mc="http://schemas.openxmlformats.org/markup-compatibility/2006">
    <mc:Choice xmlns:p14="http://schemas.microsoft.com/office/powerpoint/2010/main" Requires="p14">
      <p:transition spd="slow" p14:dur="2000"/>
    </mc:Choice>
    <mc:Fallback>
      <p:transition spd="slow"/>
    </mc:Fallback>
  </mc:AlternateContent>
  <p:timing>
    <p:tnLst>
      <p:par>
        <p:cTn id="1" dur="indefinite" restart="never" nodeType="tmRoot"/>
      </p:par>
    </p:tnLst>
  </p:timing>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7F1E6"/>
        </a:solidFill>
      </p:bgPr>
    </p:bg>
    <p:spTree>
      <p:nvGrpSpPr>
        <p:cNvPr id="1" name=""/>
        <p:cNvGrpSpPr/>
        <p:nvPr/>
      </p:nvGrpSpPr>
      <p:grpSpPr>
        <a:xfrm>
          <a:off x="0" y="0"/>
          <a:ext cx="0" cy="0"/>
          <a:chOff x="0" y="0"/>
          <a:chExt cx="0" cy="0"/>
        </a:xfrm>
      </p:grpSpPr>
      <p:sp>
        <p:nvSpPr>
          <p:cNvPr id="106" name="Shape 0"/>
          <p:cNvSpPr/>
          <p:nvPr/>
        </p:nvSpPr>
        <p:spPr>
          <a:xfrm>
            <a:off x="548640" y="384175"/>
            <a:ext cx="383540" cy="383540"/>
          </a:xfrm>
          <a:prstGeom prst="ellipse">
            <a:avLst/>
          </a:prstGeom>
          <a:solidFill>
            <a:srgbClr val="2e5a46"/>
          </a:solidFill>
          <a:ln w="12700">
            <a:solidFill>
              <a:srgbClr val="2e5a46"/>
            </a:solidFill>
            <a:round/>
          </a:ln>
        </p:spPr>
        <p:style>
          <a:lnRef idx="0"/>
          <a:fillRef idx="0"/>
          <a:effectRef idx="0"/>
          <a:fontRef idx="minor"/>
        </p:style>
        <p:txBody>
          <a:bodyPr lIns="90000" rIns="90000" tIns="45000" bIns="45000" anchor="t">
            <a:noAutofit/>
          </a:bodyPr>
          <a:p>
            <a:endParaRPr b="0" lang="en-US" sz="1800" spc="-1" strike="noStrike">
              <a:solidFill>
                <a:srgbClr val="000000"/>
              </a:solidFill>
              <a:latin typeface="Noto Sans KR"/>
            </a:endParaRPr>
          </a:p>
        </p:txBody>
      </p:sp>
      <p:sp>
        <p:nvSpPr>
          <p:cNvPr id="107" name="Text 1"/>
          <p:cNvSpPr/>
          <p:nvPr/>
        </p:nvSpPr>
        <p:spPr>
          <a:xfrm>
            <a:off x="548640" y="384175"/>
            <a:ext cx="383540" cy="38354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300" spc="-1" strike="noStrike">
                <a:solidFill>
                  <a:srgbClr val="ffffff"/>
                </a:solidFill>
                <a:latin typeface="Malgun Gothic"/>
                <a:ea typeface="Malgun Gothic"/>
              </a:rPr>
              <a:t>02</a:t>
            </a:r>
            <a:endParaRPr b="0" lang="en-US" sz="1300" spc="-1" strike="noStrike">
              <a:solidFill>
                <a:srgbClr val="000000"/>
              </a:solidFill>
              <a:latin typeface="Noto Sans KR"/>
            </a:endParaRPr>
          </a:p>
        </p:txBody>
      </p:sp>
      <p:sp>
        <p:nvSpPr>
          <p:cNvPr id="108" name="Text 2"/>
          <p:cNvSpPr/>
          <p:nvPr/>
        </p:nvSpPr>
        <p:spPr>
          <a:xfrm>
            <a:off x="1042670" y="384175"/>
            <a:ext cx="5485765" cy="3835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400" spc="199" strike="noStrike">
                <a:solidFill>
                  <a:srgbClr val="b5654a"/>
                </a:solidFill>
                <a:latin typeface="Malgun Gothic"/>
                <a:ea typeface="Malgun Gothic"/>
              </a:rPr>
              <a:t>GOAL · </a:t>
            </a:r>
            <a:r>
              <a:rPr b="1" lang="ko-KR" sz="1400" spc="199" strike="noStrike">
                <a:solidFill>
                  <a:srgbClr val="b5654a"/>
                </a:solidFill>
                <a:latin typeface="Malgun Gothic"/>
                <a:ea typeface="Malgun Gothic"/>
              </a:rPr>
              <a:t>보상 구조</a:t>
            </a:r>
            <a:endParaRPr b="0" lang="en-US" sz="1400" spc="-1" strike="noStrike">
              <a:solidFill>
                <a:srgbClr val="000000"/>
              </a:solidFill>
              <a:latin typeface="Noto Sans KR"/>
            </a:endParaRPr>
          </a:p>
        </p:txBody>
      </p:sp>
      <p:sp>
        <p:nvSpPr>
          <p:cNvPr id="109" name="Text 3"/>
          <p:cNvSpPr/>
          <p:nvPr/>
        </p:nvSpPr>
        <p:spPr>
          <a:xfrm>
            <a:off x="548640" y="895985"/>
            <a:ext cx="11063605" cy="730885"/>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ko-KR" sz="3400" spc="-1" strike="noStrike">
                <a:solidFill>
                  <a:srgbClr val="1e2621"/>
                </a:solidFill>
                <a:latin typeface="Malgun Gothic"/>
                <a:ea typeface="Malgun Gothic"/>
              </a:rPr>
              <a:t>운동할수록</a:t>
            </a:r>
            <a:r>
              <a:rPr b="1" lang="en-US" sz="3400" spc="-1" strike="noStrike">
                <a:solidFill>
                  <a:srgbClr val="1e2621"/>
                </a:solidFill>
                <a:latin typeface="Malgun Gothic"/>
                <a:ea typeface="Malgun Gothic"/>
              </a:rPr>
              <a:t>, </a:t>
            </a:r>
            <a:r>
              <a:rPr b="1" lang="ko-KR" sz="3400" spc="-1" strike="noStrike">
                <a:solidFill>
                  <a:srgbClr val="1e2621"/>
                </a:solidFill>
                <a:latin typeface="Malgun Gothic"/>
                <a:ea typeface="Malgun Gothic"/>
              </a:rPr>
              <a:t>방이 채워집니다</a:t>
            </a:r>
            <a:endParaRPr b="0" lang="en-US" sz="3400" spc="-1" strike="noStrike">
              <a:solidFill>
                <a:srgbClr val="000000"/>
              </a:solidFill>
              <a:latin typeface="Noto Sans KR"/>
            </a:endParaRPr>
          </a:p>
        </p:txBody>
      </p:sp>
      <p:sp>
        <p:nvSpPr>
          <p:cNvPr id="110" name="Shape 4"/>
          <p:cNvSpPr/>
          <p:nvPr/>
        </p:nvSpPr>
        <p:spPr>
          <a:xfrm>
            <a:off x="548640" y="1783080"/>
            <a:ext cx="5202555" cy="3112770"/>
          </a:xfrm>
          <a:prstGeom prst="roundRect">
            <a:avLst>
              <a:gd name="adj" fmla="val 4112"/>
            </a:avLst>
          </a:prstGeom>
          <a:solidFill>
            <a:srgbClr val="fffcf6"/>
          </a:solidFill>
          <a:ln w="12700">
            <a:solidFill>
              <a:srgbClr val="d8cbb2"/>
            </a:solidFill>
            <a:round/>
          </a:ln>
          <a:effectLst>
            <a:outerShdw algn="bl" blurRad="101520" dir="5400000" dist="25560" kx="0" ky="0" rotWithShape="0" sx="100000" sy="100000">
              <a:srgbClr val="8a7a5c">
                <a:alpha val="18000"/>
              </a:srgbClr>
            </a:outerShdw>
          </a:effectLst>
        </p:spPr>
        <p:style>
          <a:lnRef idx="0"/>
          <a:fillRef idx="0"/>
          <a:effectRef idx="0"/>
          <a:fontRef idx="minor"/>
        </p:style>
        <p:txBody>
          <a:bodyPr lIns="90000" rIns="90000" tIns="45000" bIns="45000" anchor="t">
            <a:noAutofit/>
          </a:bodyPr>
          <a:p>
            <a:endParaRPr b="0" lang="en-US" sz="1800" spc="-1" strike="noStrike">
              <a:solidFill>
                <a:srgbClr val="000000"/>
              </a:solidFill>
              <a:latin typeface="Noto Sans KR"/>
            </a:endParaRPr>
          </a:p>
        </p:txBody>
      </p:sp>
      <p:sp>
        <p:nvSpPr>
          <p:cNvPr id="111" name="Shape 5"/>
          <p:cNvSpPr/>
          <p:nvPr/>
        </p:nvSpPr>
        <p:spPr>
          <a:xfrm>
            <a:off x="676910" y="1901825"/>
            <a:ext cx="109220" cy="109220"/>
          </a:xfrm>
          <a:prstGeom prst="ellipse">
            <a:avLst/>
          </a:prstGeom>
          <a:solidFill>
            <a:srgbClr val="b5654a"/>
          </a:solidFill>
          <a:ln w="12700">
            <a:solidFill>
              <a:srgbClr val="b5654a"/>
            </a:solidFill>
            <a:round/>
          </a:ln>
        </p:spPr>
        <p:style>
          <a:lnRef idx="0"/>
          <a:fillRef idx="0"/>
          <a:effectRef idx="0"/>
          <a:fontRef idx="minor"/>
        </p:style>
        <p:txBody>
          <a:bodyPr lIns="90000" rIns="90000" tIns="32760" bIns="32760" anchor="t">
            <a:noAutofit/>
          </a:bodyPr>
          <a:p>
            <a:endParaRPr b="0" lang="en-US" sz="1800" spc="-1" strike="noStrike">
              <a:solidFill>
                <a:srgbClr val="000000"/>
              </a:solidFill>
              <a:latin typeface="Noto Sans KR"/>
            </a:endParaRPr>
          </a:p>
        </p:txBody>
      </p:sp>
      <p:sp>
        <p:nvSpPr>
          <p:cNvPr id="112" name="Shape 6"/>
          <p:cNvSpPr/>
          <p:nvPr/>
        </p:nvSpPr>
        <p:spPr>
          <a:xfrm>
            <a:off x="841375" y="1901825"/>
            <a:ext cx="109220" cy="109220"/>
          </a:xfrm>
          <a:prstGeom prst="ellipse">
            <a:avLst/>
          </a:prstGeom>
          <a:solidFill>
            <a:srgbClr val="d9a441"/>
          </a:solidFill>
          <a:ln w="12700">
            <a:solidFill>
              <a:srgbClr val="d9a441"/>
            </a:solidFill>
            <a:round/>
          </a:ln>
        </p:spPr>
        <p:style>
          <a:lnRef idx="0"/>
          <a:fillRef idx="0"/>
          <a:effectRef idx="0"/>
          <a:fontRef idx="minor"/>
        </p:style>
        <p:txBody>
          <a:bodyPr lIns="90000" rIns="90000" tIns="32760" bIns="32760" anchor="t">
            <a:noAutofit/>
          </a:bodyPr>
          <a:p>
            <a:endParaRPr b="0" lang="en-US" sz="1800" spc="-1" strike="noStrike">
              <a:solidFill>
                <a:srgbClr val="000000"/>
              </a:solidFill>
              <a:latin typeface="Noto Sans KR"/>
            </a:endParaRPr>
          </a:p>
        </p:txBody>
      </p:sp>
      <p:sp>
        <p:nvSpPr>
          <p:cNvPr id="113" name="Shape 7"/>
          <p:cNvSpPr/>
          <p:nvPr/>
        </p:nvSpPr>
        <p:spPr>
          <a:xfrm>
            <a:off x="1005840" y="1901825"/>
            <a:ext cx="109220" cy="109220"/>
          </a:xfrm>
          <a:prstGeom prst="ellipse">
            <a:avLst/>
          </a:prstGeom>
          <a:solidFill>
            <a:srgbClr val="2e5a46"/>
          </a:solidFill>
          <a:ln w="12700">
            <a:solidFill>
              <a:srgbClr val="2e5a46"/>
            </a:solidFill>
            <a:round/>
          </a:ln>
        </p:spPr>
        <p:style>
          <a:lnRef idx="0"/>
          <a:fillRef idx="0"/>
          <a:effectRef idx="0"/>
          <a:fontRef idx="minor"/>
        </p:style>
        <p:txBody>
          <a:bodyPr lIns="90000" rIns="90000" tIns="32760" bIns="32760" anchor="t">
            <a:noAutofit/>
          </a:bodyPr>
          <a:p>
            <a:endParaRPr b="0" lang="en-US" sz="1800" spc="-1" strike="noStrike">
              <a:solidFill>
                <a:srgbClr val="000000"/>
              </a:solidFill>
              <a:latin typeface="Noto Sans KR"/>
            </a:endParaRPr>
          </a:p>
        </p:txBody>
      </p:sp>
      <p:sp>
        <p:nvSpPr>
          <p:cNvPr id="114" name="Text 8"/>
          <p:cNvSpPr/>
          <p:nvPr/>
        </p:nvSpPr>
        <p:spPr>
          <a:xfrm>
            <a:off x="1225550" y="1837690"/>
            <a:ext cx="4342765" cy="23749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100" spc="199" strike="noStrike">
                <a:solidFill>
                  <a:srgbClr val="5e5b52"/>
                </a:solidFill>
                <a:latin typeface="Malgun Gothic"/>
                <a:ea typeface="Malgun Gothic"/>
              </a:rPr>
              <a:t>BEFORE · </a:t>
            </a:r>
            <a:r>
              <a:rPr b="1" lang="ko-KR" sz="1100" spc="199" strike="noStrike">
                <a:solidFill>
                  <a:srgbClr val="5e5b52"/>
                </a:solidFill>
                <a:latin typeface="Malgun Gothic"/>
                <a:ea typeface="Malgun Gothic"/>
              </a:rPr>
              <a:t>기본 방</a:t>
            </a:r>
            <a:endParaRPr b="0" lang="en-US" sz="1100" spc="-1" strike="noStrike">
              <a:solidFill>
                <a:srgbClr val="000000"/>
              </a:solidFill>
              <a:latin typeface="Noto Sans KR"/>
            </a:endParaRPr>
          </a:p>
        </p:txBody>
      </p:sp>
      <p:pic>
        <p:nvPicPr>
          <p:cNvPr id="115" name="Image 0"/>
          <p:cNvPicPr/>
          <p:nvPr/>
        </p:nvPicPr>
        <p:blipFill>
          <a:blip r:embed="rId1"/>
          <a:stretch/>
        </p:blipFill>
        <p:spPr>
          <a:xfrm>
            <a:off x="658495" y="2240280"/>
            <a:ext cx="4982845" cy="2545715"/>
          </a:xfrm>
          <a:prstGeom prst="rect">
            <a:avLst/>
          </a:prstGeom>
          <a:ln w="0">
            <a:noFill/>
          </a:ln>
        </p:spPr>
      </p:pic>
      <p:sp>
        <p:nvSpPr>
          <p:cNvPr id="116" name="Shape 9"/>
          <p:cNvSpPr/>
          <p:nvPr/>
        </p:nvSpPr>
        <p:spPr>
          <a:xfrm>
            <a:off x="6437630" y="1783080"/>
            <a:ext cx="5202555" cy="3112770"/>
          </a:xfrm>
          <a:prstGeom prst="roundRect">
            <a:avLst>
              <a:gd name="adj" fmla="val 4112"/>
            </a:avLst>
          </a:prstGeom>
          <a:solidFill>
            <a:srgbClr val="fffcf6"/>
          </a:solidFill>
          <a:ln w="12700">
            <a:solidFill>
              <a:srgbClr val="d8cbb2"/>
            </a:solidFill>
            <a:round/>
          </a:ln>
          <a:effectLst>
            <a:outerShdw algn="bl" blurRad="101520" dir="5400000" dist="25560" kx="0" ky="0" rotWithShape="0" sx="100000" sy="100000">
              <a:srgbClr val="8a7a5c">
                <a:alpha val="18000"/>
              </a:srgbClr>
            </a:outerShdw>
          </a:effectLst>
        </p:spPr>
        <p:style>
          <a:lnRef idx="0"/>
          <a:fillRef idx="0"/>
          <a:effectRef idx="0"/>
          <a:fontRef idx="minor"/>
        </p:style>
        <p:txBody>
          <a:bodyPr lIns="90000" rIns="90000" tIns="45000" bIns="45000" anchor="t">
            <a:noAutofit/>
          </a:bodyPr>
          <a:p>
            <a:endParaRPr b="0" lang="en-US" sz="1800" spc="-1" strike="noStrike">
              <a:solidFill>
                <a:srgbClr val="000000"/>
              </a:solidFill>
              <a:latin typeface="Noto Sans KR"/>
            </a:endParaRPr>
          </a:p>
        </p:txBody>
      </p:sp>
      <p:sp>
        <p:nvSpPr>
          <p:cNvPr id="117" name="Shape 10"/>
          <p:cNvSpPr/>
          <p:nvPr/>
        </p:nvSpPr>
        <p:spPr>
          <a:xfrm>
            <a:off x="6565265" y="1901825"/>
            <a:ext cx="109220" cy="109220"/>
          </a:xfrm>
          <a:prstGeom prst="ellipse">
            <a:avLst/>
          </a:prstGeom>
          <a:solidFill>
            <a:srgbClr val="b5654a"/>
          </a:solidFill>
          <a:ln w="12700">
            <a:solidFill>
              <a:srgbClr val="b5654a"/>
            </a:solidFill>
            <a:round/>
          </a:ln>
        </p:spPr>
        <p:style>
          <a:lnRef idx="0"/>
          <a:fillRef idx="0"/>
          <a:effectRef idx="0"/>
          <a:fontRef idx="minor"/>
        </p:style>
        <p:txBody>
          <a:bodyPr lIns="90000" rIns="90000" tIns="32760" bIns="32760" anchor="t">
            <a:noAutofit/>
          </a:bodyPr>
          <a:p>
            <a:endParaRPr b="0" lang="en-US" sz="1800" spc="-1" strike="noStrike">
              <a:solidFill>
                <a:srgbClr val="000000"/>
              </a:solidFill>
              <a:latin typeface="Noto Sans KR"/>
            </a:endParaRPr>
          </a:p>
        </p:txBody>
      </p:sp>
      <p:sp>
        <p:nvSpPr>
          <p:cNvPr id="118" name="Shape 11"/>
          <p:cNvSpPr/>
          <p:nvPr/>
        </p:nvSpPr>
        <p:spPr>
          <a:xfrm>
            <a:off x="6729730" y="1901825"/>
            <a:ext cx="109220" cy="109220"/>
          </a:xfrm>
          <a:prstGeom prst="ellipse">
            <a:avLst/>
          </a:prstGeom>
          <a:solidFill>
            <a:srgbClr val="d9a441"/>
          </a:solidFill>
          <a:ln w="12700">
            <a:solidFill>
              <a:srgbClr val="d9a441"/>
            </a:solidFill>
            <a:round/>
          </a:ln>
        </p:spPr>
        <p:style>
          <a:lnRef idx="0"/>
          <a:fillRef idx="0"/>
          <a:effectRef idx="0"/>
          <a:fontRef idx="minor"/>
        </p:style>
        <p:txBody>
          <a:bodyPr lIns="90000" rIns="90000" tIns="32760" bIns="32760" anchor="t">
            <a:noAutofit/>
          </a:bodyPr>
          <a:p>
            <a:endParaRPr b="0" lang="en-US" sz="1800" spc="-1" strike="noStrike">
              <a:solidFill>
                <a:srgbClr val="000000"/>
              </a:solidFill>
              <a:latin typeface="Noto Sans KR"/>
            </a:endParaRPr>
          </a:p>
        </p:txBody>
      </p:sp>
      <p:sp>
        <p:nvSpPr>
          <p:cNvPr id="119" name="Shape 12"/>
          <p:cNvSpPr/>
          <p:nvPr/>
        </p:nvSpPr>
        <p:spPr>
          <a:xfrm>
            <a:off x="6894830" y="1901825"/>
            <a:ext cx="109220" cy="109220"/>
          </a:xfrm>
          <a:prstGeom prst="ellipse">
            <a:avLst/>
          </a:prstGeom>
          <a:solidFill>
            <a:srgbClr val="2e5a46"/>
          </a:solidFill>
          <a:ln w="12700">
            <a:solidFill>
              <a:srgbClr val="2e5a46"/>
            </a:solidFill>
            <a:round/>
          </a:ln>
        </p:spPr>
        <p:style>
          <a:lnRef idx="0"/>
          <a:fillRef idx="0"/>
          <a:effectRef idx="0"/>
          <a:fontRef idx="minor"/>
        </p:style>
        <p:txBody>
          <a:bodyPr lIns="90000" rIns="90000" tIns="32760" bIns="32760" anchor="t">
            <a:noAutofit/>
          </a:bodyPr>
          <a:p>
            <a:endParaRPr b="0" lang="en-US" sz="1800" spc="-1" strike="noStrike">
              <a:solidFill>
                <a:srgbClr val="000000"/>
              </a:solidFill>
              <a:latin typeface="Noto Sans KR"/>
            </a:endParaRPr>
          </a:p>
        </p:txBody>
      </p:sp>
      <p:sp>
        <p:nvSpPr>
          <p:cNvPr id="120" name="Text 13"/>
          <p:cNvSpPr/>
          <p:nvPr/>
        </p:nvSpPr>
        <p:spPr>
          <a:xfrm>
            <a:off x="7113905" y="1837690"/>
            <a:ext cx="4342765" cy="23749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100" spc="199" strike="noStrike">
                <a:solidFill>
                  <a:srgbClr val="5e5b52"/>
                </a:solidFill>
                <a:latin typeface="Malgun Gothic"/>
                <a:ea typeface="Malgun Gothic"/>
              </a:rPr>
              <a:t>AFTER · LV 50 </a:t>
            </a:r>
            <a:r>
              <a:rPr b="1" lang="ko-KR" sz="1100" spc="199" strike="noStrike">
                <a:solidFill>
                  <a:srgbClr val="5e5b52"/>
                </a:solidFill>
                <a:latin typeface="Malgun Gothic"/>
                <a:ea typeface="Malgun Gothic"/>
              </a:rPr>
              <a:t>보상 방</a:t>
            </a:r>
            <a:endParaRPr b="0" lang="en-US" sz="1100" spc="-1" strike="noStrike">
              <a:solidFill>
                <a:srgbClr val="000000"/>
              </a:solidFill>
              <a:latin typeface="Noto Sans KR"/>
            </a:endParaRPr>
          </a:p>
        </p:txBody>
      </p:sp>
      <p:pic>
        <p:nvPicPr>
          <p:cNvPr id="121" name="Image 1"/>
          <p:cNvPicPr/>
          <p:nvPr/>
        </p:nvPicPr>
        <p:blipFill>
          <a:blip r:embed="rId2"/>
          <a:stretch/>
        </p:blipFill>
        <p:spPr>
          <a:xfrm>
            <a:off x="6546850" y="2240280"/>
            <a:ext cx="4982845" cy="2545715"/>
          </a:xfrm>
          <a:prstGeom prst="rect">
            <a:avLst/>
          </a:prstGeom>
          <a:ln w="0">
            <a:noFill/>
          </a:ln>
        </p:spPr>
      </p:pic>
      <p:sp>
        <p:nvSpPr>
          <p:cNvPr id="122" name="Shape 14"/>
          <p:cNvSpPr/>
          <p:nvPr/>
        </p:nvSpPr>
        <p:spPr>
          <a:xfrm>
            <a:off x="5769610" y="3136265"/>
            <a:ext cx="639445" cy="639445"/>
          </a:xfrm>
          <a:prstGeom prst="ellipse">
            <a:avLst/>
          </a:prstGeom>
          <a:solidFill>
            <a:srgbClr val="b5654a"/>
          </a:solidFill>
          <a:ln w="12700">
            <a:solidFill>
              <a:srgbClr val="b5654a"/>
            </a:solidFill>
            <a:round/>
          </a:ln>
        </p:spPr>
        <p:style>
          <a:lnRef idx="0"/>
          <a:fillRef idx="0"/>
          <a:effectRef idx="0"/>
          <a:fontRef idx="minor"/>
        </p:style>
        <p:txBody>
          <a:bodyPr lIns="90000" rIns="90000" tIns="45000" bIns="45000" anchor="t">
            <a:noAutofit/>
          </a:bodyPr>
          <a:p>
            <a:endParaRPr b="0" lang="en-US" sz="1800" spc="-1" strike="noStrike">
              <a:solidFill>
                <a:srgbClr val="000000"/>
              </a:solidFill>
              <a:latin typeface="Noto Sans KR"/>
            </a:endParaRPr>
          </a:p>
        </p:txBody>
      </p:sp>
      <p:sp>
        <p:nvSpPr>
          <p:cNvPr id="123" name="Text 15"/>
          <p:cNvSpPr/>
          <p:nvPr/>
        </p:nvSpPr>
        <p:spPr>
          <a:xfrm>
            <a:off x="5769610" y="3136265"/>
            <a:ext cx="639445" cy="639445"/>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2600" spc="-1" strike="noStrike">
                <a:solidFill>
                  <a:srgbClr val="ffffff"/>
                </a:solidFill>
                <a:latin typeface="Malgun Gothic"/>
                <a:ea typeface="Malgun Gothic"/>
              </a:rPr>
              <a:t>→</a:t>
            </a:r>
            <a:endParaRPr b="0" lang="en-US" sz="2600" spc="-1" strike="noStrike">
              <a:solidFill>
                <a:srgbClr val="000000"/>
              </a:solidFill>
              <a:latin typeface="Noto Sans KR"/>
            </a:endParaRPr>
          </a:p>
        </p:txBody>
      </p:sp>
      <p:sp>
        <p:nvSpPr>
          <p:cNvPr id="124" name="Text 16"/>
          <p:cNvSpPr/>
          <p:nvPr/>
        </p:nvSpPr>
        <p:spPr>
          <a:xfrm>
            <a:off x="548640" y="5074920"/>
            <a:ext cx="1370965" cy="410845"/>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ko-KR" sz="1600" spc="-1" strike="noStrike">
                <a:solidFill>
                  <a:srgbClr val="b5654a"/>
                </a:solidFill>
                <a:latin typeface="Malgun Gothic"/>
                <a:ea typeface="Malgun Gothic"/>
              </a:rPr>
              <a:t>소품 해금</a:t>
            </a:r>
            <a:endParaRPr b="0" lang="en-US" sz="1600" spc="-1" strike="noStrike">
              <a:solidFill>
                <a:srgbClr val="000000"/>
              </a:solidFill>
              <a:latin typeface="Noto Sans KR"/>
            </a:endParaRPr>
          </a:p>
        </p:txBody>
      </p:sp>
      <p:sp>
        <p:nvSpPr>
          <p:cNvPr id="125" name="Shape 17"/>
          <p:cNvSpPr/>
          <p:nvPr/>
        </p:nvSpPr>
        <p:spPr>
          <a:xfrm>
            <a:off x="1540510" y="5074920"/>
            <a:ext cx="987425" cy="410845"/>
          </a:xfrm>
          <a:prstGeom prst="roundRect">
            <a:avLst>
              <a:gd name="adj" fmla="val 50000"/>
            </a:avLst>
          </a:prstGeom>
          <a:solidFill>
            <a:srgbClr val="eadfcb"/>
          </a:solidFill>
          <a:ln w="12700">
            <a:solidFill>
              <a:srgbClr val="eadfcb"/>
            </a:solidFill>
            <a:round/>
          </a:ln>
        </p:spPr>
        <p:style>
          <a:lnRef idx="0"/>
          <a:fillRef idx="0"/>
          <a:effectRef idx="0"/>
          <a:fontRef idx="minor"/>
        </p:style>
        <p:txBody>
          <a:bodyPr lIns="90000" rIns="90000" tIns="45000" bIns="45000" anchor="t">
            <a:noAutofit/>
          </a:bodyPr>
          <a:p>
            <a:endParaRPr b="0" lang="en-US" sz="1800" spc="-1" strike="noStrike">
              <a:solidFill>
                <a:srgbClr val="000000"/>
              </a:solidFill>
              <a:latin typeface="Noto Sans KR"/>
            </a:endParaRPr>
          </a:p>
        </p:txBody>
      </p:sp>
      <p:sp>
        <p:nvSpPr>
          <p:cNvPr id="126" name="Text 18"/>
          <p:cNvSpPr/>
          <p:nvPr/>
        </p:nvSpPr>
        <p:spPr>
          <a:xfrm>
            <a:off x="1540510" y="5074920"/>
            <a:ext cx="987425" cy="410845"/>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250" spc="-1" strike="noStrike">
                <a:solidFill>
                  <a:srgbClr val="1e2621"/>
                </a:solidFill>
                <a:latin typeface="Malgun Gothic"/>
                <a:ea typeface="Malgun Gothic"/>
              </a:rPr>
              <a:t>100 kcal</a:t>
            </a:r>
            <a:endParaRPr b="0" lang="en-US" sz="1250" spc="-1" strike="noStrike">
              <a:solidFill>
                <a:srgbClr val="000000"/>
              </a:solidFill>
              <a:latin typeface="Noto Sans KR"/>
            </a:endParaRPr>
          </a:p>
        </p:txBody>
      </p:sp>
      <p:sp>
        <p:nvSpPr>
          <p:cNvPr id="127" name="Shape 19"/>
          <p:cNvSpPr/>
          <p:nvPr/>
        </p:nvSpPr>
        <p:spPr>
          <a:xfrm>
            <a:off x="2637790" y="5074920"/>
            <a:ext cx="987425" cy="410845"/>
          </a:xfrm>
          <a:prstGeom prst="roundRect">
            <a:avLst>
              <a:gd name="adj" fmla="val 50000"/>
            </a:avLst>
          </a:prstGeom>
          <a:solidFill>
            <a:srgbClr val="eadfcb"/>
          </a:solidFill>
          <a:ln w="12700">
            <a:solidFill>
              <a:srgbClr val="eadfcb"/>
            </a:solidFill>
            <a:round/>
          </a:ln>
        </p:spPr>
        <p:style>
          <a:lnRef idx="0"/>
          <a:fillRef idx="0"/>
          <a:effectRef idx="0"/>
          <a:fontRef idx="minor"/>
        </p:style>
        <p:txBody>
          <a:bodyPr lIns="90000" rIns="90000" tIns="45000" bIns="45000" anchor="t">
            <a:noAutofit/>
          </a:bodyPr>
          <a:p>
            <a:endParaRPr b="0" lang="en-US" sz="1800" spc="-1" strike="noStrike">
              <a:solidFill>
                <a:srgbClr val="000000"/>
              </a:solidFill>
              <a:latin typeface="Noto Sans KR"/>
            </a:endParaRPr>
          </a:p>
        </p:txBody>
      </p:sp>
      <p:sp>
        <p:nvSpPr>
          <p:cNvPr id="128" name="Text 20"/>
          <p:cNvSpPr/>
          <p:nvPr/>
        </p:nvSpPr>
        <p:spPr>
          <a:xfrm>
            <a:off x="2637790" y="5074920"/>
            <a:ext cx="987425" cy="410845"/>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250" spc="-1" strike="noStrike">
                <a:solidFill>
                  <a:srgbClr val="1e2621"/>
                </a:solidFill>
                <a:latin typeface="Malgun Gothic"/>
                <a:ea typeface="Malgun Gothic"/>
              </a:rPr>
              <a:t>250 kcal</a:t>
            </a:r>
            <a:endParaRPr b="0" lang="en-US" sz="1250" spc="-1" strike="noStrike">
              <a:solidFill>
                <a:srgbClr val="000000"/>
              </a:solidFill>
              <a:latin typeface="Noto Sans KR"/>
            </a:endParaRPr>
          </a:p>
        </p:txBody>
      </p:sp>
      <p:sp>
        <p:nvSpPr>
          <p:cNvPr id="129" name="Shape 21"/>
          <p:cNvSpPr/>
          <p:nvPr/>
        </p:nvSpPr>
        <p:spPr>
          <a:xfrm>
            <a:off x="3735070" y="5074920"/>
            <a:ext cx="987425" cy="410845"/>
          </a:xfrm>
          <a:prstGeom prst="roundRect">
            <a:avLst>
              <a:gd name="adj" fmla="val 50000"/>
            </a:avLst>
          </a:prstGeom>
          <a:solidFill>
            <a:srgbClr val="eadfcb"/>
          </a:solidFill>
          <a:ln w="12700">
            <a:solidFill>
              <a:srgbClr val="eadfcb"/>
            </a:solidFill>
            <a:round/>
          </a:ln>
        </p:spPr>
        <p:style>
          <a:lnRef idx="0"/>
          <a:fillRef idx="0"/>
          <a:effectRef idx="0"/>
          <a:fontRef idx="minor"/>
        </p:style>
        <p:txBody>
          <a:bodyPr lIns="90000" rIns="90000" tIns="45000" bIns="45000" anchor="t">
            <a:noAutofit/>
          </a:bodyPr>
          <a:p>
            <a:endParaRPr b="0" lang="en-US" sz="1800" spc="-1" strike="noStrike">
              <a:solidFill>
                <a:srgbClr val="000000"/>
              </a:solidFill>
              <a:latin typeface="Noto Sans KR"/>
            </a:endParaRPr>
          </a:p>
        </p:txBody>
      </p:sp>
      <p:sp>
        <p:nvSpPr>
          <p:cNvPr id="130" name="Text 22"/>
          <p:cNvSpPr/>
          <p:nvPr/>
        </p:nvSpPr>
        <p:spPr>
          <a:xfrm>
            <a:off x="3735070" y="5074920"/>
            <a:ext cx="987425" cy="410845"/>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250" spc="-1" strike="noStrike">
                <a:solidFill>
                  <a:srgbClr val="1e2621"/>
                </a:solidFill>
                <a:latin typeface="Malgun Gothic"/>
                <a:ea typeface="Malgun Gothic"/>
              </a:rPr>
              <a:t>450 kcal</a:t>
            </a:r>
            <a:endParaRPr b="0" lang="en-US" sz="1250" spc="-1" strike="noStrike">
              <a:solidFill>
                <a:srgbClr val="000000"/>
              </a:solidFill>
              <a:latin typeface="Noto Sans KR"/>
            </a:endParaRPr>
          </a:p>
        </p:txBody>
      </p:sp>
      <p:sp>
        <p:nvSpPr>
          <p:cNvPr id="131" name="Shape 23"/>
          <p:cNvSpPr/>
          <p:nvPr/>
        </p:nvSpPr>
        <p:spPr>
          <a:xfrm>
            <a:off x="4832350" y="5074920"/>
            <a:ext cx="987425" cy="410845"/>
          </a:xfrm>
          <a:prstGeom prst="roundRect">
            <a:avLst>
              <a:gd name="adj" fmla="val 50000"/>
            </a:avLst>
          </a:prstGeom>
          <a:solidFill>
            <a:srgbClr val="eadfcb"/>
          </a:solidFill>
          <a:ln w="12700">
            <a:solidFill>
              <a:srgbClr val="eadfcb"/>
            </a:solidFill>
            <a:round/>
          </a:ln>
        </p:spPr>
        <p:style>
          <a:lnRef idx="0"/>
          <a:fillRef idx="0"/>
          <a:effectRef idx="0"/>
          <a:fontRef idx="minor"/>
        </p:style>
        <p:txBody>
          <a:bodyPr lIns="90000" rIns="90000" tIns="45000" bIns="45000" anchor="t">
            <a:noAutofit/>
          </a:bodyPr>
          <a:p>
            <a:endParaRPr b="0" lang="en-US" sz="1800" spc="-1" strike="noStrike">
              <a:solidFill>
                <a:srgbClr val="000000"/>
              </a:solidFill>
              <a:latin typeface="Noto Sans KR"/>
            </a:endParaRPr>
          </a:p>
        </p:txBody>
      </p:sp>
      <p:sp>
        <p:nvSpPr>
          <p:cNvPr id="132" name="Text 24"/>
          <p:cNvSpPr/>
          <p:nvPr/>
        </p:nvSpPr>
        <p:spPr>
          <a:xfrm>
            <a:off x="4832350" y="5074920"/>
            <a:ext cx="987425" cy="410845"/>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250" spc="-1" strike="noStrike">
                <a:solidFill>
                  <a:srgbClr val="1e2621"/>
                </a:solidFill>
                <a:latin typeface="Malgun Gothic"/>
                <a:ea typeface="Malgun Gothic"/>
              </a:rPr>
              <a:t>700 kcal</a:t>
            </a:r>
            <a:endParaRPr b="0" lang="en-US" sz="1250" spc="-1" strike="noStrike">
              <a:solidFill>
                <a:srgbClr val="000000"/>
              </a:solidFill>
              <a:latin typeface="Noto Sans KR"/>
            </a:endParaRPr>
          </a:p>
        </p:txBody>
      </p:sp>
      <p:sp>
        <p:nvSpPr>
          <p:cNvPr id="133" name="Shape 25"/>
          <p:cNvSpPr/>
          <p:nvPr/>
        </p:nvSpPr>
        <p:spPr>
          <a:xfrm>
            <a:off x="5929630" y="5074920"/>
            <a:ext cx="987425" cy="410845"/>
          </a:xfrm>
          <a:prstGeom prst="roundRect">
            <a:avLst>
              <a:gd name="adj" fmla="val 50000"/>
            </a:avLst>
          </a:prstGeom>
          <a:solidFill>
            <a:srgbClr val="eadfcb"/>
          </a:solidFill>
          <a:ln w="12700">
            <a:solidFill>
              <a:srgbClr val="eadfcb"/>
            </a:solidFill>
            <a:round/>
          </a:ln>
        </p:spPr>
        <p:style>
          <a:lnRef idx="0"/>
          <a:fillRef idx="0"/>
          <a:effectRef idx="0"/>
          <a:fontRef idx="minor"/>
        </p:style>
        <p:txBody>
          <a:bodyPr lIns="90000" rIns="90000" tIns="45000" bIns="45000" anchor="t">
            <a:noAutofit/>
          </a:bodyPr>
          <a:p>
            <a:endParaRPr b="0" lang="en-US" sz="1800" spc="-1" strike="noStrike">
              <a:solidFill>
                <a:srgbClr val="000000"/>
              </a:solidFill>
              <a:latin typeface="Noto Sans KR"/>
            </a:endParaRPr>
          </a:p>
        </p:txBody>
      </p:sp>
      <p:sp>
        <p:nvSpPr>
          <p:cNvPr id="134" name="Text 26"/>
          <p:cNvSpPr/>
          <p:nvPr/>
        </p:nvSpPr>
        <p:spPr>
          <a:xfrm>
            <a:off x="5929630" y="5074920"/>
            <a:ext cx="987425" cy="410845"/>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250" spc="-1" strike="noStrike">
                <a:solidFill>
                  <a:srgbClr val="1e2621"/>
                </a:solidFill>
                <a:latin typeface="Malgun Gothic"/>
                <a:ea typeface="Malgun Gothic"/>
              </a:rPr>
              <a:t>1,000 kcal</a:t>
            </a:r>
            <a:endParaRPr b="0" lang="en-US" sz="1250" spc="-1" strike="noStrike">
              <a:solidFill>
                <a:srgbClr val="000000"/>
              </a:solidFill>
              <a:latin typeface="Noto Sans KR"/>
            </a:endParaRPr>
          </a:p>
        </p:txBody>
      </p:sp>
      <p:sp>
        <p:nvSpPr>
          <p:cNvPr id="135" name="Shape 27"/>
          <p:cNvSpPr/>
          <p:nvPr/>
        </p:nvSpPr>
        <p:spPr>
          <a:xfrm>
            <a:off x="7026910" y="5074920"/>
            <a:ext cx="987425" cy="410845"/>
          </a:xfrm>
          <a:prstGeom prst="roundRect">
            <a:avLst>
              <a:gd name="adj" fmla="val 50000"/>
            </a:avLst>
          </a:prstGeom>
          <a:solidFill>
            <a:srgbClr val="eadfcb"/>
          </a:solidFill>
          <a:ln w="12700">
            <a:solidFill>
              <a:srgbClr val="eadfcb"/>
            </a:solidFill>
            <a:round/>
          </a:ln>
        </p:spPr>
        <p:style>
          <a:lnRef idx="0"/>
          <a:fillRef idx="0"/>
          <a:effectRef idx="0"/>
          <a:fontRef idx="minor"/>
        </p:style>
        <p:txBody>
          <a:bodyPr lIns="90000" rIns="90000" tIns="45000" bIns="45000" anchor="t">
            <a:noAutofit/>
          </a:bodyPr>
          <a:p>
            <a:endParaRPr b="0" lang="en-US" sz="1800" spc="-1" strike="noStrike">
              <a:solidFill>
                <a:srgbClr val="000000"/>
              </a:solidFill>
              <a:latin typeface="Noto Sans KR"/>
            </a:endParaRPr>
          </a:p>
        </p:txBody>
      </p:sp>
      <p:sp>
        <p:nvSpPr>
          <p:cNvPr id="136" name="Text 28"/>
          <p:cNvSpPr/>
          <p:nvPr/>
        </p:nvSpPr>
        <p:spPr>
          <a:xfrm>
            <a:off x="7026910" y="5074920"/>
            <a:ext cx="987425" cy="410845"/>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250" spc="-1" strike="noStrike">
                <a:solidFill>
                  <a:srgbClr val="1e2621"/>
                </a:solidFill>
                <a:latin typeface="Malgun Gothic"/>
                <a:ea typeface="Malgun Gothic"/>
              </a:rPr>
              <a:t>1,500 kcal</a:t>
            </a:r>
            <a:endParaRPr b="0" lang="en-US" sz="1250" spc="-1" strike="noStrike">
              <a:solidFill>
                <a:srgbClr val="000000"/>
              </a:solidFill>
              <a:latin typeface="Noto Sans KR"/>
            </a:endParaRPr>
          </a:p>
        </p:txBody>
      </p:sp>
      <p:sp>
        <p:nvSpPr>
          <p:cNvPr id="137" name="Text 29"/>
          <p:cNvSpPr>
            <a:spLocks/>
          </p:cNvSpPr>
          <p:nvPr/>
        </p:nvSpPr>
        <p:spPr>
          <a:xfrm rot="0">
            <a:off x="8008620" y="5074920"/>
            <a:ext cx="3559175" cy="411480"/>
          </a:xfrm>
          <a:prstGeom prst="rect"/>
          <a:noFill/>
          <a:ln>
            <a:noFill/>
            <a:prstDash/>
          </a:ln>
        </p:spPr>
        <p:style>
          <a:lnRef idx="0"/>
          <a:fillRef idx="0"/>
          <a:effectRef idx="0"/>
          <a:fontRef idx="minor"/>
        </p:style>
        <p:txBody>
          <a:bodyPr wrap="square" lIns="0" tIns="0" rIns="0" bIns="0" numCol="1" vert="horz" anchor="ctr">
            <a:noAutofit/>
          </a:bodyPr>
          <a:lstStyle/>
          <a:p>
            <a:pPr marL="0" indent="0" algn="r" defTabSz="914400">
              <a:lnSpc>
                <a:spcPct val="100000"/>
              </a:lnSpc>
              <a:buFontTx/>
              <a:buNone/>
              <a:tabLst>
                <a:tab pos="0" algn="l"/>
              </a:tabLst>
            </a:pPr>
            <a:r>
              <a:rPr lang="en-US" sz="1400" b="1" strike="noStrike">
                <a:solidFill>
                  <a:srgbClr val="2E5A46"/>
                </a:solidFill>
                <a:latin typeface="Malgun Gothic" charset="0"/>
                <a:ea typeface="Malgun Gothic" charset="0"/>
              </a:rPr>
              <a:t>ROOM LEVEL = </a:t>
            </a:r>
            <a:r>
              <a:rPr lang="ko-KR" sz="1400" b="1" strike="noStrike">
                <a:solidFill>
                  <a:srgbClr val="2E5A46"/>
                </a:solidFill>
                <a:latin typeface="Malgun Gothic" charset="0"/>
                <a:ea typeface="Malgun Gothic" charset="0"/>
              </a:rPr>
              <a:t>누적</a:t>
            </a:r>
            <a:r>
              <a:rPr lang="ko-KR" sz="1400" b="1" strike="noStrike">
                <a:solidFill>
                  <a:srgbClr val="2E5A46"/>
                </a:solidFill>
                <a:latin typeface="Malgun Gothic" charset="0"/>
                <a:ea typeface="Malgun Gothic" charset="0"/>
              </a:rPr>
              <a:t> </a:t>
            </a:r>
            <a:r>
              <a:rPr lang="en-US" sz="1400" b="1" strike="noStrike">
                <a:solidFill>
                  <a:srgbClr val="2E5A46"/>
                </a:solidFill>
                <a:latin typeface="Malgun Gothic" charset="0"/>
                <a:ea typeface="Malgun Gothic" charset="0"/>
              </a:rPr>
              <a:t>kcal ÷ 1,500 + 1</a:t>
            </a:r>
            <a:endParaRPr lang="ko-KR" altLang="en-US" sz="1400" b="1" strike="noStrike">
              <a:solidFill>
                <a:srgbClr val="2E5A46"/>
              </a:solidFill>
              <a:latin typeface="Malgun Gothic" charset="0"/>
              <a:ea typeface="Malgun Gothic" charset="0"/>
            </a:endParaRPr>
          </a:p>
        </p:txBody>
      </p:sp>
      <p:sp>
        <p:nvSpPr>
          <p:cNvPr id="138" name="Text 30"/>
          <p:cNvSpPr/>
          <p:nvPr/>
        </p:nvSpPr>
        <p:spPr>
          <a:xfrm>
            <a:off x="548640" y="5596255"/>
            <a:ext cx="1370965" cy="410845"/>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ko-KR" sz="1600" spc="-1" strike="noStrike">
                <a:solidFill>
                  <a:srgbClr val="b5654a"/>
                </a:solidFill>
                <a:latin typeface="Malgun Gothic"/>
                <a:ea typeface="Malgun Gothic"/>
              </a:rPr>
              <a:t>캐릭터</a:t>
            </a:r>
            <a:endParaRPr b="0" lang="en-US" sz="1600" spc="-1" strike="noStrike">
              <a:solidFill>
                <a:srgbClr val="000000"/>
              </a:solidFill>
              <a:latin typeface="Noto Sans KR"/>
            </a:endParaRPr>
          </a:p>
        </p:txBody>
      </p:sp>
      <p:sp>
        <p:nvSpPr>
          <p:cNvPr id="139" name="Shape 31"/>
          <p:cNvSpPr/>
          <p:nvPr/>
        </p:nvSpPr>
        <p:spPr>
          <a:xfrm>
            <a:off x="1540510" y="5596255"/>
            <a:ext cx="776605" cy="410845"/>
          </a:xfrm>
          <a:prstGeom prst="roundRect">
            <a:avLst>
              <a:gd name="adj" fmla="val 50000"/>
            </a:avLst>
          </a:prstGeom>
          <a:solidFill>
            <a:srgbClr val="2e5a46"/>
          </a:solidFill>
          <a:ln w="12700">
            <a:solidFill>
              <a:srgbClr val="2e5a46"/>
            </a:solidFill>
            <a:round/>
          </a:ln>
        </p:spPr>
        <p:style>
          <a:lnRef idx="0"/>
          <a:fillRef idx="0"/>
          <a:effectRef idx="0"/>
          <a:fontRef idx="minor"/>
        </p:style>
        <p:txBody>
          <a:bodyPr lIns="90000" rIns="90000" tIns="45000" bIns="45000" anchor="t">
            <a:noAutofit/>
          </a:bodyPr>
          <a:p>
            <a:endParaRPr b="0" lang="en-US" sz="1800" spc="-1" strike="noStrike">
              <a:solidFill>
                <a:srgbClr val="000000"/>
              </a:solidFill>
              <a:latin typeface="Noto Sans KR"/>
            </a:endParaRPr>
          </a:p>
        </p:txBody>
      </p:sp>
      <p:sp>
        <p:nvSpPr>
          <p:cNvPr id="140" name="Text 32"/>
          <p:cNvSpPr/>
          <p:nvPr/>
        </p:nvSpPr>
        <p:spPr>
          <a:xfrm>
            <a:off x="1540510" y="5596255"/>
            <a:ext cx="776605" cy="410845"/>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250" spc="-1" strike="noStrike">
                <a:solidFill>
                  <a:srgbClr val="ffffff"/>
                </a:solidFill>
                <a:latin typeface="Malgun Gothic"/>
                <a:ea typeface="Malgun Gothic"/>
              </a:rPr>
              <a:t>LV 5</a:t>
            </a:r>
            <a:endParaRPr b="0" lang="en-US" sz="1250" spc="-1" strike="noStrike">
              <a:solidFill>
                <a:srgbClr val="000000"/>
              </a:solidFill>
              <a:latin typeface="Noto Sans KR"/>
            </a:endParaRPr>
          </a:p>
        </p:txBody>
      </p:sp>
      <p:sp>
        <p:nvSpPr>
          <p:cNvPr id="141" name="Text 33"/>
          <p:cNvSpPr/>
          <p:nvPr/>
        </p:nvSpPr>
        <p:spPr>
          <a:xfrm>
            <a:off x="2409190" y="5596255"/>
            <a:ext cx="1736725" cy="410845"/>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ko-KR" sz="1400" spc="-1" strike="noStrike">
                <a:solidFill>
                  <a:srgbClr val="1e2621"/>
                </a:solidFill>
                <a:latin typeface="Malgun Gothic"/>
                <a:ea typeface="Malgun Gothic"/>
              </a:rPr>
              <a:t>한복</a:t>
            </a:r>
            <a:endParaRPr b="0" lang="en-US" sz="1400" spc="-1" strike="noStrike">
              <a:solidFill>
                <a:srgbClr val="000000"/>
              </a:solidFill>
              <a:latin typeface="Noto Sans KR"/>
            </a:endParaRPr>
          </a:p>
        </p:txBody>
      </p:sp>
      <p:sp>
        <p:nvSpPr>
          <p:cNvPr id="142" name="Shape 34"/>
          <p:cNvSpPr/>
          <p:nvPr/>
        </p:nvSpPr>
        <p:spPr>
          <a:xfrm>
            <a:off x="3072130" y="5596255"/>
            <a:ext cx="776605" cy="410845"/>
          </a:xfrm>
          <a:prstGeom prst="roundRect">
            <a:avLst>
              <a:gd name="adj" fmla="val 50000"/>
            </a:avLst>
          </a:prstGeom>
          <a:solidFill>
            <a:srgbClr val="2e5a46"/>
          </a:solidFill>
          <a:ln w="12700">
            <a:solidFill>
              <a:srgbClr val="2e5a46"/>
            </a:solidFill>
            <a:round/>
          </a:ln>
        </p:spPr>
        <p:style>
          <a:lnRef idx="0"/>
          <a:fillRef idx="0"/>
          <a:effectRef idx="0"/>
          <a:fontRef idx="minor"/>
        </p:style>
        <p:txBody>
          <a:bodyPr lIns="90000" rIns="90000" tIns="45000" bIns="45000" anchor="t">
            <a:noAutofit/>
          </a:bodyPr>
          <a:p>
            <a:endParaRPr b="0" lang="en-US" sz="1800" spc="-1" strike="noStrike">
              <a:solidFill>
                <a:srgbClr val="000000"/>
              </a:solidFill>
              <a:latin typeface="Noto Sans KR"/>
            </a:endParaRPr>
          </a:p>
        </p:txBody>
      </p:sp>
      <p:sp>
        <p:nvSpPr>
          <p:cNvPr id="143" name="Text 35"/>
          <p:cNvSpPr/>
          <p:nvPr/>
        </p:nvSpPr>
        <p:spPr>
          <a:xfrm>
            <a:off x="3072130" y="5596255"/>
            <a:ext cx="776605" cy="410845"/>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250" spc="-1" strike="noStrike">
                <a:solidFill>
                  <a:srgbClr val="ffffff"/>
                </a:solidFill>
                <a:latin typeface="Malgun Gothic"/>
                <a:ea typeface="Malgun Gothic"/>
              </a:rPr>
              <a:t>LV 20</a:t>
            </a:r>
            <a:endParaRPr b="0" lang="en-US" sz="1250" spc="-1" strike="noStrike">
              <a:solidFill>
                <a:srgbClr val="000000"/>
              </a:solidFill>
              <a:latin typeface="Noto Sans KR"/>
            </a:endParaRPr>
          </a:p>
        </p:txBody>
      </p:sp>
      <p:sp>
        <p:nvSpPr>
          <p:cNvPr id="144" name="Text 36"/>
          <p:cNvSpPr/>
          <p:nvPr/>
        </p:nvSpPr>
        <p:spPr>
          <a:xfrm>
            <a:off x="3940810" y="5596255"/>
            <a:ext cx="1736725" cy="410845"/>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400" spc="-1" strike="noStrike">
                <a:solidFill>
                  <a:srgbClr val="1e2621"/>
                </a:solidFill>
                <a:latin typeface="Malgun Gothic"/>
                <a:ea typeface="Malgun Gothic"/>
              </a:rPr>
              <a:t>ROCK + </a:t>
            </a:r>
            <a:r>
              <a:rPr b="1" lang="ko-KR" sz="1400" spc="-1" strike="noStrike">
                <a:solidFill>
                  <a:srgbClr val="1e2621"/>
                </a:solidFill>
                <a:latin typeface="Malgun Gothic"/>
                <a:ea typeface="Malgun Gothic"/>
              </a:rPr>
              <a:t>특별 가구</a:t>
            </a:r>
            <a:endParaRPr b="0" lang="en-US" sz="1400" spc="-1" strike="noStrike">
              <a:solidFill>
                <a:srgbClr val="000000"/>
              </a:solidFill>
              <a:latin typeface="Noto Sans KR"/>
            </a:endParaRPr>
          </a:p>
        </p:txBody>
      </p:sp>
      <p:sp>
        <p:nvSpPr>
          <p:cNvPr id="145" name="Shape 37"/>
          <p:cNvSpPr/>
          <p:nvPr/>
        </p:nvSpPr>
        <p:spPr>
          <a:xfrm>
            <a:off x="5883910" y="5596255"/>
            <a:ext cx="776605" cy="410845"/>
          </a:xfrm>
          <a:prstGeom prst="roundRect">
            <a:avLst>
              <a:gd name="adj" fmla="val 50000"/>
            </a:avLst>
          </a:prstGeom>
          <a:solidFill>
            <a:srgbClr val="2e5a46"/>
          </a:solidFill>
          <a:ln w="12700">
            <a:solidFill>
              <a:srgbClr val="2e5a46"/>
            </a:solidFill>
            <a:round/>
          </a:ln>
        </p:spPr>
        <p:style>
          <a:lnRef idx="0"/>
          <a:fillRef idx="0"/>
          <a:effectRef idx="0"/>
          <a:fontRef idx="minor"/>
        </p:style>
        <p:txBody>
          <a:bodyPr lIns="90000" rIns="90000" tIns="45000" bIns="45000" anchor="t">
            <a:noAutofit/>
          </a:bodyPr>
          <a:p>
            <a:endParaRPr b="0" lang="en-US" sz="1800" spc="-1" strike="noStrike">
              <a:solidFill>
                <a:srgbClr val="000000"/>
              </a:solidFill>
              <a:latin typeface="Noto Sans KR"/>
            </a:endParaRPr>
          </a:p>
        </p:txBody>
      </p:sp>
      <p:sp>
        <p:nvSpPr>
          <p:cNvPr id="146" name="Text 38"/>
          <p:cNvSpPr/>
          <p:nvPr/>
        </p:nvSpPr>
        <p:spPr>
          <a:xfrm>
            <a:off x="5883910" y="5596255"/>
            <a:ext cx="776605" cy="410845"/>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250" spc="-1" strike="noStrike">
                <a:solidFill>
                  <a:srgbClr val="ffffff"/>
                </a:solidFill>
                <a:latin typeface="Malgun Gothic"/>
                <a:ea typeface="Malgun Gothic"/>
              </a:rPr>
              <a:t>LV 50</a:t>
            </a:r>
            <a:endParaRPr b="0" lang="en-US" sz="1250" spc="-1" strike="noStrike">
              <a:solidFill>
                <a:srgbClr val="000000"/>
              </a:solidFill>
              <a:latin typeface="Noto Sans KR"/>
            </a:endParaRPr>
          </a:p>
        </p:txBody>
      </p:sp>
      <p:sp>
        <p:nvSpPr>
          <p:cNvPr id="147" name="Text 39"/>
          <p:cNvSpPr/>
          <p:nvPr/>
        </p:nvSpPr>
        <p:spPr>
          <a:xfrm>
            <a:off x="6752590" y="5596255"/>
            <a:ext cx="1736725" cy="410845"/>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400" spc="-1" strike="noStrike">
                <a:solidFill>
                  <a:srgbClr val="1e2621"/>
                </a:solidFill>
                <a:latin typeface="Malgun Gothic"/>
                <a:ea typeface="Malgun Gothic"/>
              </a:rPr>
              <a:t>HIGHEND</a:t>
            </a:r>
            <a:endParaRPr b="0" lang="en-US" sz="1400" spc="-1" strike="noStrike">
              <a:solidFill>
                <a:srgbClr val="000000"/>
              </a:solidFill>
              <a:latin typeface="Noto Sans KR"/>
            </a:endParaRPr>
          </a:p>
        </p:txBody>
      </p:sp>
      <p:sp>
        <p:nvSpPr>
          <p:cNvPr id="148" name="Text 40"/>
          <p:cNvSpPr>
            <a:spLocks/>
          </p:cNvSpPr>
          <p:nvPr/>
        </p:nvSpPr>
        <p:spPr>
          <a:xfrm rot="0">
            <a:off x="8100060" y="5486400"/>
            <a:ext cx="3559175" cy="640080"/>
          </a:xfrm>
          <a:prstGeom prst="rect"/>
          <a:noFill/>
          <a:ln>
            <a:noFill/>
            <a:prstDash/>
          </a:ln>
        </p:spPr>
        <p:style>
          <a:lnRef idx="0"/>
          <a:fillRef idx="0"/>
          <a:effectRef idx="0"/>
          <a:fontRef idx="minor"/>
        </p:style>
        <p:txBody>
          <a:bodyPr wrap="square" lIns="0" tIns="0" rIns="0" bIns="0" numCol="1" vert="horz" anchor="ctr">
            <a:noAutofit/>
          </a:bodyPr>
          <a:lstStyle/>
          <a:p>
            <a:pPr marL="0" indent="0" algn="ctr" defTabSz="914400">
              <a:lnSpc>
                <a:spcPct val="100000"/>
              </a:lnSpc>
              <a:buFontTx/>
              <a:buNone/>
              <a:tabLst>
                <a:tab pos="0" algn="l"/>
              </a:tabLst>
            </a:pPr>
            <a:r>
              <a:rPr lang="ko-KR" sz="1600" b="1" strike="noStrike">
                <a:solidFill>
                  <a:srgbClr val="B5654A"/>
                </a:solidFill>
                <a:latin typeface="Malgun Gothic" charset="0"/>
                <a:ea typeface="Malgun Gothic" charset="0"/>
              </a:rPr>
              <a:t>꾸미기는 목적이 아니라</a:t>
            </a:r>
            <a:endParaRPr lang="ko-KR" altLang="en-US" sz="1600" b="1" strike="noStrike">
              <a:solidFill>
                <a:srgbClr val="B5654A"/>
              </a:solidFill>
              <a:latin typeface="Malgun Gothic" charset="0"/>
              <a:ea typeface="Malgun Gothic" charset="0"/>
            </a:endParaRPr>
          </a:p>
          <a:p>
            <a:pPr marL="0" indent="0" algn="ctr" defTabSz="914400">
              <a:lnSpc>
                <a:spcPct val="100000"/>
              </a:lnSpc>
              <a:buFontTx/>
              <a:buNone/>
              <a:tabLst>
                <a:tab pos="0" algn="l"/>
              </a:tabLst>
            </a:pPr>
            <a:r>
              <a:rPr lang="ko-KR" sz="1600" b="1" strike="noStrike">
                <a:solidFill>
                  <a:srgbClr val="B5654A"/>
                </a:solidFill>
                <a:latin typeface="Malgun Gothic" charset="0"/>
                <a:ea typeface="Malgun Gothic" charset="0"/>
              </a:rPr>
              <a:t>운동을 계속하게 만드는 보상 장치</a:t>
            </a:r>
            <a:endParaRPr lang="ko-KR" altLang="en-US" sz="1600" b="1" strike="noStrike">
              <a:solidFill>
                <a:srgbClr val="B5654A"/>
              </a:solidFill>
              <a:latin typeface="Malgun Gothic" charset="0"/>
              <a:ea typeface="Malgun Gothic" charset="0"/>
            </a:endParaRPr>
          </a:p>
        </p:txBody>
      </p:sp>
      <p:sp>
        <p:nvSpPr>
          <p:cNvPr id="149" name="Text 41"/>
          <p:cNvSpPr/>
          <p:nvPr/>
        </p:nvSpPr>
        <p:spPr>
          <a:xfrm>
            <a:off x="548640" y="6446520"/>
            <a:ext cx="4571365" cy="227965"/>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1" lang="en-US" sz="900" spc="199" strike="noStrike">
                <a:solidFill>
                  <a:srgbClr val="9a907c"/>
                </a:solidFill>
                <a:latin typeface="Malgun Gothic"/>
                <a:ea typeface="Malgun Gothic"/>
              </a:rPr>
              <a:t>WOOSIMWOONKKA · MY MOVE CLUB</a:t>
            </a:r>
            <a:endParaRPr b="0" lang="en-US" sz="900" spc="-1" strike="noStrike">
              <a:solidFill>
                <a:srgbClr val="000000"/>
              </a:solidFill>
              <a:latin typeface="Noto Sans KR"/>
            </a:endParaRPr>
          </a:p>
        </p:txBody>
      </p:sp>
      <p:sp>
        <p:nvSpPr>
          <p:cNvPr id="150" name="Text 42"/>
          <p:cNvSpPr/>
          <p:nvPr/>
        </p:nvSpPr>
        <p:spPr>
          <a:xfrm>
            <a:off x="11182985" y="6446520"/>
            <a:ext cx="456565" cy="227965"/>
          </a:xfrm>
          <a:prstGeom prst="rect">
            <a:avLst/>
          </a:prstGeom>
          <a:noFill/>
          <a:ln w="0">
            <a:noFill/>
          </a:ln>
        </p:spPr>
        <p:style>
          <a:lnRef idx="0"/>
          <a:fillRef idx="0"/>
          <a:effectRef idx="0"/>
          <a:fontRef idx="minor"/>
        </p:style>
        <p:txBody>
          <a:bodyPr lIns="0" rIns="0" tIns="0" bIns="0" anchor="t">
            <a:noAutofit/>
          </a:bodyPr>
          <a:p>
            <a:pPr algn="r" defTabSz="914400">
              <a:lnSpc>
                <a:spcPct val="100000"/>
              </a:lnSpc>
              <a:tabLst>
                <a:tab algn="l" pos="0"/>
              </a:tabLst>
            </a:pPr>
            <a:r>
              <a:rPr b="1" lang="en-US" sz="900" spc="-1" strike="noStrike">
                <a:solidFill>
                  <a:srgbClr val="9a907c"/>
                </a:solidFill>
                <a:latin typeface="Malgun Gothic"/>
                <a:ea typeface="Malgun Gothic"/>
              </a:rPr>
              <a:t>06</a:t>
            </a:r>
            <a:endParaRPr b="0" lang="en-US" sz="900" spc="-1" strike="noStrike">
              <a:solidFill>
                <a:srgbClr val="000000"/>
              </a:solidFill>
              <a:latin typeface="Noto Sans KR"/>
            </a:endParaRPr>
          </a:p>
        </p:txBody>
      </p:sp>
    </p:spTree>
  </p:cSld>
  <mc:AlternateContent xmlns:mc="http://schemas.openxmlformats.org/markup-compatibility/2006">
    <mc:Choice xmlns:p14="http://schemas.microsoft.com/office/powerpoint/2010/main" Requires="p14">
      <p:transition spd="slow" p14:dur="2000"/>
    </mc:Choice>
    <mc:Fallback>
      <p:transition spd="slow"/>
    </mc:Fallback>
  </mc:AlternateContent>
  <p:timing>
    <p:tnLst>
      <p:par>
        <p:cTn id="1" dur="indefinite" restart="never" nodeType="tmRoot"/>
      </p:par>
    </p:tnLst>
  </p:timing>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E3B2F"/>
        </a:solidFill>
      </p:bgPr>
    </p:bg>
    <p:spTree>
      <p:nvGrpSpPr>
        <p:cNvPr id="1" name=""/>
        <p:cNvGrpSpPr/>
        <p:nvPr/>
      </p:nvGrpSpPr>
      <p:grpSpPr>
        <a:xfrm>
          <a:off x="0" y="0"/>
          <a:ext cx="0" cy="0"/>
          <a:chOff x="0" y="0"/>
          <a:chExt cx="0" cy="0"/>
        </a:xfrm>
      </p:grpSpPr>
      <p:sp>
        <p:nvSpPr>
          <p:cNvPr id="151" name="Shape 0"/>
          <p:cNvSpPr/>
          <p:nvPr/>
        </p:nvSpPr>
        <p:spPr>
          <a:xfrm>
            <a:off x="548640" y="384175"/>
            <a:ext cx="383540" cy="383540"/>
          </a:xfrm>
          <a:prstGeom prst="ellipse">
            <a:avLst/>
          </a:prstGeom>
          <a:solidFill>
            <a:srgbClr val="d9a441"/>
          </a:solidFill>
          <a:ln w="12700">
            <a:solidFill>
              <a:srgbClr val="d9a441"/>
            </a:solidFill>
            <a:round/>
          </a:ln>
        </p:spPr>
        <p:style>
          <a:lnRef idx="0"/>
          <a:fillRef idx="0"/>
          <a:effectRef idx="0"/>
          <a:fontRef idx="minor"/>
        </p:style>
        <p:txBody>
          <a:bodyPr lIns="90000" rIns="90000" tIns="45000" bIns="45000" anchor="t">
            <a:noAutofit/>
          </a:bodyPr>
          <a:p>
            <a:endParaRPr b="0" lang="en-US" sz="1800" spc="-1" strike="noStrike">
              <a:solidFill>
                <a:srgbClr val="000000"/>
              </a:solidFill>
              <a:latin typeface="Noto Sans KR"/>
            </a:endParaRPr>
          </a:p>
        </p:txBody>
      </p:sp>
      <p:sp>
        <p:nvSpPr>
          <p:cNvPr id="152" name="Text 1"/>
          <p:cNvSpPr/>
          <p:nvPr/>
        </p:nvSpPr>
        <p:spPr>
          <a:xfrm>
            <a:off x="548640" y="384175"/>
            <a:ext cx="383540" cy="38354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300" spc="-1" strike="noStrike">
                <a:solidFill>
                  <a:srgbClr val="1e3b2f"/>
                </a:solidFill>
                <a:latin typeface="Malgun Gothic"/>
                <a:ea typeface="Malgun Gothic"/>
              </a:rPr>
              <a:t>03</a:t>
            </a:r>
            <a:endParaRPr b="0" lang="en-US" sz="1300" spc="-1" strike="noStrike">
              <a:solidFill>
                <a:srgbClr val="ffffff"/>
              </a:solidFill>
              <a:latin typeface="Noto Sans KR"/>
            </a:endParaRPr>
          </a:p>
        </p:txBody>
      </p:sp>
      <p:sp>
        <p:nvSpPr>
          <p:cNvPr id="153" name="Text 2"/>
          <p:cNvSpPr/>
          <p:nvPr/>
        </p:nvSpPr>
        <p:spPr>
          <a:xfrm>
            <a:off x="1042670" y="384175"/>
            <a:ext cx="5485765" cy="3835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400" spc="199" strike="noStrike">
                <a:solidFill>
                  <a:srgbClr val="d9a441"/>
                </a:solidFill>
                <a:latin typeface="Malgun Gothic"/>
                <a:ea typeface="Malgun Gothic"/>
              </a:rPr>
              <a:t>WHY DATA · </a:t>
            </a:r>
            <a:r>
              <a:rPr b="1" lang="ko-KR" sz="1400" spc="199" strike="noStrike">
                <a:solidFill>
                  <a:srgbClr val="d9a441"/>
                </a:solidFill>
                <a:latin typeface="Malgun Gothic"/>
                <a:ea typeface="Malgun Gothic"/>
              </a:rPr>
              <a:t>데이터가 필요한 이유</a:t>
            </a:r>
            <a:endParaRPr b="0" lang="en-US" sz="1400" spc="-1" strike="noStrike">
              <a:solidFill>
                <a:srgbClr val="ffffff"/>
              </a:solidFill>
              <a:latin typeface="Noto Sans KR"/>
            </a:endParaRPr>
          </a:p>
        </p:txBody>
      </p:sp>
      <p:sp>
        <p:nvSpPr>
          <p:cNvPr id="154" name="Text 3"/>
          <p:cNvSpPr/>
          <p:nvPr/>
        </p:nvSpPr>
        <p:spPr>
          <a:xfrm>
            <a:off x="548640" y="895985"/>
            <a:ext cx="11063605" cy="730885"/>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ko-KR" sz="3400" spc="-1" strike="noStrike">
                <a:solidFill>
                  <a:srgbClr val="f7f1e6"/>
                </a:solidFill>
                <a:latin typeface="Malgun Gothic"/>
                <a:ea typeface="Malgun Gothic"/>
              </a:rPr>
              <a:t>그런데 운동하려고 하면</a:t>
            </a:r>
            <a:r>
              <a:rPr b="1" lang="en-US" sz="3400" spc="-1" strike="noStrike">
                <a:solidFill>
                  <a:srgbClr val="f7f1e6"/>
                </a:solidFill>
                <a:latin typeface="Malgun Gothic"/>
                <a:ea typeface="Malgun Gothic"/>
              </a:rPr>
              <a:t>, </a:t>
            </a:r>
            <a:r>
              <a:rPr b="1" lang="ko-KR" sz="3400" spc="-1" strike="noStrike">
                <a:solidFill>
                  <a:srgbClr val="f7f1e6"/>
                </a:solidFill>
                <a:latin typeface="Malgun Gothic"/>
                <a:ea typeface="Malgun Gothic"/>
              </a:rPr>
              <a:t>이런 생각이 들죠</a:t>
            </a:r>
            <a:r>
              <a:rPr b="1" lang="en-US" sz="3400" spc="-1" strike="noStrike">
                <a:solidFill>
                  <a:srgbClr val="f7f1e6"/>
                </a:solidFill>
                <a:latin typeface="Malgun Gothic"/>
                <a:ea typeface="Malgun Gothic"/>
              </a:rPr>
              <a:t>.</a:t>
            </a:r>
            <a:endParaRPr b="0" lang="en-US" sz="3400" spc="-1" strike="noStrike">
              <a:solidFill>
                <a:srgbClr val="ffffff"/>
              </a:solidFill>
              <a:latin typeface="Noto Sans KR"/>
            </a:endParaRPr>
          </a:p>
        </p:txBody>
      </p:sp>
      <p:sp>
        <p:nvSpPr>
          <p:cNvPr id="155" name="Shape 4"/>
          <p:cNvSpPr>
            <a:spLocks/>
          </p:cNvSpPr>
          <p:nvPr/>
        </p:nvSpPr>
        <p:spPr>
          <a:xfrm rot="0">
            <a:off x="548640" y="2011680"/>
            <a:ext cx="3502660" cy="1900555"/>
          </a:xfrm>
          <a:prstGeom prst="roundRect">
            <a:avLst>
              <a:gd name="adj" fmla="val 4828"/>
            </a:avLst>
          </a:prstGeom>
          <a:solidFill>
            <a:srgbClr val="F7F1E6"/>
          </a:solidFill>
          <a:ln w="12700" cap="flat" cmpd="sng">
            <a:solidFill>
              <a:srgbClr val="F7F1E6">
                <a:alpha val="100000"/>
              </a:srgbClr>
            </a:solidFill>
            <a:prstDash val="solid"/>
            <a:round/>
          </a:ln>
          <a:effectLst>
            <a:outerShdw sx="100000" sy="100000" blurRad="101520" dist="25560" dir="5400000" rotWithShape="0" algn="bl">
              <a:srgbClr val="8A7A5C">
                <a:alpha val="17647"/>
              </a:srgbClr>
            </a:outerShdw>
          </a:effectLst>
        </p:spPr>
        <p:style>
          <a:lnRef idx="0"/>
          <a:fillRef idx="0"/>
          <a:effectRef idx="0"/>
          <a:fontRef idx="minor"/>
        </p:style>
        <p:txBody>
          <a:bodyPr wrap="square" lIns="90170" tIns="45085" rIns="90170" bIns="45085" numCol="1" vert="horz" anchor="t">
            <a:noAutofit/>
          </a:bodyPr>
          <a:lstStyle/>
          <a:p>
            <a:pPr marL="0" indent="0">
              <a:buFontTx/>
              <a:buNone/>
            </a:pPr>
            <a:endParaRPr lang="ko-KR" altLang="en-US" sz="1800" b="0" strike="noStrike">
              <a:solidFill>
                <a:srgbClr val="000000"/>
              </a:solidFill>
              <a:latin typeface="Noto Sans KR" charset="0"/>
            </a:endParaRPr>
          </a:p>
        </p:txBody>
      </p:sp>
      <p:sp>
        <p:nvSpPr>
          <p:cNvPr id="156" name="Shape 5"/>
          <p:cNvSpPr>
            <a:spLocks/>
          </p:cNvSpPr>
          <p:nvPr/>
        </p:nvSpPr>
        <p:spPr>
          <a:xfrm rot="0">
            <a:off x="712470" y="2148205"/>
            <a:ext cx="731520" cy="731520"/>
          </a:xfrm>
          <a:prstGeom prst="ellipse"/>
          <a:solidFill>
            <a:srgbClr val="B5654A"/>
          </a:solidFill>
          <a:ln w="12700" cap="flat" cmpd="sng">
            <a:solidFill>
              <a:srgbClr val="B5654A">
                <a:alpha val="100000"/>
              </a:srgbClr>
            </a:solidFill>
            <a:prstDash val="solid"/>
            <a:round/>
          </a:ln>
        </p:spPr>
        <p:style>
          <a:lnRef idx="0"/>
          <a:fillRef idx="0"/>
          <a:effectRef idx="0"/>
          <a:fontRef idx="minor"/>
        </p:style>
        <p:txBody>
          <a:bodyPr wrap="square" lIns="90170" tIns="45085" rIns="90170" bIns="45085" numCol="1" vert="horz" anchor="t">
            <a:noAutofit/>
          </a:bodyPr>
          <a:lstStyle/>
          <a:p>
            <a:pPr marL="0" indent="0">
              <a:buFontTx/>
              <a:buNone/>
            </a:pPr>
            <a:endParaRPr lang="ko-KR" altLang="en-US" sz="1800" b="0" strike="noStrike">
              <a:solidFill>
                <a:srgbClr val="000000"/>
              </a:solidFill>
              <a:latin typeface="Noto Sans KR" charset="0"/>
            </a:endParaRPr>
          </a:p>
        </p:txBody>
      </p:sp>
      <p:pic>
        <p:nvPicPr>
          <p:cNvPr id="157" name="Image 0"/>
          <p:cNvPicPr>
            <a:picLocks/>
          </p:cNvPicPr>
          <p:nvPr/>
        </p:nvPicPr>
        <p:blipFill rotWithShape="1">
          <a:blip r:embed="rId1" cstate="print">
            <a:extLst>
              <a:ext uri="{28A0092B-C50C-407E-A947-70E740481C1C}">
                <a14:useLocalDpi xmlns:a14="http://schemas.microsoft.com/office/drawing/2010/main" val="0"/>
              </a:ext>
            </a:extLst>
          </a:blip>
          <a:stretch>
            <a:fillRect/>
          </a:stretch>
        </p:blipFill>
        <p:spPr>
          <a:xfrm rot="0">
            <a:off x="902335" y="2338070"/>
            <a:ext cx="351155" cy="351155"/>
          </a:xfrm>
          <a:prstGeom prst="rect"/>
          <a:noFill/>
          <a:ln>
            <a:noFill/>
            <a:prstDash/>
          </a:ln>
        </p:spPr>
      </p:pic>
      <p:sp>
        <p:nvSpPr>
          <p:cNvPr id="158" name="Text 6"/>
          <p:cNvSpPr>
            <a:spLocks/>
          </p:cNvSpPr>
          <p:nvPr/>
        </p:nvSpPr>
        <p:spPr>
          <a:xfrm rot="0">
            <a:off x="1365250" y="2774950"/>
            <a:ext cx="2926080" cy="1234440"/>
          </a:xfrm>
          <a:prstGeom prst="rect"/>
          <a:noFill/>
          <a:ln>
            <a:noFill/>
            <a:prstDash/>
          </a:ln>
        </p:spPr>
        <p:style>
          <a:lnRef idx="0"/>
          <a:fillRef idx="0"/>
          <a:effectRef idx="0"/>
          <a:fontRef idx="minor"/>
        </p:style>
        <p:txBody>
          <a:bodyPr wrap="square" lIns="0" tIns="0" rIns="0" bIns="0" numCol="1" vert="horz" anchor="t">
            <a:noAutofit/>
          </a:bodyPr>
          <a:lstStyle/>
          <a:p>
            <a:pPr marL="0" indent="0" defTabSz="914400">
              <a:lnSpc>
                <a:spcPct val="110000"/>
              </a:lnSpc>
              <a:buFontTx/>
              <a:buNone/>
              <a:tabLst>
                <a:tab pos="0" algn="l"/>
              </a:tabLst>
            </a:pPr>
            <a:r>
              <a:rPr lang="en-US" sz="2500" b="1" strike="noStrike">
                <a:solidFill>
                  <a:srgbClr val="1E2621"/>
                </a:solidFill>
                <a:latin typeface="Malgun Gothic" charset="0"/>
                <a:ea typeface="Malgun Gothic" charset="0"/>
              </a:rPr>
              <a:t>“</a:t>
            </a:r>
            <a:r>
              <a:rPr lang="ko-KR" sz="2500" b="1" strike="noStrike">
                <a:solidFill>
                  <a:srgbClr val="1E2621"/>
                </a:solidFill>
                <a:latin typeface="Malgun Gothic" charset="0"/>
                <a:ea typeface="Malgun Gothic" charset="0"/>
              </a:rPr>
              <a:t>오늘</a:t>
            </a:r>
            <a:r>
              <a:rPr lang="ko-KR" sz="2500" b="1" strike="noStrike">
                <a:solidFill>
                  <a:srgbClr val="1E2621"/>
                </a:solidFill>
                <a:latin typeface="Malgun Gothic" charset="0"/>
                <a:ea typeface="Malgun Gothic" charset="0"/>
              </a:rPr>
              <a:t> </a:t>
            </a:r>
            <a:r>
              <a:rPr lang="ko-KR" sz="2500" b="1" strike="noStrike">
                <a:solidFill>
                  <a:srgbClr val="1E2621"/>
                </a:solidFill>
                <a:latin typeface="Malgun Gothic" charset="0"/>
                <a:ea typeface="Malgun Gothic" charset="0"/>
              </a:rPr>
              <a:t>비</a:t>
            </a:r>
            <a:r>
              <a:rPr lang="ko-KR" sz="2500" b="1" strike="noStrike">
                <a:solidFill>
                  <a:srgbClr val="1E2621"/>
                </a:solidFill>
                <a:latin typeface="Malgun Gothic" charset="0"/>
                <a:ea typeface="Malgun Gothic" charset="0"/>
              </a:rPr>
              <a:t> </a:t>
            </a:r>
            <a:r>
              <a:rPr lang="ko-KR" sz="2500" b="1" strike="noStrike">
                <a:solidFill>
                  <a:srgbClr val="1E2621"/>
                </a:solidFill>
                <a:latin typeface="Malgun Gothic" charset="0"/>
                <a:ea typeface="Malgun Gothic" charset="0"/>
              </a:rPr>
              <a:t>오는데</a:t>
            </a:r>
            <a:r>
              <a:rPr lang="en-US" sz="2500" b="1" strike="noStrike">
                <a:solidFill>
                  <a:srgbClr val="1E2621"/>
                </a:solidFill>
                <a:latin typeface="Malgun Gothic" charset="0"/>
                <a:ea typeface="Malgun Gothic" charset="0"/>
              </a:rPr>
              <a:t>?”</a:t>
            </a:r>
            <a:endParaRPr lang="ko-KR" altLang="en-US" sz="2500" b="1" strike="noStrike">
              <a:solidFill>
                <a:srgbClr val="1E2621"/>
              </a:solidFill>
              <a:latin typeface="Malgun Gothic" charset="0"/>
              <a:ea typeface="Malgun Gothic" charset="0"/>
            </a:endParaRPr>
          </a:p>
        </p:txBody>
      </p:sp>
      <p:sp>
        <p:nvSpPr>
          <p:cNvPr id="159" name="Shape 7"/>
          <p:cNvSpPr>
            <a:spLocks/>
          </p:cNvSpPr>
          <p:nvPr/>
        </p:nvSpPr>
        <p:spPr>
          <a:xfrm rot="0">
            <a:off x="4297680" y="2011680"/>
            <a:ext cx="3502660" cy="1900555"/>
          </a:xfrm>
          <a:prstGeom prst="roundRect">
            <a:avLst>
              <a:gd name="adj" fmla="val 4828"/>
            </a:avLst>
          </a:prstGeom>
          <a:solidFill>
            <a:srgbClr val="F7F1E6"/>
          </a:solidFill>
          <a:ln w="12700" cap="flat" cmpd="sng">
            <a:solidFill>
              <a:srgbClr val="F7F1E6">
                <a:alpha val="100000"/>
              </a:srgbClr>
            </a:solidFill>
            <a:prstDash val="solid"/>
            <a:round/>
          </a:ln>
          <a:effectLst>
            <a:outerShdw sx="100000" sy="100000" blurRad="101520" dist="25560" dir="5400000" rotWithShape="0" algn="bl">
              <a:srgbClr val="8A7A5C">
                <a:alpha val="17647"/>
              </a:srgbClr>
            </a:outerShdw>
          </a:effectLst>
        </p:spPr>
        <p:style>
          <a:lnRef idx="0"/>
          <a:fillRef idx="0"/>
          <a:effectRef idx="0"/>
          <a:fontRef idx="minor"/>
        </p:style>
        <p:txBody>
          <a:bodyPr wrap="square" lIns="90170" tIns="45085" rIns="90170" bIns="45085" numCol="1" vert="horz" anchor="t">
            <a:noAutofit/>
          </a:bodyPr>
          <a:lstStyle/>
          <a:p>
            <a:pPr marL="0" indent="0">
              <a:buFontTx/>
              <a:buNone/>
            </a:pPr>
            <a:endParaRPr lang="ko-KR" altLang="en-US" sz="1800" b="0" strike="noStrike">
              <a:solidFill>
                <a:srgbClr val="000000"/>
              </a:solidFill>
              <a:latin typeface="Noto Sans KR" charset="0"/>
            </a:endParaRPr>
          </a:p>
        </p:txBody>
      </p:sp>
      <p:sp>
        <p:nvSpPr>
          <p:cNvPr id="160" name="Shape 8"/>
          <p:cNvSpPr>
            <a:spLocks/>
          </p:cNvSpPr>
          <p:nvPr/>
        </p:nvSpPr>
        <p:spPr>
          <a:xfrm rot="0">
            <a:off x="4480560" y="2148205"/>
            <a:ext cx="731520" cy="731520"/>
          </a:xfrm>
          <a:prstGeom prst="ellipse"/>
          <a:solidFill>
            <a:srgbClr val="D9A441"/>
          </a:solidFill>
          <a:ln w="12700" cap="flat" cmpd="sng">
            <a:solidFill>
              <a:srgbClr val="D9A441">
                <a:alpha val="100000"/>
              </a:srgbClr>
            </a:solidFill>
            <a:prstDash val="solid"/>
            <a:round/>
          </a:ln>
        </p:spPr>
        <p:style>
          <a:lnRef idx="0"/>
          <a:fillRef idx="0"/>
          <a:effectRef idx="0"/>
          <a:fontRef idx="minor"/>
        </p:style>
        <p:txBody>
          <a:bodyPr wrap="square" lIns="90170" tIns="45085" rIns="90170" bIns="45085" numCol="1" vert="horz" anchor="t">
            <a:noAutofit/>
          </a:bodyPr>
          <a:lstStyle/>
          <a:p>
            <a:pPr marL="0" indent="0">
              <a:buFontTx/>
              <a:buNone/>
            </a:pPr>
            <a:endParaRPr lang="ko-KR" altLang="en-US" sz="1800" b="0" strike="noStrike">
              <a:solidFill>
                <a:srgbClr val="000000"/>
              </a:solidFill>
              <a:latin typeface="Noto Sans KR" charset="0"/>
            </a:endParaRPr>
          </a:p>
        </p:txBody>
      </p:sp>
      <p:pic>
        <p:nvPicPr>
          <p:cNvPr id="161" name="Image 1"/>
          <p:cNvPicPr>
            <a:picLocks/>
          </p:cNvPicPr>
          <p:nvPr/>
        </p:nvPicPr>
        <p:blipFill rotWithShape="1">
          <a:blip r:embed="rId2" cstate="print">
            <a:extLst>
              <a:ext uri="{28A0092B-C50C-407E-A947-70E740481C1C}">
                <a14:useLocalDpi xmlns:a14="http://schemas.microsoft.com/office/drawing/2010/main" val="0"/>
              </a:ext>
            </a:extLst>
          </a:blip>
          <a:stretch>
            <a:fillRect/>
          </a:stretch>
        </p:blipFill>
        <p:spPr>
          <a:xfrm rot="0">
            <a:off x="4670425" y="2338070"/>
            <a:ext cx="351155" cy="351155"/>
          </a:xfrm>
          <a:prstGeom prst="rect"/>
          <a:noFill/>
          <a:ln>
            <a:noFill/>
            <a:prstDash/>
          </a:ln>
        </p:spPr>
      </p:pic>
      <p:sp>
        <p:nvSpPr>
          <p:cNvPr id="162" name="Text 9"/>
          <p:cNvSpPr>
            <a:spLocks/>
          </p:cNvSpPr>
          <p:nvPr/>
        </p:nvSpPr>
        <p:spPr>
          <a:xfrm rot="0">
            <a:off x="4876800" y="2566670"/>
            <a:ext cx="2926080" cy="1234440"/>
          </a:xfrm>
          <a:prstGeom prst="rect"/>
          <a:noFill/>
          <a:ln>
            <a:noFill/>
            <a:prstDash/>
          </a:ln>
        </p:spPr>
        <p:style>
          <a:lnRef idx="0"/>
          <a:fillRef idx="0"/>
          <a:effectRef idx="0"/>
          <a:fontRef idx="minor"/>
        </p:style>
        <p:txBody>
          <a:bodyPr wrap="square" lIns="0" tIns="0" rIns="0" bIns="0" numCol="1" vert="horz" anchor="t">
            <a:noAutofit/>
          </a:bodyPr>
          <a:lstStyle/>
          <a:p>
            <a:pPr marL="0" indent="0" algn="ctr" defTabSz="914400">
              <a:lnSpc>
                <a:spcPct val="110000"/>
              </a:lnSpc>
              <a:buFontTx/>
              <a:buNone/>
              <a:tabLst>
                <a:tab pos="0" algn="l"/>
              </a:tabLst>
            </a:pPr>
            <a:r>
              <a:rPr lang="en-US" sz="2500" b="1" strike="noStrike">
                <a:solidFill>
                  <a:srgbClr val="1E2621"/>
                </a:solidFill>
                <a:latin typeface="Malgun Gothic" charset="0"/>
                <a:ea typeface="Malgun Gothic" charset="0"/>
              </a:rPr>
              <a:t>“</a:t>
            </a:r>
            <a:r>
              <a:rPr lang="ko-KR" sz="2500" b="1" strike="noStrike">
                <a:solidFill>
                  <a:srgbClr val="1E2621"/>
                </a:solidFill>
                <a:latin typeface="Malgun Gothic" charset="0"/>
                <a:ea typeface="Malgun Gothic" charset="0"/>
              </a:rPr>
              <a:t>운동하러 </a:t>
            </a:r>
            <a:r>
              <a:rPr lang="ko-KR" sz="2500" b="1" strike="noStrike">
                <a:solidFill>
                  <a:srgbClr val="1E2621"/>
                </a:solidFill>
                <a:latin typeface="Malgun Gothic" charset="0"/>
                <a:ea typeface="Malgun Gothic" charset="0"/>
              </a:rPr>
              <a:t>갈</a:t>
            </a:r>
            <a:endParaRPr lang="ko-KR" altLang="en-US" sz="2500" b="1" strike="noStrike">
              <a:solidFill>
                <a:srgbClr val="1E2621"/>
              </a:solidFill>
              <a:latin typeface="Malgun Gothic" charset="0"/>
              <a:ea typeface="Malgun Gothic" charset="0"/>
            </a:endParaRPr>
          </a:p>
          <a:p>
            <a:pPr marL="0" indent="0" algn="ctr" defTabSz="914400">
              <a:lnSpc>
                <a:spcPct val="110000"/>
              </a:lnSpc>
              <a:buFontTx/>
              <a:buNone/>
              <a:tabLst>
                <a:tab pos="0" algn="l"/>
              </a:tabLst>
            </a:pPr>
            <a:r>
              <a:rPr lang="ko-KR" sz="2500" b="1" strike="noStrike">
                <a:solidFill>
                  <a:srgbClr val="1E2621"/>
                </a:solidFill>
                <a:latin typeface="Malgun Gothic" charset="0"/>
                <a:ea typeface="Malgun Gothic" charset="0"/>
              </a:rPr>
              <a:t>시간이 없는데</a:t>
            </a:r>
            <a:r>
              <a:rPr lang="en-US" sz="2500" b="1" strike="noStrike">
                <a:solidFill>
                  <a:srgbClr val="1E2621"/>
                </a:solidFill>
                <a:latin typeface="Malgun Gothic" charset="0"/>
                <a:ea typeface="Malgun Gothic" charset="0"/>
              </a:rPr>
              <a:t>?”</a:t>
            </a:r>
            <a:endParaRPr lang="ko-KR" altLang="en-US" sz="2500" b="1" strike="noStrike">
              <a:solidFill>
                <a:srgbClr val="1E2621"/>
              </a:solidFill>
              <a:latin typeface="Malgun Gothic" charset="0"/>
              <a:ea typeface="Malgun Gothic" charset="0"/>
            </a:endParaRPr>
          </a:p>
        </p:txBody>
      </p:sp>
      <p:sp>
        <p:nvSpPr>
          <p:cNvPr id="163" name="Shape 10"/>
          <p:cNvSpPr>
            <a:spLocks/>
          </p:cNvSpPr>
          <p:nvPr/>
        </p:nvSpPr>
        <p:spPr>
          <a:xfrm rot="0">
            <a:off x="8046720" y="2011680"/>
            <a:ext cx="3502660" cy="1900555"/>
          </a:xfrm>
          <a:prstGeom prst="roundRect">
            <a:avLst>
              <a:gd name="adj" fmla="val 4828"/>
            </a:avLst>
          </a:prstGeom>
          <a:solidFill>
            <a:srgbClr val="F7F1E6"/>
          </a:solidFill>
          <a:ln w="12700" cap="flat" cmpd="sng">
            <a:solidFill>
              <a:srgbClr val="F7F1E6">
                <a:alpha val="100000"/>
              </a:srgbClr>
            </a:solidFill>
            <a:prstDash val="solid"/>
            <a:round/>
          </a:ln>
          <a:effectLst>
            <a:outerShdw sx="100000" sy="100000" blurRad="101520" dist="25560" dir="5400000" rotWithShape="0" algn="bl">
              <a:srgbClr val="8A7A5C">
                <a:alpha val="17647"/>
              </a:srgbClr>
            </a:outerShdw>
          </a:effectLst>
        </p:spPr>
        <p:style>
          <a:lnRef idx="0"/>
          <a:fillRef idx="0"/>
          <a:effectRef idx="0"/>
          <a:fontRef idx="minor"/>
        </p:style>
        <p:txBody>
          <a:bodyPr wrap="square" lIns="90170" tIns="45085" rIns="90170" bIns="45085" numCol="1" vert="horz" anchor="t">
            <a:noAutofit/>
          </a:bodyPr>
          <a:lstStyle/>
          <a:p>
            <a:pPr marL="0" indent="0">
              <a:buFontTx/>
              <a:buNone/>
            </a:pPr>
            <a:endParaRPr lang="ko-KR" altLang="en-US" sz="1800" b="0" strike="noStrike">
              <a:solidFill>
                <a:srgbClr val="000000"/>
              </a:solidFill>
              <a:latin typeface="Noto Sans KR" charset="0"/>
            </a:endParaRPr>
          </a:p>
        </p:txBody>
      </p:sp>
      <p:sp>
        <p:nvSpPr>
          <p:cNvPr id="164" name="Shape 11"/>
          <p:cNvSpPr>
            <a:spLocks/>
          </p:cNvSpPr>
          <p:nvPr/>
        </p:nvSpPr>
        <p:spPr>
          <a:xfrm rot="0">
            <a:off x="8229600" y="2148205"/>
            <a:ext cx="731520" cy="731520"/>
          </a:xfrm>
          <a:prstGeom prst="ellipse"/>
          <a:solidFill>
            <a:srgbClr val="2E5A46"/>
          </a:solidFill>
          <a:ln w="12700" cap="flat" cmpd="sng">
            <a:solidFill>
              <a:srgbClr val="2E5A46">
                <a:alpha val="100000"/>
              </a:srgbClr>
            </a:solidFill>
            <a:prstDash val="solid"/>
            <a:round/>
          </a:ln>
        </p:spPr>
        <p:style>
          <a:lnRef idx="0"/>
          <a:fillRef idx="0"/>
          <a:effectRef idx="0"/>
          <a:fontRef idx="minor"/>
        </p:style>
        <p:txBody>
          <a:bodyPr wrap="square" lIns="90170" tIns="45085" rIns="90170" bIns="45085" numCol="1" vert="horz" anchor="t">
            <a:noAutofit/>
          </a:bodyPr>
          <a:lstStyle/>
          <a:p>
            <a:pPr marL="0" indent="0">
              <a:buFontTx/>
              <a:buNone/>
            </a:pPr>
            <a:endParaRPr lang="ko-KR" altLang="en-US" sz="1800" b="0" strike="noStrike">
              <a:solidFill>
                <a:srgbClr val="000000"/>
              </a:solidFill>
              <a:latin typeface="Noto Sans KR" charset="0"/>
            </a:endParaRPr>
          </a:p>
        </p:txBody>
      </p:sp>
      <p:pic>
        <p:nvPicPr>
          <p:cNvPr id="165" name="Image 2"/>
          <p:cNvPicPr>
            <a:picLocks/>
          </p:cNvPicPr>
          <p:nvPr/>
        </p:nvPicPr>
        <p:blipFill rotWithShape="1">
          <a:blip r:embed="rId3" cstate="print">
            <a:extLst>
              <a:ext uri="{28A0092B-C50C-407E-A947-70E740481C1C}">
                <a14:useLocalDpi xmlns:a14="http://schemas.microsoft.com/office/drawing/2010/main" val="0"/>
              </a:ext>
            </a:extLst>
          </a:blip>
          <a:stretch>
            <a:fillRect/>
          </a:stretch>
        </p:blipFill>
        <p:spPr>
          <a:xfrm rot="0">
            <a:off x="8419465" y="2338070"/>
            <a:ext cx="351155" cy="351155"/>
          </a:xfrm>
          <a:prstGeom prst="rect"/>
          <a:noFill/>
          <a:ln>
            <a:noFill/>
            <a:prstDash/>
          </a:ln>
        </p:spPr>
      </p:pic>
      <p:sp>
        <p:nvSpPr>
          <p:cNvPr id="166" name="Text 12"/>
          <p:cNvSpPr>
            <a:spLocks/>
          </p:cNvSpPr>
          <p:nvPr/>
        </p:nvSpPr>
        <p:spPr>
          <a:xfrm rot="0">
            <a:off x="8681720" y="2273935"/>
            <a:ext cx="2926080" cy="1234440"/>
          </a:xfrm>
          <a:prstGeom prst="rect"/>
          <a:noFill/>
          <a:ln>
            <a:noFill/>
            <a:prstDash/>
          </a:ln>
        </p:spPr>
        <p:style>
          <a:lnRef idx="0"/>
          <a:fillRef idx="0"/>
          <a:effectRef idx="0"/>
          <a:fontRef idx="minor"/>
        </p:style>
        <p:txBody>
          <a:bodyPr wrap="square" lIns="0" tIns="0" rIns="0" bIns="0" numCol="1" vert="horz" anchor="t">
            <a:noAutofit/>
          </a:bodyPr>
          <a:lstStyle/>
          <a:p>
            <a:pPr marL="0" indent="0" algn="ctr" defTabSz="914400">
              <a:lnSpc>
                <a:spcPct val="110000"/>
              </a:lnSpc>
              <a:buFontTx/>
              <a:buNone/>
              <a:tabLst>
                <a:tab pos="0" algn="l"/>
              </a:tabLst>
            </a:pPr>
            <a:r>
              <a:rPr lang="en-US" sz="2500" b="1" strike="noStrike">
                <a:solidFill>
                  <a:srgbClr val="1E2621"/>
                </a:solidFill>
                <a:latin typeface="Malgun Gothic" charset="0"/>
                <a:ea typeface="Malgun Gothic" charset="0"/>
              </a:rPr>
              <a:t>“</a:t>
            </a:r>
            <a:r>
              <a:rPr lang="ko-KR" sz="2500" b="1" strike="noStrike">
                <a:solidFill>
                  <a:srgbClr val="1E2621"/>
                </a:solidFill>
                <a:latin typeface="Malgun Gothic" charset="0"/>
                <a:ea typeface="Malgun Gothic" charset="0"/>
              </a:rPr>
              <a:t>근처 어디로</a:t>
            </a:r>
            <a:r>
              <a:rPr lang="ko-KR" sz="2500" b="1" strike="noStrike">
                <a:solidFill>
                  <a:srgbClr val="1E2621"/>
                </a:solidFill>
                <a:latin typeface="Malgun Gothic" charset="0"/>
                <a:ea typeface="Malgun Gothic" charset="0"/>
              </a:rPr>
              <a:t> </a:t>
            </a:r>
            <a:endParaRPr lang="ko-KR" altLang="en-US" sz="2500" b="1" strike="noStrike">
              <a:solidFill>
                <a:srgbClr val="1E2621"/>
              </a:solidFill>
              <a:latin typeface="Malgun Gothic" charset="0"/>
              <a:ea typeface="Malgun Gothic" charset="0"/>
            </a:endParaRPr>
          </a:p>
          <a:p>
            <a:pPr marL="0" indent="0" algn="ctr" defTabSz="914400">
              <a:lnSpc>
                <a:spcPct val="110000"/>
              </a:lnSpc>
              <a:buFontTx/>
              <a:buNone/>
              <a:tabLst>
                <a:tab pos="0" algn="l"/>
              </a:tabLst>
            </a:pPr>
            <a:r>
              <a:rPr lang="ko-KR" sz="2500" b="1" strike="noStrike">
                <a:solidFill>
                  <a:srgbClr val="1E2621"/>
                </a:solidFill>
                <a:latin typeface="Malgun Gothic" charset="0"/>
                <a:ea typeface="Malgun Gothic" charset="0"/>
              </a:rPr>
              <a:t>가야 할지</a:t>
            </a:r>
            <a:endParaRPr lang="ko-KR" altLang="en-US" sz="2500" b="1" strike="noStrike">
              <a:solidFill>
                <a:srgbClr val="1E2621"/>
              </a:solidFill>
              <a:latin typeface="Malgun Gothic" charset="0"/>
              <a:ea typeface="Malgun Gothic" charset="0"/>
            </a:endParaRPr>
          </a:p>
          <a:p>
            <a:pPr marL="0" indent="0" algn="ctr" defTabSz="914400">
              <a:lnSpc>
                <a:spcPct val="110000"/>
              </a:lnSpc>
              <a:buFontTx/>
              <a:buNone/>
              <a:tabLst>
                <a:tab pos="0" algn="l"/>
              </a:tabLst>
            </a:pPr>
            <a:r>
              <a:rPr lang="ko-KR" sz="2500" b="1" strike="noStrike">
                <a:solidFill>
                  <a:srgbClr val="1E2621"/>
                </a:solidFill>
                <a:latin typeface="Malgun Gothic" charset="0"/>
                <a:ea typeface="Malgun Gothic" charset="0"/>
              </a:rPr>
              <a:t>모르겠는데</a:t>
            </a:r>
            <a:r>
              <a:rPr lang="en-US" sz="2500" b="1" strike="noStrike">
                <a:solidFill>
                  <a:srgbClr val="1E2621"/>
                </a:solidFill>
                <a:latin typeface="Malgun Gothic" charset="0"/>
                <a:ea typeface="Malgun Gothic" charset="0"/>
              </a:rPr>
              <a:t>?”</a:t>
            </a:r>
            <a:endParaRPr lang="ko-KR" altLang="en-US" sz="2500" b="1" strike="noStrike">
              <a:solidFill>
                <a:srgbClr val="1E2621"/>
              </a:solidFill>
              <a:latin typeface="Malgun Gothic" charset="0"/>
              <a:ea typeface="Malgun Gothic" charset="0"/>
            </a:endParaRPr>
          </a:p>
        </p:txBody>
      </p:sp>
      <p:sp>
        <p:nvSpPr>
          <p:cNvPr id="167" name="Text 13"/>
          <p:cNvSpPr>
            <a:spLocks/>
          </p:cNvSpPr>
          <p:nvPr/>
        </p:nvSpPr>
        <p:spPr>
          <a:xfrm rot="0">
            <a:off x="548640" y="4572000"/>
            <a:ext cx="11064240" cy="1005840"/>
          </a:xfrm>
          <a:prstGeom prst="rect"/>
          <a:noFill/>
          <a:ln>
            <a:noFill/>
            <a:prstDash/>
          </a:ln>
        </p:spPr>
        <p:style>
          <a:lnRef idx="0"/>
          <a:fillRef idx="0"/>
          <a:effectRef idx="0"/>
          <a:fontRef idx="minor"/>
        </p:style>
        <p:txBody>
          <a:bodyPr wrap="square" lIns="0" tIns="0" rIns="0" bIns="0" numCol="1" vert="horz" anchor="t">
            <a:noAutofit/>
          </a:bodyPr>
          <a:lstStyle/>
          <a:p>
            <a:pPr marL="0" indent="0" defTabSz="914400">
              <a:lnSpc>
                <a:spcPct val="125000"/>
              </a:lnSpc>
              <a:buFontTx/>
              <a:buNone/>
              <a:tabLst>
                <a:tab pos="0" algn="l"/>
              </a:tabLst>
            </a:pPr>
            <a:r>
              <a:rPr lang="ko-KR" sz="2600" b="1" strike="noStrike">
                <a:solidFill>
                  <a:srgbClr val="F7F1E6"/>
                </a:solidFill>
                <a:latin typeface="Malgun Gothic" charset="0"/>
                <a:ea typeface="Malgun Gothic" charset="0"/>
              </a:rPr>
              <a:t>가벼운</a:t>
            </a:r>
            <a:r>
              <a:rPr lang="ko-KR" sz="2600" b="1" strike="noStrike">
                <a:solidFill>
                  <a:srgbClr val="F7F1E6"/>
                </a:solidFill>
                <a:latin typeface="Malgun Gothic" charset="0"/>
                <a:ea typeface="Malgun Gothic" charset="0"/>
              </a:rPr>
              <a:t> </a:t>
            </a:r>
            <a:r>
              <a:rPr lang="ko-KR" sz="2600" b="1" strike="noStrike">
                <a:solidFill>
                  <a:srgbClr val="F7F1E6"/>
                </a:solidFill>
                <a:latin typeface="Malgun Gothic" charset="0"/>
                <a:ea typeface="Malgun Gothic" charset="0"/>
              </a:rPr>
              <a:t>‘핑계’</a:t>
            </a:r>
            <a:r>
              <a:rPr lang="ko-KR" sz="2600" b="1" strike="noStrike">
                <a:solidFill>
                  <a:srgbClr val="F7F1E6"/>
                </a:solidFill>
                <a:latin typeface="Malgun Gothic" charset="0"/>
                <a:ea typeface="Malgun Gothic" charset="0"/>
              </a:rPr>
              <a:t> </a:t>
            </a:r>
            <a:r>
              <a:rPr lang="ko-KR" sz="2600" b="1" strike="noStrike">
                <a:solidFill>
                  <a:srgbClr val="F7F1E6"/>
                </a:solidFill>
                <a:latin typeface="Malgun Gothic" charset="0"/>
                <a:ea typeface="Malgun Gothic" charset="0"/>
              </a:rPr>
              <a:t>같지만</a:t>
            </a:r>
            <a:r>
              <a:rPr lang="en-US" sz="2600" b="1" strike="noStrike">
                <a:solidFill>
                  <a:srgbClr val="F7F1E6"/>
                </a:solidFill>
                <a:latin typeface="Malgun Gothic" charset="0"/>
                <a:ea typeface="Malgun Gothic" charset="0"/>
              </a:rPr>
              <a:t>, </a:t>
            </a:r>
            <a:r>
              <a:rPr lang="ko-KR" sz="2600" b="1" strike="noStrike">
                <a:solidFill>
                  <a:srgbClr val="F7F1E6"/>
                </a:solidFill>
                <a:latin typeface="Malgun Gothic" charset="0"/>
                <a:ea typeface="Malgun Gothic" charset="0"/>
              </a:rPr>
              <a:t>사실은 </a:t>
            </a:r>
            <a:r>
              <a:rPr lang="ko-KR" sz="2600" b="1" strike="noStrike">
                <a:solidFill>
                  <a:srgbClr val="D9A441"/>
                </a:solidFill>
                <a:latin typeface="Malgun Gothic" charset="0"/>
                <a:ea typeface="Malgun Gothic" charset="0"/>
              </a:rPr>
              <a:t>운동을</a:t>
            </a:r>
            <a:r>
              <a:rPr lang="ko-KR" sz="2600" b="1" strike="noStrike">
                <a:solidFill>
                  <a:srgbClr val="D9A441"/>
                </a:solidFill>
                <a:latin typeface="Malgun Gothic" charset="0"/>
                <a:ea typeface="Malgun Gothic" charset="0"/>
              </a:rPr>
              <a:t> </a:t>
            </a:r>
            <a:r>
              <a:rPr lang="ko-KR" sz="2600" b="1" strike="noStrike">
                <a:solidFill>
                  <a:srgbClr val="D9A441"/>
                </a:solidFill>
                <a:latin typeface="Malgun Gothic" charset="0"/>
                <a:ea typeface="Malgun Gothic" charset="0"/>
              </a:rPr>
              <a:t>망설이게</a:t>
            </a:r>
            <a:r>
              <a:rPr lang="ko-KR" sz="2600" b="1" strike="noStrike">
                <a:solidFill>
                  <a:srgbClr val="D9A441"/>
                </a:solidFill>
                <a:latin typeface="Malgun Gothic" charset="0"/>
                <a:ea typeface="Malgun Gothic" charset="0"/>
              </a:rPr>
              <a:t> </a:t>
            </a:r>
            <a:r>
              <a:rPr lang="ko-KR" sz="2600" b="1" strike="noStrike">
                <a:solidFill>
                  <a:srgbClr val="D9A441"/>
                </a:solidFill>
                <a:latin typeface="Malgun Gothic" charset="0"/>
                <a:ea typeface="Malgun Gothic" charset="0"/>
              </a:rPr>
              <a:t>만드는</a:t>
            </a:r>
            <a:r>
              <a:rPr lang="ko-KR" sz="2600" b="1" strike="noStrike">
                <a:solidFill>
                  <a:srgbClr val="D9A441"/>
                </a:solidFill>
                <a:latin typeface="Malgun Gothic" charset="0"/>
                <a:ea typeface="Malgun Gothic" charset="0"/>
              </a:rPr>
              <a:t> </a:t>
            </a:r>
            <a:r>
              <a:rPr lang="ko-KR" sz="2600" b="1" strike="noStrike">
                <a:solidFill>
                  <a:srgbClr val="D9A441"/>
                </a:solidFill>
                <a:latin typeface="Malgun Gothic" charset="0"/>
                <a:ea typeface="Malgun Gothic" charset="0"/>
              </a:rPr>
              <a:t>진짜</a:t>
            </a:r>
            <a:r>
              <a:rPr lang="ko-KR" sz="2600" b="1" strike="noStrike">
                <a:solidFill>
                  <a:srgbClr val="D9A441"/>
                </a:solidFill>
                <a:latin typeface="Malgun Gothic" charset="0"/>
                <a:ea typeface="Malgun Gothic" charset="0"/>
              </a:rPr>
              <a:t> </a:t>
            </a:r>
            <a:r>
              <a:rPr lang="ko-KR" sz="2600" b="1" strike="noStrike">
                <a:solidFill>
                  <a:srgbClr val="D9A441"/>
                </a:solidFill>
                <a:latin typeface="Malgun Gothic" charset="0"/>
                <a:ea typeface="Malgun Gothic" charset="0"/>
              </a:rPr>
              <a:t>이유</a:t>
            </a:r>
            <a:r>
              <a:rPr lang="ko-KR" sz="2600" b="1" strike="noStrike">
                <a:solidFill>
                  <a:srgbClr val="F7F1E6"/>
                </a:solidFill>
                <a:latin typeface="Malgun Gothic" charset="0"/>
                <a:ea typeface="Malgun Gothic" charset="0"/>
              </a:rPr>
              <a:t>입니다</a:t>
            </a:r>
            <a:r>
              <a:rPr lang="en-US" sz="2600" b="1" strike="noStrike">
                <a:solidFill>
                  <a:srgbClr val="F7F1E6"/>
                </a:solidFill>
                <a:latin typeface="Malgun Gothic" charset="0"/>
                <a:ea typeface="Malgun Gothic" charset="0"/>
              </a:rPr>
              <a:t>.</a:t>
            </a:r>
            <a:endParaRPr lang="ko-KR" altLang="en-US" sz="2600" b="1" strike="noStrike">
              <a:solidFill>
                <a:srgbClr val="F7F1E6"/>
              </a:solidFill>
              <a:latin typeface="Malgun Gothic" charset="0"/>
              <a:ea typeface="Malgun Gothic" charset="0"/>
            </a:endParaRPr>
          </a:p>
          <a:p>
            <a:pPr marL="0" indent="0" defTabSz="914400">
              <a:lnSpc>
                <a:spcPct val="125000"/>
              </a:lnSpc>
              <a:buFontTx/>
              <a:buNone/>
              <a:tabLst>
                <a:tab pos="0" algn="l"/>
              </a:tabLst>
            </a:pPr>
            <a:r>
              <a:rPr lang="ko-KR" sz="2200" b="1" strike="noStrike">
                <a:solidFill>
                  <a:srgbClr val="B9CFC2"/>
                </a:solidFill>
                <a:latin typeface="Malgun Gothic" charset="0"/>
                <a:ea typeface="Malgun Gothic" charset="0"/>
              </a:rPr>
              <a:t>우심운까는</a:t>
            </a:r>
            <a:r>
              <a:rPr lang="ko-KR" sz="2200" b="1" strike="noStrike">
                <a:solidFill>
                  <a:srgbClr val="B9CFC2"/>
                </a:solidFill>
                <a:latin typeface="Malgun Gothic" charset="0"/>
                <a:ea typeface="Malgun Gothic" charset="0"/>
              </a:rPr>
              <a:t> </a:t>
            </a:r>
            <a:r>
              <a:rPr lang="ko-KR" sz="2200" b="1" strike="noStrike">
                <a:solidFill>
                  <a:srgbClr val="B9CFC2"/>
                </a:solidFill>
                <a:latin typeface="Malgun Gothic" charset="0"/>
                <a:ea typeface="Malgun Gothic" charset="0"/>
              </a:rPr>
              <a:t>이</a:t>
            </a:r>
            <a:r>
              <a:rPr lang="ko-KR" sz="2200" b="1" strike="noStrike">
                <a:solidFill>
                  <a:srgbClr val="B9CFC2"/>
                </a:solidFill>
                <a:latin typeface="Malgun Gothic" charset="0"/>
                <a:ea typeface="Malgun Gothic" charset="0"/>
              </a:rPr>
              <a:t> </a:t>
            </a:r>
            <a:r>
              <a:rPr lang="ko-KR" sz="2200" b="1" strike="noStrike">
                <a:solidFill>
                  <a:srgbClr val="B9CFC2"/>
                </a:solidFill>
                <a:latin typeface="Malgun Gothic" charset="0"/>
                <a:ea typeface="Malgun Gothic" charset="0"/>
              </a:rPr>
              <a:t>망설임을</a:t>
            </a:r>
            <a:r>
              <a:rPr lang="ko-KR" sz="2200" b="1" strike="noStrike">
                <a:solidFill>
                  <a:srgbClr val="B9CFC2"/>
                </a:solidFill>
                <a:latin typeface="Malgun Gothic" charset="0"/>
                <a:ea typeface="Malgun Gothic" charset="0"/>
              </a:rPr>
              <a:t> </a:t>
            </a:r>
            <a:r>
              <a:rPr lang="ko-KR" sz="2200" b="1" strike="noStrike">
                <a:solidFill>
                  <a:srgbClr val="B9CFC2"/>
                </a:solidFill>
                <a:latin typeface="Malgun Gothic" charset="0"/>
                <a:ea typeface="Malgun Gothic" charset="0"/>
              </a:rPr>
              <a:t>데이터로</a:t>
            </a:r>
            <a:r>
              <a:rPr lang="ko-KR" sz="2200" b="1" strike="noStrike">
                <a:solidFill>
                  <a:srgbClr val="B9CFC2"/>
                </a:solidFill>
                <a:latin typeface="Malgun Gothic" charset="0"/>
                <a:ea typeface="Malgun Gothic" charset="0"/>
              </a:rPr>
              <a:t> </a:t>
            </a:r>
            <a:r>
              <a:rPr lang="ko-KR" sz="2200" b="1" strike="noStrike">
                <a:solidFill>
                  <a:srgbClr val="B9CFC2"/>
                </a:solidFill>
                <a:latin typeface="Malgun Gothic" charset="0"/>
                <a:ea typeface="Malgun Gothic" charset="0"/>
              </a:rPr>
              <a:t>줄여보기로</a:t>
            </a:r>
            <a:r>
              <a:rPr lang="ko-KR" sz="2200" b="1" strike="noStrike">
                <a:solidFill>
                  <a:srgbClr val="B9CFC2"/>
                </a:solidFill>
                <a:latin typeface="Malgun Gothic" charset="0"/>
                <a:ea typeface="Malgun Gothic" charset="0"/>
              </a:rPr>
              <a:t> </a:t>
            </a:r>
            <a:r>
              <a:rPr lang="ko-KR" sz="2200" b="1" strike="noStrike">
                <a:solidFill>
                  <a:srgbClr val="B9CFC2"/>
                </a:solidFill>
                <a:latin typeface="Malgun Gothic" charset="0"/>
                <a:ea typeface="Malgun Gothic" charset="0"/>
              </a:rPr>
              <a:t>했습니다</a:t>
            </a:r>
            <a:r>
              <a:rPr lang="en-US" sz="2200" b="1" strike="noStrike">
                <a:solidFill>
                  <a:srgbClr val="B9CFC2"/>
                </a:solidFill>
                <a:latin typeface="Malgun Gothic" charset="0"/>
                <a:ea typeface="Malgun Gothic" charset="0"/>
              </a:rPr>
              <a:t>.</a:t>
            </a:r>
            <a:endParaRPr lang="ko-KR" altLang="en-US" sz="2200" b="1" strike="noStrike">
              <a:solidFill>
                <a:srgbClr val="B9CFC2"/>
              </a:solidFill>
              <a:latin typeface="Malgun Gothic" charset="0"/>
              <a:ea typeface="Malgun Gothic" charset="0"/>
            </a:endParaRPr>
          </a:p>
        </p:txBody>
      </p:sp>
      <p:sp>
        <p:nvSpPr>
          <p:cNvPr id="168" name="Text 14"/>
          <p:cNvSpPr/>
          <p:nvPr/>
        </p:nvSpPr>
        <p:spPr>
          <a:xfrm>
            <a:off x="548640" y="6446520"/>
            <a:ext cx="4571365" cy="227965"/>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1" lang="en-US" sz="900" spc="199" strike="noStrike">
                <a:solidFill>
                  <a:srgbClr val="9db5a8"/>
                </a:solidFill>
                <a:latin typeface="Malgun Gothic"/>
                <a:ea typeface="Malgun Gothic"/>
              </a:rPr>
              <a:t>WOOSIMWOONKKA · MY MOVE CLUB</a:t>
            </a:r>
            <a:endParaRPr b="0" lang="en-US" sz="900" spc="-1" strike="noStrike">
              <a:solidFill>
                <a:srgbClr val="ffffff"/>
              </a:solidFill>
              <a:latin typeface="Noto Sans KR"/>
            </a:endParaRPr>
          </a:p>
        </p:txBody>
      </p:sp>
      <p:sp>
        <p:nvSpPr>
          <p:cNvPr id="169" name="Text 15"/>
          <p:cNvSpPr/>
          <p:nvPr/>
        </p:nvSpPr>
        <p:spPr>
          <a:xfrm>
            <a:off x="11182985" y="6446520"/>
            <a:ext cx="456565" cy="227965"/>
          </a:xfrm>
          <a:prstGeom prst="rect">
            <a:avLst/>
          </a:prstGeom>
          <a:noFill/>
          <a:ln w="0">
            <a:noFill/>
          </a:ln>
        </p:spPr>
        <p:style>
          <a:lnRef idx="0"/>
          <a:fillRef idx="0"/>
          <a:effectRef idx="0"/>
          <a:fontRef idx="minor"/>
        </p:style>
        <p:txBody>
          <a:bodyPr lIns="0" rIns="0" tIns="0" bIns="0" anchor="t">
            <a:noAutofit/>
          </a:bodyPr>
          <a:p>
            <a:pPr algn="r" defTabSz="914400">
              <a:lnSpc>
                <a:spcPct val="100000"/>
              </a:lnSpc>
              <a:tabLst>
                <a:tab algn="l" pos="0"/>
              </a:tabLst>
            </a:pPr>
            <a:r>
              <a:rPr b="1" lang="en-US" sz="900" spc="-1" strike="noStrike">
                <a:solidFill>
                  <a:srgbClr val="9db5a8"/>
                </a:solidFill>
                <a:latin typeface="Malgun Gothic"/>
                <a:ea typeface="Malgun Gothic"/>
              </a:rPr>
              <a:t>07</a:t>
            </a:r>
            <a:endParaRPr b="0" lang="en-US" sz="900" spc="-1" strike="noStrike">
              <a:solidFill>
                <a:srgbClr val="ffffff"/>
              </a:solidFill>
              <a:latin typeface="Noto Sans KR"/>
            </a:endParaRPr>
          </a:p>
        </p:txBody>
      </p:sp>
    </p:spTree>
  </p:cSld>
  <mc:AlternateContent xmlns:mc="http://schemas.openxmlformats.org/markup-compatibility/2006">
    <mc:Choice xmlns:p14="http://schemas.microsoft.com/office/powerpoint/2010/main" Requires="p14">
      <p:transition spd="slow" p14:dur="2000"/>
    </mc:Choice>
    <mc:Fallback>
      <p:transition spd="slow"/>
    </mc:Fallback>
  </mc:AlternateContent>
  <p:timing>
    <p:tnLst>
      <p:par>
        <p:cTn id="1" dur="indefinite" restart="never" nodeType="tmRoot"/>
      </p:par>
    </p:tnLst>
  </p:timing>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7F1E6"/>
        </a:solidFill>
      </p:bgPr>
    </p:bg>
    <p:spTree>
      <p:nvGrpSpPr>
        <p:cNvPr id="1" name=""/>
        <p:cNvGrpSpPr/>
        <p:nvPr/>
      </p:nvGrpSpPr>
      <p:grpSpPr>
        <a:xfrm>
          <a:off x="0" y="0"/>
          <a:ext cx="0" cy="0"/>
          <a:chOff x="0" y="0"/>
          <a:chExt cx="0" cy="0"/>
        </a:xfrm>
      </p:grpSpPr>
      <p:sp>
        <p:nvSpPr>
          <p:cNvPr id="170" name="Shape 0"/>
          <p:cNvSpPr/>
          <p:nvPr/>
        </p:nvSpPr>
        <p:spPr>
          <a:xfrm>
            <a:off x="548640" y="384175"/>
            <a:ext cx="383540" cy="383540"/>
          </a:xfrm>
          <a:prstGeom prst="ellipse">
            <a:avLst/>
          </a:prstGeom>
          <a:solidFill>
            <a:srgbClr val="2e5a46"/>
          </a:solidFill>
          <a:ln w="12700">
            <a:solidFill>
              <a:srgbClr val="2e5a46"/>
            </a:solidFill>
            <a:round/>
          </a:ln>
        </p:spPr>
        <p:style>
          <a:lnRef idx="0"/>
          <a:fillRef idx="0"/>
          <a:effectRef idx="0"/>
          <a:fontRef idx="minor"/>
        </p:style>
        <p:txBody>
          <a:bodyPr lIns="90000" rIns="90000" tIns="45000" bIns="45000" anchor="t">
            <a:noAutofit/>
          </a:bodyPr>
          <a:p>
            <a:endParaRPr b="0" lang="en-US" sz="1800" spc="-1" strike="noStrike">
              <a:solidFill>
                <a:srgbClr val="000000"/>
              </a:solidFill>
              <a:latin typeface="Noto Sans KR"/>
            </a:endParaRPr>
          </a:p>
        </p:txBody>
      </p:sp>
      <p:sp>
        <p:nvSpPr>
          <p:cNvPr id="171" name="Text 1"/>
          <p:cNvSpPr/>
          <p:nvPr/>
        </p:nvSpPr>
        <p:spPr>
          <a:xfrm>
            <a:off x="548640" y="384175"/>
            <a:ext cx="383540" cy="38354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300" spc="-1" strike="noStrike">
                <a:solidFill>
                  <a:srgbClr val="ffffff"/>
                </a:solidFill>
                <a:latin typeface="Malgun Gothic"/>
                <a:ea typeface="Malgun Gothic"/>
              </a:rPr>
              <a:t>03</a:t>
            </a:r>
            <a:endParaRPr b="0" lang="en-US" sz="1300" spc="-1" strike="noStrike">
              <a:solidFill>
                <a:srgbClr val="000000"/>
              </a:solidFill>
              <a:latin typeface="Noto Sans KR"/>
            </a:endParaRPr>
          </a:p>
        </p:txBody>
      </p:sp>
      <p:sp>
        <p:nvSpPr>
          <p:cNvPr id="172" name="Text 2"/>
          <p:cNvSpPr/>
          <p:nvPr/>
        </p:nvSpPr>
        <p:spPr>
          <a:xfrm>
            <a:off x="1042670" y="384175"/>
            <a:ext cx="5485765" cy="3835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400" spc="199" strike="noStrike">
                <a:solidFill>
                  <a:srgbClr val="b5654a"/>
                </a:solidFill>
                <a:latin typeface="Malgun Gothic"/>
                <a:ea typeface="Malgun Gothic"/>
              </a:rPr>
              <a:t>WHY DATA · </a:t>
            </a:r>
            <a:r>
              <a:rPr b="1" lang="ko-KR" sz="1400" spc="199" strike="noStrike">
                <a:solidFill>
                  <a:srgbClr val="b5654a"/>
                </a:solidFill>
                <a:latin typeface="Malgun Gothic"/>
                <a:ea typeface="Malgun Gothic"/>
              </a:rPr>
              <a:t>망설임 → 데이터 → 서비스</a:t>
            </a:r>
            <a:endParaRPr b="0" lang="en-US" sz="1400" spc="-1" strike="noStrike">
              <a:solidFill>
                <a:srgbClr val="000000"/>
              </a:solidFill>
              <a:latin typeface="Noto Sans KR"/>
            </a:endParaRPr>
          </a:p>
        </p:txBody>
      </p:sp>
      <p:sp>
        <p:nvSpPr>
          <p:cNvPr id="173" name="Text 3"/>
          <p:cNvSpPr/>
          <p:nvPr/>
        </p:nvSpPr>
        <p:spPr>
          <a:xfrm>
            <a:off x="548640" y="895985"/>
            <a:ext cx="11063605" cy="730885"/>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ko-KR" sz="3400" spc="-1" strike="noStrike">
                <a:solidFill>
                  <a:srgbClr val="1e2621"/>
                </a:solidFill>
                <a:latin typeface="Malgun Gothic"/>
                <a:ea typeface="Malgun Gothic"/>
              </a:rPr>
              <a:t>망설이는 이유마다</a:t>
            </a:r>
            <a:r>
              <a:rPr b="1" lang="en-US" sz="3400" spc="-1" strike="noStrike">
                <a:solidFill>
                  <a:srgbClr val="1e2621"/>
                </a:solidFill>
                <a:latin typeface="Malgun Gothic"/>
                <a:ea typeface="Malgun Gothic"/>
              </a:rPr>
              <a:t>, </a:t>
            </a:r>
            <a:r>
              <a:rPr b="1" lang="ko-KR" sz="3400" spc="-1" strike="noStrike">
                <a:solidFill>
                  <a:srgbClr val="1e2621"/>
                </a:solidFill>
                <a:latin typeface="Malgun Gothic"/>
                <a:ea typeface="Malgun Gothic"/>
              </a:rPr>
              <a:t>필요한 데이터가 있습니다</a:t>
            </a:r>
            <a:endParaRPr b="0" lang="en-US" sz="3400" spc="-1" strike="noStrike">
              <a:solidFill>
                <a:srgbClr val="000000"/>
              </a:solidFill>
              <a:latin typeface="Noto Sans KR"/>
            </a:endParaRPr>
          </a:p>
        </p:txBody>
      </p:sp>
      <p:sp>
        <p:nvSpPr>
          <p:cNvPr id="174" name="Text 4"/>
          <p:cNvSpPr/>
          <p:nvPr/>
        </p:nvSpPr>
        <p:spPr>
          <a:xfrm>
            <a:off x="1417320" y="1783080"/>
            <a:ext cx="3291205" cy="319405"/>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1" lang="ko-KR" sz="1400" spc="-1" strike="noStrike">
                <a:solidFill>
                  <a:srgbClr val="b5654a"/>
                </a:solidFill>
                <a:latin typeface="Malgun Gothic"/>
                <a:ea typeface="Malgun Gothic"/>
              </a:rPr>
              <a:t>운동을 망설이는 이유</a:t>
            </a:r>
            <a:endParaRPr b="0" lang="en-US" sz="1400" spc="-1" strike="noStrike">
              <a:solidFill>
                <a:srgbClr val="000000"/>
              </a:solidFill>
              <a:latin typeface="Noto Sans KR"/>
            </a:endParaRPr>
          </a:p>
        </p:txBody>
      </p:sp>
      <p:sp>
        <p:nvSpPr>
          <p:cNvPr id="175" name="Text 5"/>
          <p:cNvSpPr/>
          <p:nvPr/>
        </p:nvSpPr>
        <p:spPr>
          <a:xfrm>
            <a:off x="4572000" y="1783080"/>
            <a:ext cx="3291205" cy="319405"/>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1" lang="ko-KR" sz="1400" spc="-1" strike="noStrike">
                <a:solidFill>
                  <a:srgbClr val="b5654a"/>
                </a:solidFill>
                <a:latin typeface="Malgun Gothic"/>
                <a:ea typeface="Malgun Gothic"/>
              </a:rPr>
              <a:t>필요한 데이터</a:t>
            </a:r>
            <a:endParaRPr b="0" lang="en-US" sz="1400" spc="-1" strike="noStrike">
              <a:solidFill>
                <a:srgbClr val="000000"/>
              </a:solidFill>
              <a:latin typeface="Noto Sans KR"/>
            </a:endParaRPr>
          </a:p>
        </p:txBody>
      </p:sp>
      <p:sp>
        <p:nvSpPr>
          <p:cNvPr id="176" name="Text 6"/>
          <p:cNvSpPr/>
          <p:nvPr/>
        </p:nvSpPr>
        <p:spPr>
          <a:xfrm>
            <a:off x="8092440" y="1783080"/>
            <a:ext cx="3291205" cy="319405"/>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1" lang="ko-KR" sz="1400" spc="-1" strike="noStrike">
                <a:solidFill>
                  <a:srgbClr val="b5654a"/>
                </a:solidFill>
                <a:latin typeface="Malgun Gothic"/>
                <a:ea typeface="Malgun Gothic"/>
              </a:rPr>
              <a:t>서비스에서 하는 일</a:t>
            </a:r>
            <a:endParaRPr b="0" lang="en-US" sz="1400" spc="-1" strike="noStrike">
              <a:solidFill>
                <a:srgbClr val="000000"/>
              </a:solidFill>
              <a:latin typeface="Noto Sans KR"/>
            </a:endParaRPr>
          </a:p>
        </p:txBody>
      </p:sp>
      <p:sp>
        <p:nvSpPr>
          <p:cNvPr id="177" name="Shape 7"/>
          <p:cNvSpPr/>
          <p:nvPr/>
        </p:nvSpPr>
        <p:spPr>
          <a:xfrm>
            <a:off x="548640" y="2176145"/>
            <a:ext cx="11091545" cy="657860"/>
          </a:xfrm>
          <a:prstGeom prst="roundRect">
            <a:avLst>
              <a:gd name="adj" fmla="val 19444"/>
            </a:avLst>
          </a:prstGeom>
          <a:solidFill>
            <a:srgbClr val="ffffff"/>
          </a:solidFill>
          <a:ln w="12700">
            <a:solidFill>
              <a:srgbClr val="d8cbb2"/>
            </a:solidFill>
            <a:round/>
          </a:ln>
        </p:spPr>
        <p:style>
          <a:lnRef idx="0"/>
          <a:fillRef idx="0"/>
          <a:effectRef idx="0"/>
          <a:fontRef idx="minor"/>
        </p:style>
        <p:txBody>
          <a:bodyPr lIns="90000" rIns="90000" tIns="45000" bIns="45000" anchor="t">
            <a:noAutofit/>
          </a:bodyPr>
          <a:p>
            <a:endParaRPr b="0" lang="en-US" sz="1800" spc="-1" strike="noStrike">
              <a:solidFill>
                <a:srgbClr val="000000"/>
              </a:solidFill>
              <a:latin typeface="Noto Sans KR"/>
            </a:endParaRPr>
          </a:p>
        </p:txBody>
      </p:sp>
      <p:sp>
        <p:nvSpPr>
          <p:cNvPr id="178" name="Shape 8"/>
          <p:cNvSpPr/>
          <p:nvPr/>
        </p:nvSpPr>
        <p:spPr>
          <a:xfrm>
            <a:off x="713105" y="2267585"/>
            <a:ext cx="474980" cy="474980"/>
          </a:xfrm>
          <a:prstGeom prst="ellipse">
            <a:avLst/>
          </a:prstGeom>
          <a:solidFill>
            <a:srgbClr val="b5654a"/>
          </a:solidFill>
          <a:ln w="12700">
            <a:solidFill>
              <a:srgbClr val="b5654a"/>
            </a:solidFill>
            <a:round/>
          </a:ln>
        </p:spPr>
        <p:style>
          <a:lnRef idx="0"/>
          <a:fillRef idx="0"/>
          <a:effectRef idx="0"/>
          <a:fontRef idx="minor"/>
        </p:style>
        <p:txBody>
          <a:bodyPr lIns="90000" rIns="90000" tIns="45000" bIns="45000" anchor="t">
            <a:noAutofit/>
          </a:bodyPr>
          <a:p>
            <a:endParaRPr b="0" lang="en-US" sz="1800" spc="-1" strike="noStrike">
              <a:solidFill>
                <a:srgbClr val="000000"/>
              </a:solidFill>
              <a:latin typeface="Noto Sans KR"/>
            </a:endParaRPr>
          </a:p>
        </p:txBody>
      </p:sp>
      <p:pic>
        <p:nvPicPr>
          <p:cNvPr id="179" name="Image 0"/>
          <p:cNvPicPr/>
          <p:nvPr/>
        </p:nvPicPr>
        <p:blipFill>
          <a:blip r:embed="rId1"/>
          <a:stretch/>
        </p:blipFill>
        <p:spPr>
          <a:xfrm>
            <a:off x="836930" y="2391410"/>
            <a:ext cx="227965" cy="227965"/>
          </a:xfrm>
          <a:prstGeom prst="rect">
            <a:avLst/>
          </a:prstGeom>
          <a:ln w="0">
            <a:noFill/>
          </a:ln>
        </p:spPr>
      </p:pic>
      <p:sp>
        <p:nvSpPr>
          <p:cNvPr id="180" name="Text 9"/>
          <p:cNvSpPr/>
          <p:nvPr/>
        </p:nvSpPr>
        <p:spPr>
          <a:xfrm>
            <a:off x="1417320" y="2176145"/>
            <a:ext cx="3016885" cy="6578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ko-KR" sz="1800" spc="-1" strike="noStrike">
                <a:solidFill>
                  <a:srgbClr val="1e2621"/>
                </a:solidFill>
                <a:latin typeface="Malgun Gothic"/>
                <a:ea typeface="Malgun Gothic"/>
              </a:rPr>
              <a:t>비 </a:t>
            </a:r>
            <a:r>
              <a:rPr b="1" lang="en-US" sz="1800" spc="-1" strike="noStrike">
                <a:solidFill>
                  <a:srgbClr val="1e2621"/>
                </a:solidFill>
                <a:latin typeface="Malgun Gothic"/>
                <a:ea typeface="Malgun Gothic"/>
              </a:rPr>
              <a:t>· </a:t>
            </a:r>
            <a:r>
              <a:rPr b="1" lang="ko-KR" sz="1800" spc="-1" strike="noStrike">
                <a:solidFill>
                  <a:srgbClr val="1e2621"/>
                </a:solidFill>
                <a:latin typeface="Malgun Gothic"/>
                <a:ea typeface="Malgun Gothic"/>
              </a:rPr>
              <a:t>더위 </a:t>
            </a:r>
            <a:r>
              <a:rPr b="1" lang="en-US" sz="1800" spc="-1" strike="noStrike">
                <a:solidFill>
                  <a:srgbClr val="1e2621"/>
                </a:solidFill>
                <a:latin typeface="Malgun Gothic"/>
                <a:ea typeface="Malgun Gothic"/>
              </a:rPr>
              <a:t>· </a:t>
            </a:r>
            <a:r>
              <a:rPr b="1" lang="ko-KR" sz="1800" spc="-1" strike="noStrike">
                <a:solidFill>
                  <a:srgbClr val="1e2621"/>
                </a:solidFill>
                <a:latin typeface="Malgun Gothic"/>
                <a:ea typeface="Malgun Gothic"/>
              </a:rPr>
              <a:t>추위</a:t>
            </a:r>
            <a:endParaRPr b="0" lang="en-US" sz="1800" spc="-1" strike="noStrike">
              <a:solidFill>
                <a:srgbClr val="000000"/>
              </a:solidFill>
              <a:latin typeface="Noto Sans KR"/>
            </a:endParaRPr>
          </a:p>
        </p:txBody>
      </p:sp>
      <p:sp>
        <p:nvSpPr>
          <p:cNvPr id="181" name="Text 10"/>
          <p:cNvSpPr/>
          <p:nvPr/>
        </p:nvSpPr>
        <p:spPr>
          <a:xfrm>
            <a:off x="4572000" y="2176145"/>
            <a:ext cx="3382645" cy="6578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ko-KR" sz="1500" spc="-1" strike="noStrike">
                <a:solidFill>
                  <a:srgbClr val="2e5a46"/>
                </a:solidFill>
                <a:latin typeface="Malgun Gothic"/>
                <a:ea typeface="Malgun Gothic"/>
              </a:rPr>
              <a:t>강수 </a:t>
            </a:r>
            <a:r>
              <a:rPr b="1" lang="en-US" sz="1500" spc="-1" strike="noStrike">
                <a:solidFill>
                  <a:srgbClr val="2e5a46"/>
                </a:solidFill>
                <a:latin typeface="Malgun Gothic"/>
                <a:ea typeface="Malgun Gothic"/>
              </a:rPr>
              <a:t>· </a:t>
            </a:r>
            <a:r>
              <a:rPr b="1" lang="ko-KR" sz="1500" spc="-1" strike="noStrike">
                <a:solidFill>
                  <a:srgbClr val="2e5a46"/>
                </a:solidFill>
                <a:latin typeface="Malgun Gothic"/>
                <a:ea typeface="Malgun Gothic"/>
              </a:rPr>
              <a:t>기온 </a:t>
            </a:r>
            <a:r>
              <a:rPr b="1" lang="en-US" sz="1500" spc="-1" strike="noStrike">
                <a:solidFill>
                  <a:srgbClr val="2e5a46"/>
                </a:solidFill>
                <a:latin typeface="Malgun Gothic"/>
                <a:ea typeface="Malgun Gothic"/>
              </a:rPr>
              <a:t>· </a:t>
            </a:r>
            <a:r>
              <a:rPr b="1" lang="ko-KR" sz="1500" spc="-1" strike="noStrike">
                <a:solidFill>
                  <a:srgbClr val="2e5a46"/>
                </a:solidFill>
                <a:latin typeface="Malgun Gothic"/>
                <a:ea typeface="Malgun Gothic"/>
              </a:rPr>
              <a:t>습도 </a:t>
            </a:r>
            <a:r>
              <a:rPr b="1" lang="en-US" sz="1500" spc="-1" strike="noStrike">
                <a:solidFill>
                  <a:srgbClr val="2e5a46"/>
                </a:solidFill>
                <a:latin typeface="Malgun Gothic"/>
                <a:ea typeface="Malgun Gothic"/>
              </a:rPr>
              <a:t>· </a:t>
            </a:r>
            <a:r>
              <a:rPr b="1" lang="ko-KR" sz="1500" spc="-1" strike="noStrike">
                <a:solidFill>
                  <a:srgbClr val="2e5a46"/>
                </a:solidFill>
                <a:latin typeface="Malgun Gothic"/>
                <a:ea typeface="Malgun Gothic"/>
              </a:rPr>
              <a:t>풍속</a:t>
            </a:r>
            <a:endParaRPr b="0" lang="en-US" sz="1500" spc="-1" strike="noStrike">
              <a:solidFill>
                <a:srgbClr val="000000"/>
              </a:solidFill>
              <a:latin typeface="Noto Sans KR"/>
            </a:endParaRPr>
          </a:p>
        </p:txBody>
      </p:sp>
      <p:sp>
        <p:nvSpPr>
          <p:cNvPr id="182" name="Shape 11"/>
          <p:cNvSpPr/>
          <p:nvPr/>
        </p:nvSpPr>
        <p:spPr>
          <a:xfrm>
            <a:off x="7635240" y="2368550"/>
            <a:ext cx="292100" cy="273685"/>
          </a:xfrm>
          <a:prstGeom prst="rightArrow">
            <a:avLst>
              <a:gd name="adj1" fmla="val 50000"/>
              <a:gd name="adj2" fmla="val 50000"/>
            </a:avLst>
          </a:prstGeom>
          <a:solidFill>
            <a:srgbClr val="d8cbb2"/>
          </a:solidFill>
          <a:ln w="12700">
            <a:solidFill>
              <a:srgbClr val="d8cbb2"/>
            </a:solidFill>
            <a:round/>
          </a:ln>
        </p:spPr>
        <p:style>
          <a:lnRef idx="0"/>
          <a:fillRef idx="0"/>
          <a:effectRef idx="0"/>
          <a:fontRef idx="minor"/>
        </p:style>
        <p:txBody>
          <a:bodyPr lIns="90000" rIns="90000" tIns="45000" bIns="45000" anchor="t">
            <a:noAutofit/>
          </a:bodyPr>
          <a:p>
            <a:endParaRPr b="0" lang="en-US" sz="1800" spc="-1" strike="noStrike">
              <a:solidFill>
                <a:srgbClr val="000000"/>
              </a:solidFill>
              <a:latin typeface="Noto Sans KR"/>
            </a:endParaRPr>
          </a:p>
        </p:txBody>
      </p:sp>
      <p:sp>
        <p:nvSpPr>
          <p:cNvPr id="183" name="Text 12"/>
          <p:cNvSpPr/>
          <p:nvPr/>
        </p:nvSpPr>
        <p:spPr>
          <a:xfrm>
            <a:off x="8092440" y="2176145"/>
            <a:ext cx="3474085" cy="6578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ko-KR" sz="1500" spc="-1" strike="noStrike">
                <a:solidFill>
                  <a:srgbClr val="1e2621"/>
                </a:solidFill>
                <a:latin typeface="Malgun Gothic"/>
                <a:ea typeface="Malgun Gothic"/>
              </a:rPr>
              <a:t>실내외 시설의 추천 점수 조정</a:t>
            </a:r>
            <a:endParaRPr b="0" lang="en-US" sz="1500" spc="-1" strike="noStrike">
              <a:solidFill>
                <a:srgbClr val="000000"/>
              </a:solidFill>
              <a:latin typeface="Noto Sans KR"/>
            </a:endParaRPr>
          </a:p>
        </p:txBody>
      </p:sp>
      <p:sp>
        <p:nvSpPr>
          <p:cNvPr id="184" name="Shape 13"/>
          <p:cNvSpPr/>
          <p:nvPr/>
        </p:nvSpPr>
        <p:spPr>
          <a:xfrm>
            <a:off x="548640" y="2934970"/>
            <a:ext cx="11091545" cy="657860"/>
          </a:xfrm>
          <a:prstGeom prst="roundRect">
            <a:avLst>
              <a:gd name="adj" fmla="val 19444"/>
            </a:avLst>
          </a:prstGeom>
          <a:solidFill>
            <a:srgbClr val="fffcf6"/>
          </a:solidFill>
          <a:ln w="12700">
            <a:solidFill>
              <a:srgbClr val="d8cbb2"/>
            </a:solidFill>
            <a:round/>
          </a:ln>
        </p:spPr>
        <p:style>
          <a:lnRef idx="0"/>
          <a:fillRef idx="0"/>
          <a:effectRef idx="0"/>
          <a:fontRef idx="minor"/>
        </p:style>
        <p:txBody>
          <a:bodyPr lIns="90000" rIns="90000" tIns="45000" bIns="45000" anchor="t">
            <a:noAutofit/>
          </a:bodyPr>
          <a:p>
            <a:endParaRPr b="0" lang="en-US" sz="1800" spc="-1" strike="noStrike">
              <a:solidFill>
                <a:srgbClr val="000000"/>
              </a:solidFill>
              <a:latin typeface="Noto Sans KR"/>
            </a:endParaRPr>
          </a:p>
        </p:txBody>
      </p:sp>
      <p:sp>
        <p:nvSpPr>
          <p:cNvPr id="185" name="Shape 14"/>
          <p:cNvSpPr/>
          <p:nvPr/>
        </p:nvSpPr>
        <p:spPr>
          <a:xfrm>
            <a:off x="713105" y="3026410"/>
            <a:ext cx="474980" cy="474980"/>
          </a:xfrm>
          <a:prstGeom prst="ellipse">
            <a:avLst/>
          </a:prstGeom>
          <a:solidFill>
            <a:srgbClr val="7c7466"/>
          </a:solidFill>
          <a:ln w="12700">
            <a:solidFill>
              <a:srgbClr val="7c7466"/>
            </a:solidFill>
            <a:round/>
          </a:ln>
        </p:spPr>
        <p:style>
          <a:lnRef idx="0"/>
          <a:fillRef idx="0"/>
          <a:effectRef idx="0"/>
          <a:fontRef idx="minor"/>
        </p:style>
        <p:txBody>
          <a:bodyPr lIns="90000" rIns="90000" tIns="45000" bIns="45000" anchor="t">
            <a:noAutofit/>
          </a:bodyPr>
          <a:p>
            <a:endParaRPr b="0" lang="en-US" sz="1800" spc="-1" strike="noStrike">
              <a:solidFill>
                <a:srgbClr val="000000"/>
              </a:solidFill>
              <a:latin typeface="Noto Sans KR"/>
            </a:endParaRPr>
          </a:p>
        </p:txBody>
      </p:sp>
      <p:pic>
        <p:nvPicPr>
          <p:cNvPr id="186" name="Image 1"/>
          <p:cNvPicPr/>
          <p:nvPr/>
        </p:nvPicPr>
        <p:blipFill>
          <a:blip r:embed="rId2"/>
          <a:stretch/>
        </p:blipFill>
        <p:spPr>
          <a:xfrm>
            <a:off x="836930" y="3150235"/>
            <a:ext cx="227965" cy="227965"/>
          </a:xfrm>
          <a:prstGeom prst="rect">
            <a:avLst/>
          </a:prstGeom>
          <a:ln w="0">
            <a:noFill/>
          </a:ln>
        </p:spPr>
      </p:pic>
      <p:sp>
        <p:nvSpPr>
          <p:cNvPr id="187" name="Text 15"/>
          <p:cNvSpPr/>
          <p:nvPr/>
        </p:nvSpPr>
        <p:spPr>
          <a:xfrm>
            <a:off x="1417320" y="2934970"/>
            <a:ext cx="3016885" cy="6578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ko-KR" sz="1800" spc="-1" strike="noStrike">
                <a:solidFill>
                  <a:srgbClr val="1e2621"/>
                </a:solidFill>
                <a:latin typeface="Malgun Gothic"/>
                <a:ea typeface="Malgun Gothic"/>
              </a:rPr>
              <a:t>미세먼지</a:t>
            </a:r>
            <a:endParaRPr b="0" lang="en-US" sz="1800" spc="-1" strike="noStrike">
              <a:solidFill>
                <a:srgbClr val="000000"/>
              </a:solidFill>
              <a:latin typeface="Noto Sans KR"/>
            </a:endParaRPr>
          </a:p>
        </p:txBody>
      </p:sp>
      <p:sp>
        <p:nvSpPr>
          <p:cNvPr id="188" name="Text 16"/>
          <p:cNvSpPr/>
          <p:nvPr/>
        </p:nvSpPr>
        <p:spPr>
          <a:xfrm>
            <a:off x="4572000" y="2934970"/>
            <a:ext cx="3382645" cy="6578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500" spc="-1" strike="noStrike">
                <a:solidFill>
                  <a:srgbClr val="2e5a46"/>
                </a:solidFill>
                <a:latin typeface="Malgun Gothic"/>
                <a:ea typeface="Malgun Gothic"/>
              </a:rPr>
              <a:t>PM10 · PM2.5</a:t>
            </a:r>
            <a:endParaRPr b="0" lang="en-US" sz="1500" spc="-1" strike="noStrike">
              <a:solidFill>
                <a:srgbClr val="000000"/>
              </a:solidFill>
              <a:latin typeface="Noto Sans KR"/>
            </a:endParaRPr>
          </a:p>
        </p:txBody>
      </p:sp>
      <p:sp>
        <p:nvSpPr>
          <p:cNvPr id="189" name="Shape 17"/>
          <p:cNvSpPr/>
          <p:nvPr/>
        </p:nvSpPr>
        <p:spPr>
          <a:xfrm>
            <a:off x="7635240" y="3127375"/>
            <a:ext cx="292100" cy="273685"/>
          </a:xfrm>
          <a:prstGeom prst="rightArrow">
            <a:avLst>
              <a:gd name="adj1" fmla="val 50000"/>
              <a:gd name="adj2" fmla="val 50000"/>
            </a:avLst>
          </a:prstGeom>
          <a:solidFill>
            <a:srgbClr val="d8cbb2"/>
          </a:solidFill>
          <a:ln w="12700">
            <a:solidFill>
              <a:srgbClr val="d8cbb2"/>
            </a:solidFill>
            <a:round/>
          </a:ln>
        </p:spPr>
        <p:style>
          <a:lnRef idx="0"/>
          <a:fillRef idx="0"/>
          <a:effectRef idx="0"/>
          <a:fontRef idx="minor"/>
        </p:style>
        <p:txBody>
          <a:bodyPr lIns="90000" rIns="90000" tIns="45000" bIns="45000" anchor="t">
            <a:noAutofit/>
          </a:bodyPr>
          <a:p>
            <a:endParaRPr b="0" lang="en-US" sz="1800" spc="-1" strike="noStrike">
              <a:solidFill>
                <a:srgbClr val="000000"/>
              </a:solidFill>
              <a:latin typeface="Noto Sans KR"/>
            </a:endParaRPr>
          </a:p>
        </p:txBody>
      </p:sp>
      <p:sp>
        <p:nvSpPr>
          <p:cNvPr id="190" name="Text 18"/>
          <p:cNvSpPr/>
          <p:nvPr/>
        </p:nvSpPr>
        <p:spPr>
          <a:xfrm>
            <a:off x="8092440" y="2934970"/>
            <a:ext cx="3474085" cy="6578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ko-KR" sz="1500" spc="-1" strike="noStrike">
                <a:solidFill>
                  <a:srgbClr val="1e2621"/>
                </a:solidFill>
                <a:latin typeface="Malgun Gothic"/>
                <a:ea typeface="Malgun Gothic"/>
              </a:rPr>
              <a:t>대기질이 나쁘면 실내 시설에 가점</a:t>
            </a:r>
            <a:endParaRPr b="0" lang="en-US" sz="1500" spc="-1" strike="noStrike">
              <a:solidFill>
                <a:srgbClr val="000000"/>
              </a:solidFill>
              <a:latin typeface="Noto Sans KR"/>
            </a:endParaRPr>
          </a:p>
        </p:txBody>
      </p:sp>
      <p:sp>
        <p:nvSpPr>
          <p:cNvPr id="191" name="Shape 19"/>
          <p:cNvSpPr/>
          <p:nvPr/>
        </p:nvSpPr>
        <p:spPr>
          <a:xfrm>
            <a:off x="548640" y="3694430"/>
            <a:ext cx="11091545" cy="657860"/>
          </a:xfrm>
          <a:prstGeom prst="roundRect">
            <a:avLst>
              <a:gd name="adj" fmla="val 19444"/>
            </a:avLst>
          </a:prstGeom>
          <a:solidFill>
            <a:srgbClr val="ffffff"/>
          </a:solidFill>
          <a:ln w="12700">
            <a:solidFill>
              <a:srgbClr val="d8cbb2"/>
            </a:solidFill>
            <a:round/>
          </a:ln>
        </p:spPr>
        <p:style>
          <a:lnRef idx="0"/>
          <a:fillRef idx="0"/>
          <a:effectRef idx="0"/>
          <a:fontRef idx="minor"/>
        </p:style>
        <p:txBody>
          <a:bodyPr lIns="90000" rIns="90000" tIns="45000" bIns="45000" anchor="t">
            <a:noAutofit/>
          </a:bodyPr>
          <a:p>
            <a:endParaRPr b="0" lang="en-US" sz="1800" spc="-1" strike="noStrike">
              <a:solidFill>
                <a:srgbClr val="000000"/>
              </a:solidFill>
              <a:latin typeface="Noto Sans KR"/>
            </a:endParaRPr>
          </a:p>
        </p:txBody>
      </p:sp>
      <p:sp>
        <p:nvSpPr>
          <p:cNvPr id="192" name="Shape 20"/>
          <p:cNvSpPr/>
          <p:nvPr/>
        </p:nvSpPr>
        <p:spPr>
          <a:xfrm>
            <a:off x="713105" y="3785870"/>
            <a:ext cx="474980" cy="474980"/>
          </a:xfrm>
          <a:prstGeom prst="ellipse">
            <a:avLst/>
          </a:prstGeom>
          <a:solidFill>
            <a:srgbClr val="2e5a46"/>
          </a:solidFill>
          <a:ln w="12700">
            <a:solidFill>
              <a:srgbClr val="2e5a46"/>
            </a:solidFill>
            <a:round/>
          </a:ln>
        </p:spPr>
        <p:style>
          <a:lnRef idx="0"/>
          <a:fillRef idx="0"/>
          <a:effectRef idx="0"/>
          <a:fontRef idx="minor"/>
        </p:style>
        <p:txBody>
          <a:bodyPr lIns="90000" rIns="90000" tIns="45000" bIns="45000" anchor="t">
            <a:noAutofit/>
          </a:bodyPr>
          <a:p>
            <a:endParaRPr b="0" lang="en-US" sz="1800" spc="-1" strike="noStrike">
              <a:solidFill>
                <a:srgbClr val="000000"/>
              </a:solidFill>
              <a:latin typeface="Noto Sans KR"/>
            </a:endParaRPr>
          </a:p>
        </p:txBody>
      </p:sp>
      <p:pic>
        <p:nvPicPr>
          <p:cNvPr id="193" name="Image 2"/>
          <p:cNvPicPr/>
          <p:nvPr/>
        </p:nvPicPr>
        <p:blipFill>
          <a:blip r:embed="rId3"/>
          <a:stretch/>
        </p:blipFill>
        <p:spPr>
          <a:xfrm>
            <a:off x="836930" y="3909060"/>
            <a:ext cx="227965" cy="227965"/>
          </a:xfrm>
          <a:prstGeom prst="rect">
            <a:avLst/>
          </a:prstGeom>
          <a:ln w="0">
            <a:noFill/>
          </a:ln>
        </p:spPr>
      </p:pic>
      <p:sp>
        <p:nvSpPr>
          <p:cNvPr id="194" name="Text 21"/>
          <p:cNvSpPr/>
          <p:nvPr/>
        </p:nvSpPr>
        <p:spPr>
          <a:xfrm>
            <a:off x="1417320" y="3694430"/>
            <a:ext cx="3016885" cy="6578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ko-KR" sz="1800" spc="-1" strike="noStrike">
                <a:solidFill>
                  <a:srgbClr val="1e2621"/>
                </a:solidFill>
                <a:latin typeface="Malgun Gothic"/>
                <a:ea typeface="Malgun Gothic"/>
              </a:rPr>
              <a:t>너무 먼 장소</a:t>
            </a:r>
            <a:endParaRPr b="0" lang="en-US" sz="1800" spc="-1" strike="noStrike">
              <a:solidFill>
                <a:srgbClr val="000000"/>
              </a:solidFill>
              <a:latin typeface="Noto Sans KR"/>
            </a:endParaRPr>
          </a:p>
        </p:txBody>
      </p:sp>
      <p:sp>
        <p:nvSpPr>
          <p:cNvPr id="195" name="Text 22"/>
          <p:cNvSpPr/>
          <p:nvPr/>
        </p:nvSpPr>
        <p:spPr>
          <a:xfrm>
            <a:off x="4572000" y="3694430"/>
            <a:ext cx="3382645" cy="6578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ko-KR" sz="1500" spc="-1" strike="noStrike">
                <a:solidFill>
                  <a:srgbClr val="2e5a46"/>
                </a:solidFill>
                <a:latin typeface="Malgun Gothic"/>
                <a:ea typeface="Malgun Gothic"/>
              </a:rPr>
              <a:t>시설 주소</a:t>
            </a:r>
            <a:r>
              <a:rPr b="1" lang="en-US" sz="1500" spc="-1" strike="noStrike">
                <a:solidFill>
                  <a:srgbClr val="2e5a46"/>
                </a:solidFill>
                <a:latin typeface="Malgun Gothic"/>
                <a:ea typeface="Malgun Gothic"/>
              </a:rPr>
              <a:t>·</a:t>
            </a:r>
            <a:r>
              <a:rPr b="1" lang="ko-KR" sz="1500" spc="-1" strike="noStrike">
                <a:solidFill>
                  <a:srgbClr val="2e5a46"/>
                </a:solidFill>
                <a:latin typeface="Malgun Gothic"/>
                <a:ea typeface="Malgun Gothic"/>
              </a:rPr>
              <a:t>좌표</a:t>
            </a:r>
            <a:r>
              <a:rPr b="1" lang="en-US" sz="1500" spc="-1" strike="noStrike">
                <a:solidFill>
                  <a:srgbClr val="2e5a46"/>
                </a:solidFill>
                <a:latin typeface="Malgun Gothic"/>
                <a:ea typeface="Malgun Gothic"/>
              </a:rPr>
              <a:t>, </a:t>
            </a:r>
            <a:r>
              <a:rPr b="1" lang="ko-KR" sz="1500" spc="-1" strike="noStrike">
                <a:solidFill>
                  <a:srgbClr val="2e5a46"/>
                </a:solidFill>
                <a:latin typeface="Malgun Gothic"/>
                <a:ea typeface="Malgun Gothic"/>
              </a:rPr>
              <a:t>사용자 위치</a:t>
            </a:r>
            <a:endParaRPr b="0" lang="en-US" sz="1500" spc="-1" strike="noStrike">
              <a:solidFill>
                <a:srgbClr val="000000"/>
              </a:solidFill>
              <a:latin typeface="Noto Sans KR"/>
            </a:endParaRPr>
          </a:p>
        </p:txBody>
      </p:sp>
      <p:sp>
        <p:nvSpPr>
          <p:cNvPr id="196" name="Shape 23"/>
          <p:cNvSpPr/>
          <p:nvPr/>
        </p:nvSpPr>
        <p:spPr>
          <a:xfrm>
            <a:off x="7635240" y="3886200"/>
            <a:ext cx="292100" cy="273685"/>
          </a:xfrm>
          <a:prstGeom prst="rightArrow">
            <a:avLst>
              <a:gd name="adj1" fmla="val 50000"/>
              <a:gd name="adj2" fmla="val 50000"/>
            </a:avLst>
          </a:prstGeom>
          <a:solidFill>
            <a:srgbClr val="d8cbb2"/>
          </a:solidFill>
          <a:ln w="12700">
            <a:solidFill>
              <a:srgbClr val="d8cbb2"/>
            </a:solidFill>
            <a:round/>
          </a:ln>
        </p:spPr>
        <p:style>
          <a:lnRef idx="0"/>
          <a:fillRef idx="0"/>
          <a:effectRef idx="0"/>
          <a:fontRef idx="minor"/>
        </p:style>
        <p:txBody>
          <a:bodyPr lIns="90000" rIns="90000" tIns="45000" bIns="45000" anchor="t">
            <a:noAutofit/>
          </a:bodyPr>
          <a:p>
            <a:endParaRPr b="0" lang="en-US" sz="1800" spc="-1" strike="noStrike">
              <a:solidFill>
                <a:srgbClr val="000000"/>
              </a:solidFill>
              <a:latin typeface="Noto Sans KR"/>
            </a:endParaRPr>
          </a:p>
        </p:txBody>
      </p:sp>
      <p:sp>
        <p:nvSpPr>
          <p:cNvPr id="197" name="Text 24"/>
          <p:cNvSpPr/>
          <p:nvPr/>
        </p:nvSpPr>
        <p:spPr>
          <a:xfrm>
            <a:off x="8092440" y="3694430"/>
            <a:ext cx="3474085" cy="6578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ko-KR" sz="1500" spc="-1" strike="noStrike">
                <a:solidFill>
                  <a:srgbClr val="1e2621"/>
                </a:solidFill>
                <a:latin typeface="Malgun Gothic"/>
                <a:ea typeface="Malgun Gothic"/>
              </a:rPr>
              <a:t>거리 계산 → 가까운 시설 추천</a:t>
            </a:r>
            <a:endParaRPr b="0" lang="en-US" sz="1500" spc="-1" strike="noStrike">
              <a:solidFill>
                <a:srgbClr val="000000"/>
              </a:solidFill>
              <a:latin typeface="Noto Sans KR"/>
            </a:endParaRPr>
          </a:p>
        </p:txBody>
      </p:sp>
      <p:sp>
        <p:nvSpPr>
          <p:cNvPr id="198" name="Shape 25"/>
          <p:cNvSpPr/>
          <p:nvPr/>
        </p:nvSpPr>
        <p:spPr>
          <a:xfrm>
            <a:off x="548640" y="4453255"/>
            <a:ext cx="11091545" cy="657860"/>
          </a:xfrm>
          <a:prstGeom prst="roundRect">
            <a:avLst>
              <a:gd name="adj" fmla="val 19444"/>
            </a:avLst>
          </a:prstGeom>
          <a:solidFill>
            <a:srgbClr val="fffcf6"/>
          </a:solidFill>
          <a:ln w="12700">
            <a:solidFill>
              <a:srgbClr val="d8cbb2"/>
            </a:solidFill>
            <a:round/>
          </a:ln>
        </p:spPr>
        <p:style>
          <a:lnRef idx="0"/>
          <a:fillRef idx="0"/>
          <a:effectRef idx="0"/>
          <a:fontRef idx="minor"/>
        </p:style>
        <p:txBody>
          <a:bodyPr lIns="90000" rIns="90000" tIns="45000" bIns="45000" anchor="t">
            <a:noAutofit/>
          </a:bodyPr>
          <a:p>
            <a:endParaRPr b="0" lang="en-US" sz="1800" spc="-1" strike="noStrike">
              <a:solidFill>
                <a:srgbClr val="000000"/>
              </a:solidFill>
              <a:latin typeface="Noto Sans KR"/>
            </a:endParaRPr>
          </a:p>
        </p:txBody>
      </p:sp>
      <p:sp>
        <p:nvSpPr>
          <p:cNvPr id="199" name="Shape 26"/>
          <p:cNvSpPr/>
          <p:nvPr/>
        </p:nvSpPr>
        <p:spPr>
          <a:xfrm>
            <a:off x="713105" y="4544695"/>
            <a:ext cx="474980" cy="474980"/>
          </a:xfrm>
          <a:prstGeom prst="ellipse">
            <a:avLst/>
          </a:prstGeom>
          <a:solidFill>
            <a:srgbClr val="d9a441"/>
          </a:solidFill>
          <a:ln w="12700">
            <a:solidFill>
              <a:srgbClr val="d9a441"/>
            </a:solidFill>
            <a:round/>
          </a:ln>
        </p:spPr>
        <p:style>
          <a:lnRef idx="0"/>
          <a:fillRef idx="0"/>
          <a:effectRef idx="0"/>
          <a:fontRef idx="minor"/>
        </p:style>
        <p:txBody>
          <a:bodyPr lIns="90000" rIns="90000" tIns="45000" bIns="45000" anchor="t">
            <a:noAutofit/>
          </a:bodyPr>
          <a:p>
            <a:endParaRPr b="0" lang="en-US" sz="1800" spc="-1" strike="noStrike">
              <a:solidFill>
                <a:srgbClr val="000000"/>
              </a:solidFill>
              <a:latin typeface="Noto Sans KR"/>
            </a:endParaRPr>
          </a:p>
        </p:txBody>
      </p:sp>
      <p:pic>
        <p:nvPicPr>
          <p:cNvPr id="200" name="Image 3"/>
          <p:cNvPicPr/>
          <p:nvPr/>
        </p:nvPicPr>
        <p:blipFill>
          <a:blip r:embed="rId4"/>
          <a:stretch/>
        </p:blipFill>
        <p:spPr>
          <a:xfrm>
            <a:off x="836930" y="4667885"/>
            <a:ext cx="227965" cy="227965"/>
          </a:xfrm>
          <a:prstGeom prst="rect">
            <a:avLst/>
          </a:prstGeom>
          <a:ln w="0">
            <a:noFill/>
          </a:ln>
        </p:spPr>
      </p:pic>
      <p:sp>
        <p:nvSpPr>
          <p:cNvPr id="201" name="Text 27"/>
          <p:cNvSpPr/>
          <p:nvPr/>
        </p:nvSpPr>
        <p:spPr>
          <a:xfrm>
            <a:off x="1417320" y="4453255"/>
            <a:ext cx="3016885" cy="6578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ko-KR" sz="1800" spc="-1" strike="noStrike">
                <a:solidFill>
                  <a:srgbClr val="1e2621"/>
                </a:solidFill>
                <a:latin typeface="Malgun Gothic"/>
                <a:ea typeface="Malgun Gothic"/>
              </a:rPr>
              <a:t>이동할 시간이 부족함</a:t>
            </a:r>
            <a:endParaRPr b="0" lang="en-US" sz="1800" spc="-1" strike="noStrike">
              <a:solidFill>
                <a:srgbClr val="000000"/>
              </a:solidFill>
              <a:latin typeface="Noto Sans KR"/>
            </a:endParaRPr>
          </a:p>
        </p:txBody>
      </p:sp>
      <p:sp>
        <p:nvSpPr>
          <p:cNvPr id="202" name="Text 28"/>
          <p:cNvSpPr/>
          <p:nvPr/>
        </p:nvSpPr>
        <p:spPr>
          <a:xfrm>
            <a:off x="4572000" y="4453255"/>
            <a:ext cx="3382645" cy="6578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ko-KR" sz="1500" spc="-1" strike="noStrike">
                <a:solidFill>
                  <a:srgbClr val="2e5a46"/>
                </a:solidFill>
                <a:latin typeface="Malgun Gothic"/>
                <a:ea typeface="Malgun Gothic"/>
              </a:rPr>
              <a:t>거리 </a:t>
            </a:r>
            <a:r>
              <a:rPr b="1" lang="en-US" sz="1500" spc="-1" strike="noStrike">
                <a:solidFill>
                  <a:srgbClr val="2e5a46"/>
                </a:solidFill>
                <a:latin typeface="Malgun Gothic"/>
                <a:ea typeface="Malgun Gothic"/>
              </a:rPr>
              <a:t>+ </a:t>
            </a:r>
            <a:r>
              <a:rPr b="1" lang="ko-KR" sz="1500" spc="-1" strike="noStrike">
                <a:solidFill>
                  <a:srgbClr val="2e5a46"/>
                </a:solidFill>
                <a:latin typeface="Malgun Gothic"/>
                <a:ea typeface="Malgun Gothic"/>
              </a:rPr>
              <a:t>입력한 최대 이동시간</a:t>
            </a:r>
            <a:endParaRPr b="0" lang="en-US" sz="1500" spc="-1" strike="noStrike">
              <a:solidFill>
                <a:srgbClr val="000000"/>
              </a:solidFill>
              <a:latin typeface="Noto Sans KR"/>
            </a:endParaRPr>
          </a:p>
        </p:txBody>
      </p:sp>
      <p:sp>
        <p:nvSpPr>
          <p:cNvPr id="203" name="Shape 29"/>
          <p:cNvSpPr/>
          <p:nvPr/>
        </p:nvSpPr>
        <p:spPr>
          <a:xfrm>
            <a:off x="7635240" y="4645025"/>
            <a:ext cx="292100" cy="273685"/>
          </a:xfrm>
          <a:prstGeom prst="rightArrow">
            <a:avLst>
              <a:gd name="adj1" fmla="val 50000"/>
              <a:gd name="adj2" fmla="val 50000"/>
            </a:avLst>
          </a:prstGeom>
          <a:solidFill>
            <a:srgbClr val="d8cbb2"/>
          </a:solidFill>
          <a:ln w="12700">
            <a:solidFill>
              <a:srgbClr val="d8cbb2"/>
            </a:solidFill>
            <a:round/>
          </a:ln>
        </p:spPr>
        <p:style>
          <a:lnRef idx="0"/>
          <a:fillRef idx="0"/>
          <a:effectRef idx="0"/>
          <a:fontRef idx="minor"/>
        </p:style>
        <p:txBody>
          <a:bodyPr lIns="90000" rIns="90000" tIns="45000" bIns="45000" anchor="t">
            <a:noAutofit/>
          </a:bodyPr>
          <a:p>
            <a:endParaRPr b="0" lang="en-US" sz="1800" spc="-1" strike="noStrike">
              <a:solidFill>
                <a:srgbClr val="000000"/>
              </a:solidFill>
              <a:latin typeface="Noto Sans KR"/>
            </a:endParaRPr>
          </a:p>
        </p:txBody>
      </p:sp>
      <p:sp>
        <p:nvSpPr>
          <p:cNvPr id="204" name="Text 30"/>
          <p:cNvSpPr/>
          <p:nvPr/>
        </p:nvSpPr>
        <p:spPr>
          <a:xfrm>
            <a:off x="8092440" y="4453255"/>
            <a:ext cx="3474085" cy="6578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ko-KR" sz="1500" spc="-1" strike="noStrike">
                <a:solidFill>
                  <a:srgbClr val="1e2621"/>
                </a:solidFill>
                <a:latin typeface="Malgun Gothic"/>
                <a:ea typeface="Malgun Gothic"/>
              </a:rPr>
              <a:t>예상 이동시간으로 후보 필터링</a:t>
            </a:r>
            <a:endParaRPr b="0" lang="en-US" sz="1500" spc="-1" strike="noStrike">
              <a:solidFill>
                <a:srgbClr val="000000"/>
              </a:solidFill>
              <a:latin typeface="Noto Sans KR"/>
            </a:endParaRPr>
          </a:p>
        </p:txBody>
      </p:sp>
      <p:sp>
        <p:nvSpPr>
          <p:cNvPr id="205" name="Shape 31"/>
          <p:cNvSpPr/>
          <p:nvPr/>
        </p:nvSpPr>
        <p:spPr>
          <a:xfrm>
            <a:off x="548640" y="5212080"/>
            <a:ext cx="11091545" cy="657860"/>
          </a:xfrm>
          <a:prstGeom prst="roundRect">
            <a:avLst>
              <a:gd name="adj" fmla="val 19444"/>
            </a:avLst>
          </a:prstGeom>
          <a:solidFill>
            <a:srgbClr val="ffffff"/>
          </a:solidFill>
          <a:ln w="12700">
            <a:solidFill>
              <a:srgbClr val="d8cbb2"/>
            </a:solidFill>
            <a:round/>
          </a:ln>
        </p:spPr>
        <p:style>
          <a:lnRef idx="0"/>
          <a:fillRef idx="0"/>
          <a:effectRef idx="0"/>
          <a:fontRef idx="minor"/>
        </p:style>
        <p:txBody>
          <a:bodyPr lIns="90000" rIns="90000" tIns="45000" bIns="45000" anchor="t">
            <a:noAutofit/>
          </a:bodyPr>
          <a:p>
            <a:endParaRPr b="0" lang="en-US" sz="1800" spc="-1" strike="noStrike">
              <a:solidFill>
                <a:srgbClr val="000000"/>
              </a:solidFill>
              <a:latin typeface="Noto Sans KR"/>
            </a:endParaRPr>
          </a:p>
        </p:txBody>
      </p:sp>
      <p:sp>
        <p:nvSpPr>
          <p:cNvPr id="206" name="Shape 32"/>
          <p:cNvSpPr/>
          <p:nvPr/>
        </p:nvSpPr>
        <p:spPr>
          <a:xfrm>
            <a:off x="713105" y="5303520"/>
            <a:ext cx="474980" cy="474980"/>
          </a:xfrm>
          <a:prstGeom prst="ellipse">
            <a:avLst/>
          </a:prstGeom>
          <a:solidFill>
            <a:srgbClr val="4f7a9a"/>
          </a:solidFill>
          <a:ln w="12700">
            <a:solidFill>
              <a:srgbClr val="4f7a9a"/>
            </a:solidFill>
            <a:round/>
          </a:ln>
        </p:spPr>
        <p:style>
          <a:lnRef idx="0"/>
          <a:fillRef idx="0"/>
          <a:effectRef idx="0"/>
          <a:fontRef idx="minor"/>
        </p:style>
        <p:txBody>
          <a:bodyPr lIns="90000" rIns="90000" tIns="45000" bIns="45000" anchor="t">
            <a:noAutofit/>
          </a:bodyPr>
          <a:p>
            <a:endParaRPr b="0" lang="en-US" sz="1800" spc="-1" strike="noStrike">
              <a:solidFill>
                <a:srgbClr val="000000"/>
              </a:solidFill>
              <a:latin typeface="Noto Sans KR"/>
            </a:endParaRPr>
          </a:p>
        </p:txBody>
      </p:sp>
      <p:pic>
        <p:nvPicPr>
          <p:cNvPr id="207" name="Image 4"/>
          <p:cNvPicPr/>
          <p:nvPr/>
        </p:nvPicPr>
        <p:blipFill>
          <a:blip r:embed="rId5"/>
          <a:stretch/>
        </p:blipFill>
        <p:spPr>
          <a:xfrm>
            <a:off x="836930" y="5426710"/>
            <a:ext cx="227965" cy="227965"/>
          </a:xfrm>
          <a:prstGeom prst="rect">
            <a:avLst/>
          </a:prstGeom>
          <a:ln w="0">
            <a:noFill/>
          </a:ln>
        </p:spPr>
      </p:pic>
      <p:sp>
        <p:nvSpPr>
          <p:cNvPr id="208" name="Text 33"/>
          <p:cNvSpPr/>
          <p:nvPr/>
        </p:nvSpPr>
        <p:spPr>
          <a:xfrm>
            <a:off x="1417320" y="5212080"/>
            <a:ext cx="3016885" cy="6578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ko-KR" sz="1800" spc="-1" strike="noStrike">
                <a:solidFill>
                  <a:srgbClr val="1e2621"/>
                </a:solidFill>
                <a:latin typeface="Malgun Gothic"/>
                <a:ea typeface="Malgun Gothic"/>
              </a:rPr>
              <a:t>갔는데 문이 닫혀 있음</a:t>
            </a:r>
            <a:endParaRPr b="0" lang="en-US" sz="1800" spc="-1" strike="noStrike">
              <a:solidFill>
                <a:srgbClr val="000000"/>
              </a:solidFill>
              <a:latin typeface="Noto Sans KR"/>
            </a:endParaRPr>
          </a:p>
        </p:txBody>
      </p:sp>
      <p:sp>
        <p:nvSpPr>
          <p:cNvPr id="209" name="Text 34"/>
          <p:cNvSpPr/>
          <p:nvPr/>
        </p:nvSpPr>
        <p:spPr>
          <a:xfrm>
            <a:off x="4572000" y="5212080"/>
            <a:ext cx="3382645" cy="6578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ko-KR" sz="1500" spc="-1" strike="noStrike">
                <a:solidFill>
                  <a:srgbClr val="2e5a46"/>
                </a:solidFill>
                <a:latin typeface="Malgun Gothic"/>
                <a:ea typeface="Malgun Gothic"/>
              </a:rPr>
              <a:t>공개 운영 </a:t>
            </a:r>
            <a:r>
              <a:rPr b="1" lang="en-US" sz="1500" spc="-1" strike="noStrike">
                <a:solidFill>
                  <a:srgbClr val="2e5a46"/>
                </a:solidFill>
                <a:latin typeface="Malgun Gothic"/>
                <a:ea typeface="Malgun Gothic"/>
              </a:rPr>
              <a:t>· </a:t>
            </a:r>
            <a:r>
              <a:rPr b="1" lang="ko-KR" sz="1500" spc="-1" strike="noStrike">
                <a:solidFill>
                  <a:srgbClr val="2e5a46"/>
                </a:solidFill>
                <a:latin typeface="Malgun Gothic"/>
                <a:ea typeface="Malgun Gothic"/>
              </a:rPr>
              <a:t>휴무 안내</a:t>
            </a:r>
            <a:endParaRPr b="0" lang="en-US" sz="1500" spc="-1" strike="noStrike">
              <a:solidFill>
                <a:srgbClr val="000000"/>
              </a:solidFill>
              <a:latin typeface="Noto Sans KR"/>
            </a:endParaRPr>
          </a:p>
        </p:txBody>
      </p:sp>
      <p:sp>
        <p:nvSpPr>
          <p:cNvPr id="210" name="Shape 35"/>
          <p:cNvSpPr/>
          <p:nvPr/>
        </p:nvSpPr>
        <p:spPr>
          <a:xfrm>
            <a:off x="7635240" y="5403850"/>
            <a:ext cx="292100" cy="273685"/>
          </a:xfrm>
          <a:prstGeom prst="rightArrow">
            <a:avLst>
              <a:gd name="adj1" fmla="val 50000"/>
              <a:gd name="adj2" fmla="val 50000"/>
            </a:avLst>
          </a:prstGeom>
          <a:solidFill>
            <a:srgbClr val="d8cbb2"/>
          </a:solidFill>
          <a:ln w="12700">
            <a:solidFill>
              <a:srgbClr val="d8cbb2"/>
            </a:solidFill>
            <a:round/>
          </a:ln>
        </p:spPr>
        <p:style>
          <a:lnRef idx="0"/>
          <a:fillRef idx="0"/>
          <a:effectRef idx="0"/>
          <a:fontRef idx="minor"/>
        </p:style>
        <p:txBody>
          <a:bodyPr lIns="90000" rIns="90000" tIns="45000" bIns="45000" anchor="t">
            <a:noAutofit/>
          </a:bodyPr>
          <a:p>
            <a:endParaRPr b="0" lang="en-US" sz="1800" spc="-1" strike="noStrike">
              <a:solidFill>
                <a:srgbClr val="000000"/>
              </a:solidFill>
              <a:latin typeface="Noto Sans KR"/>
            </a:endParaRPr>
          </a:p>
        </p:txBody>
      </p:sp>
      <p:sp>
        <p:nvSpPr>
          <p:cNvPr id="211" name="Text 36"/>
          <p:cNvSpPr/>
          <p:nvPr/>
        </p:nvSpPr>
        <p:spPr>
          <a:xfrm>
            <a:off x="8092440" y="5212080"/>
            <a:ext cx="3474085" cy="6578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ko-KR" sz="1500" spc="-1" strike="noStrike">
                <a:solidFill>
                  <a:srgbClr val="1e2621"/>
                </a:solidFill>
                <a:latin typeface="Malgun Gothic"/>
                <a:ea typeface="Malgun Gothic"/>
              </a:rPr>
              <a:t>운영정보 확인</a:t>
            </a:r>
            <a:r>
              <a:rPr b="1" lang="en-US" sz="1500" spc="-1" strike="noStrike">
                <a:solidFill>
                  <a:srgbClr val="1e2621"/>
                </a:solidFill>
                <a:latin typeface="Malgun Gothic"/>
                <a:ea typeface="Malgun Gothic"/>
              </a:rPr>
              <a:t>, </a:t>
            </a:r>
            <a:r>
              <a:rPr b="1" lang="ko-KR" sz="1500" spc="-1" strike="noStrike">
                <a:solidFill>
                  <a:srgbClr val="1e2621"/>
                </a:solidFill>
                <a:latin typeface="Malgun Gothic"/>
                <a:ea typeface="Malgun Gothic"/>
              </a:rPr>
              <a:t>일부 휴무 문구 감점</a:t>
            </a:r>
            <a:endParaRPr b="0" lang="en-US" sz="1500" spc="-1" strike="noStrike">
              <a:solidFill>
                <a:srgbClr val="000000"/>
              </a:solidFill>
              <a:latin typeface="Noto Sans KR"/>
            </a:endParaRPr>
          </a:p>
        </p:txBody>
      </p:sp>
      <p:sp>
        <p:nvSpPr>
          <p:cNvPr id="212" name="Text 37"/>
          <p:cNvSpPr/>
          <p:nvPr/>
        </p:nvSpPr>
        <p:spPr>
          <a:xfrm>
            <a:off x="548640" y="6053455"/>
            <a:ext cx="11063605" cy="273685"/>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1" lang="en-US" sz="1300" spc="-1" strike="noStrike">
                <a:solidFill>
                  <a:srgbClr val="b5654a"/>
                </a:solidFill>
                <a:latin typeface="Malgun Gothic"/>
                <a:ea typeface="Malgun Gothic"/>
              </a:rPr>
              <a:t>※ </a:t>
            </a:r>
            <a:r>
              <a:rPr b="1" lang="ko-KR" sz="1300" spc="-1" strike="noStrike">
                <a:solidFill>
                  <a:srgbClr val="b5654a"/>
                </a:solidFill>
                <a:latin typeface="Malgun Gothic"/>
                <a:ea typeface="Malgun Gothic"/>
              </a:rPr>
              <a:t>이동시간은 공공데이터가 아닌 계산값  </a:t>
            </a:r>
            <a:r>
              <a:rPr b="1" lang="ko-KR" sz="1300" spc="-1" strike="noStrike">
                <a:solidFill>
                  <a:srgbClr val="5e5b52"/>
                </a:solidFill>
                <a:latin typeface="Malgun Gothic"/>
                <a:ea typeface="Malgun Gothic"/>
              </a:rPr>
              <a:t>예상 이동시간</a:t>
            </a:r>
            <a:r>
              <a:rPr b="1" lang="en-US" sz="1300" spc="-1" strike="noStrike">
                <a:solidFill>
                  <a:srgbClr val="5e5b52"/>
                </a:solidFill>
                <a:latin typeface="Malgun Gothic"/>
                <a:ea typeface="Malgun Gothic"/>
              </a:rPr>
              <a:t>(</a:t>
            </a:r>
            <a:r>
              <a:rPr b="1" lang="ko-KR" sz="1300" spc="-1" strike="noStrike">
                <a:solidFill>
                  <a:srgbClr val="5e5b52"/>
                </a:solidFill>
                <a:latin typeface="Malgun Gothic"/>
                <a:ea typeface="Malgun Gothic"/>
              </a:rPr>
              <a:t>분</a:t>
            </a:r>
            <a:r>
              <a:rPr b="1" lang="en-US" sz="1300" spc="-1" strike="noStrike">
                <a:solidFill>
                  <a:srgbClr val="5e5b52"/>
                </a:solidFill>
                <a:latin typeface="Malgun Gothic"/>
                <a:ea typeface="Malgun Gothic"/>
              </a:rPr>
              <a:t>) = </a:t>
            </a:r>
            <a:r>
              <a:rPr b="1" lang="ko-KR" sz="1300" spc="-1" strike="noStrike">
                <a:solidFill>
                  <a:srgbClr val="5e5b52"/>
                </a:solidFill>
                <a:latin typeface="Malgun Gothic"/>
                <a:ea typeface="Malgun Gothic"/>
              </a:rPr>
              <a:t>거리</a:t>
            </a:r>
            <a:r>
              <a:rPr b="1" lang="en-US" sz="1300" spc="-1" strike="noStrike">
                <a:solidFill>
                  <a:srgbClr val="5e5b52"/>
                </a:solidFill>
                <a:latin typeface="Malgun Gothic"/>
                <a:ea typeface="Malgun Gothic"/>
              </a:rPr>
              <a:t>(km) × 20 </a:t>
            </a:r>
            <a:r>
              <a:rPr b="1" lang="ko-KR" sz="1300" spc="-1" strike="noStrike">
                <a:solidFill>
                  <a:srgbClr val="5e5b52"/>
                </a:solidFill>
                <a:latin typeface="Malgun Gothic"/>
                <a:ea typeface="Malgun Gothic"/>
              </a:rPr>
              <a:t>반올림 </a:t>
            </a:r>
            <a:r>
              <a:rPr b="1" lang="en-US" sz="1300" spc="-1" strike="noStrike">
                <a:solidFill>
                  <a:srgbClr val="5e5b52"/>
                </a:solidFill>
                <a:latin typeface="Malgun Gothic"/>
                <a:ea typeface="Malgun Gothic"/>
              </a:rPr>
              <a:t>· </a:t>
            </a:r>
            <a:r>
              <a:rPr b="1" lang="ko-KR" sz="1300" spc="-1" strike="noStrike">
                <a:solidFill>
                  <a:srgbClr val="5e5b52"/>
                </a:solidFill>
                <a:latin typeface="Malgun Gothic"/>
                <a:ea typeface="Malgun Gothic"/>
              </a:rPr>
              <a:t>실제 길찾기 시간과는 다릅니다</a:t>
            </a:r>
            <a:endParaRPr b="0" lang="en-US" sz="1300" spc="-1" strike="noStrike">
              <a:solidFill>
                <a:srgbClr val="000000"/>
              </a:solidFill>
              <a:latin typeface="Noto Sans KR"/>
            </a:endParaRPr>
          </a:p>
        </p:txBody>
      </p:sp>
      <p:sp>
        <p:nvSpPr>
          <p:cNvPr id="213" name="Text 38"/>
          <p:cNvSpPr/>
          <p:nvPr/>
        </p:nvSpPr>
        <p:spPr>
          <a:xfrm>
            <a:off x="548640" y="6446520"/>
            <a:ext cx="4571365" cy="227965"/>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1" lang="en-US" sz="900" spc="199" strike="noStrike">
                <a:solidFill>
                  <a:srgbClr val="9a907c"/>
                </a:solidFill>
                <a:latin typeface="Malgun Gothic"/>
                <a:ea typeface="Malgun Gothic"/>
              </a:rPr>
              <a:t>WOOSIMWOONKKA · MY MOVE CLUB</a:t>
            </a:r>
            <a:endParaRPr b="0" lang="en-US" sz="900" spc="-1" strike="noStrike">
              <a:solidFill>
                <a:srgbClr val="000000"/>
              </a:solidFill>
              <a:latin typeface="Noto Sans KR"/>
            </a:endParaRPr>
          </a:p>
        </p:txBody>
      </p:sp>
      <p:sp>
        <p:nvSpPr>
          <p:cNvPr id="214" name="Text 39"/>
          <p:cNvSpPr/>
          <p:nvPr/>
        </p:nvSpPr>
        <p:spPr>
          <a:xfrm>
            <a:off x="11182985" y="6446520"/>
            <a:ext cx="457200" cy="228600"/>
          </a:xfrm>
          <a:prstGeom prst="rect">
            <a:avLst/>
          </a:prstGeom>
          <a:noFill/>
          <a:ln w="0">
            <a:noFill/>
          </a:ln>
        </p:spPr>
        <p:style>
          <a:lnRef idx="0"/>
          <a:fillRef idx="0"/>
          <a:effectRef idx="0"/>
          <a:fontRef idx="minor"/>
        </p:style>
        <p:txBody>
          <a:bodyPr wrap="square" lIns="0" tIns="0" rIns="0" bIns="0" numCol="1" vert="horz" anchor="t">
            <a:noAutofit/>
          </a:bodyPr>
          <a:lstStyle/>
          <a:p>
            <a:pPr marL="0" indent="0" algn="r" defTabSz="914400">
              <a:lnSpc>
                <a:spcPct val="100000"/>
              </a:lnSpc>
              <a:buFontTx/>
              <a:buNone/>
              <a:tabLst>
                <a:tab pos="0" algn="l"/>
              </a:tabLst>
            </a:pPr>
            <a:r>
              <a:rPr lang="en-US" sz="900" b="1" strike="noStrike">
                <a:solidFill>
                  <a:srgbClr val="9A907C"/>
                </a:solidFill>
                <a:latin typeface="Malgun Gothic" charset="0"/>
                <a:ea typeface="Malgun Gothic" charset="0"/>
              </a:rPr>
              <a:t>08</a:t>
            </a:r>
            <a:r>
              <a:rPr lang="ko-KR" sz="900" b="1" strike="noStrike">
                <a:solidFill>
                  <a:srgbClr val="9A907C"/>
                </a:solidFill>
                <a:latin typeface="Malgun Gothic" charset="0"/>
                <a:ea typeface="Malgun Gothic" charset="0"/>
              </a:rPr>
              <a:t/>
            </a:r>
            <a:endParaRPr lang="ko-KR" altLang="en-US" sz="900" b="1" strike="noStrike">
              <a:solidFill>
                <a:srgbClr val="9A907C"/>
              </a:solidFill>
              <a:latin typeface="Malgun Gothic" charset="0"/>
              <a:ea typeface="Malgun Gothic" charset="0"/>
            </a:endParaRPr>
          </a:p>
        </p:txBody>
      </p:sp>
    </p:spTree>
  </p:cSld>
  <mc:AlternateContent xmlns:mc="http://schemas.openxmlformats.org/markup-compatibility/2006">
    <mc:Choice xmlns:p14="http://schemas.microsoft.com/office/powerpoint/2010/main" Requires="p14">
      <p:transition spd="slow" p14:dur="2000"/>
    </mc:Choice>
    <mc:Fallback>
      <p:transition spd="slow"/>
    </mc:Fallback>
  </mc:AlternateContent>
  <p:timing>
    <p:tnLst>
      <p:par>
        <p:cTn id="1" dur="indefinite" restart="never" nodeType="tmRoot"/>
      </p:par>
    </p:tnLst>
  </p:timing>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7F1E6"/>
        </a:solidFill>
      </p:bgPr>
    </p:bg>
    <p:spTree>
      <p:nvGrpSpPr>
        <p:cNvPr id="1" name=""/>
        <p:cNvGrpSpPr/>
        <p:nvPr/>
      </p:nvGrpSpPr>
      <p:grpSpPr>
        <a:xfrm>
          <a:off x="0" y="0"/>
          <a:ext cx="0" cy="0"/>
          <a:chOff x="0" y="0"/>
          <a:chExt cx="0" cy="0"/>
        </a:xfrm>
      </p:grpSpPr>
      <p:sp>
        <p:nvSpPr>
          <p:cNvPr id="215" name="Shape 0"/>
          <p:cNvSpPr/>
          <p:nvPr/>
        </p:nvSpPr>
        <p:spPr>
          <a:xfrm>
            <a:off x="548640" y="384175"/>
            <a:ext cx="383540" cy="383540"/>
          </a:xfrm>
          <a:prstGeom prst="ellipse">
            <a:avLst/>
          </a:prstGeom>
          <a:solidFill>
            <a:srgbClr val="2e5a46"/>
          </a:solidFill>
          <a:ln w="12700">
            <a:solidFill>
              <a:srgbClr val="2e5a46"/>
            </a:solidFill>
            <a:round/>
          </a:ln>
        </p:spPr>
        <p:style>
          <a:lnRef idx="0"/>
          <a:fillRef idx="0"/>
          <a:effectRef idx="0"/>
          <a:fontRef idx="minor"/>
        </p:style>
        <p:txBody>
          <a:bodyPr lIns="90000" rIns="90000" tIns="45000" bIns="45000" anchor="t">
            <a:noAutofit/>
          </a:bodyPr>
          <a:p>
            <a:endParaRPr b="0" lang="en-US" sz="1800" spc="-1" strike="noStrike">
              <a:solidFill>
                <a:srgbClr val="000000"/>
              </a:solidFill>
              <a:latin typeface="Noto Sans KR"/>
            </a:endParaRPr>
          </a:p>
        </p:txBody>
      </p:sp>
      <p:sp>
        <p:nvSpPr>
          <p:cNvPr id="216" name="Text 1"/>
          <p:cNvSpPr/>
          <p:nvPr/>
        </p:nvSpPr>
        <p:spPr>
          <a:xfrm>
            <a:off x="548640" y="384175"/>
            <a:ext cx="383540" cy="38354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300" spc="-1" strike="noStrike">
                <a:solidFill>
                  <a:srgbClr val="ffffff"/>
                </a:solidFill>
                <a:latin typeface="Malgun Gothic"/>
                <a:ea typeface="Malgun Gothic"/>
              </a:rPr>
              <a:t>03</a:t>
            </a:r>
            <a:endParaRPr b="0" lang="en-US" sz="1300" spc="-1" strike="noStrike">
              <a:solidFill>
                <a:srgbClr val="000000"/>
              </a:solidFill>
              <a:latin typeface="Noto Sans KR"/>
            </a:endParaRPr>
          </a:p>
        </p:txBody>
      </p:sp>
      <p:sp>
        <p:nvSpPr>
          <p:cNvPr id="217" name="Text 2"/>
          <p:cNvSpPr/>
          <p:nvPr/>
        </p:nvSpPr>
        <p:spPr>
          <a:xfrm>
            <a:off x="1042670" y="384175"/>
            <a:ext cx="5485765" cy="3835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400" spc="199" strike="noStrike">
                <a:solidFill>
                  <a:srgbClr val="b5654a"/>
                </a:solidFill>
                <a:latin typeface="Malgun Gothic"/>
                <a:ea typeface="Malgun Gothic"/>
              </a:rPr>
              <a:t>DATA · </a:t>
            </a:r>
            <a:r>
              <a:rPr b="1" lang="ko-KR" sz="1400" spc="199" strike="noStrike">
                <a:solidFill>
                  <a:srgbClr val="b5654a"/>
                </a:solidFill>
                <a:latin typeface="Malgun Gothic"/>
                <a:ea typeface="Malgun Gothic"/>
              </a:rPr>
              <a:t>활용 데이터</a:t>
            </a:r>
            <a:endParaRPr b="0" lang="en-US" sz="1400" spc="-1" strike="noStrike">
              <a:solidFill>
                <a:srgbClr val="000000"/>
              </a:solidFill>
              <a:latin typeface="Noto Sans KR"/>
            </a:endParaRPr>
          </a:p>
        </p:txBody>
      </p:sp>
      <p:sp>
        <p:nvSpPr>
          <p:cNvPr id="218" name="Text 3"/>
          <p:cNvSpPr/>
          <p:nvPr/>
        </p:nvSpPr>
        <p:spPr>
          <a:xfrm>
            <a:off x="548640" y="895985"/>
            <a:ext cx="11063605" cy="730885"/>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ko-KR" sz="3400" spc="-1" strike="noStrike">
                <a:solidFill>
                  <a:srgbClr val="1e2621"/>
                </a:solidFill>
                <a:latin typeface="Malgun Gothic"/>
                <a:ea typeface="Malgun Gothic"/>
              </a:rPr>
              <a:t>그래서</a:t>
            </a:r>
            <a:r>
              <a:rPr b="1" lang="en-US" sz="3400" spc="-1" strike="noStrike">
                <a:solidFill>
                  <a:srgbClr val="1e2621"/>
                </a:solidFill>
                <a:latin typeface="Malgun Gothic"/>
                <a:ea typeface="Malgun Gothic"/>
              </a:rPr>
              <a:t>, </a:t>
            </a:r>
            <a:r>
              <a:rPr b="1" lang="ko-KR" sz="3400" spc="-1" strike="noStrike">
                <a:solidFill>
                  <a:srgbClr val="1e2621"/>
                </a:solidFill>
                <a:latin typeface="Malgun Gothic"/>
                <a:ea typeface="Malgun Gothic"/>
              </a:rPr>
              <a:t>이런 공공데이터를 모았습니다</a:t>
            </a:r>
            <a:endParaRPr b="0" lang="en-US" sz="3400" spc="-1" strike="noStrike">
              <a:solidFill>
                <a:srgbClr val="000000"/>
              </a:solidFill>
              <a:latin typeface="Noto Sans KR"/>
            </a:endParaRPr>
          </a:p>
        </p:txBody>
      </p:sp>
      <p:sp>
        <p:nvSpPr>
          <p:cNvPr id="219" name="Shape 4"/>
          <p:cNvSpPr/>
          <p:nvPr/>
        </p:nvSpPr>
        <p:spPr>
          <a:xfrm>
            <a:off x="548640" y="1828800"/>
            <a:ext cx="5485765" cy="4251325"/>
          </a:xfrm>
          <a:prstGeom prst="roundRect">
            <a:avLst>
              <a:gd name="adj" fmla="val 3011"/>
            </a:avLst>
          </a:prstGeom>
          <a:solidFill>
            <a:srgbClr val="fffcf6"/>
          </a:solidFill>
          <a:ln w="12700">
            <a:solidFill>
              <a:srgbClr val="d8cbb2"/>
            </a:solidFill>
            <a:round/>
          </a:ln>
          <a:effectLst>
            <a:outerShdw algn="bl" blurRad="101520" dir="5400000" dist="25560" kx="0" ky="0" rotWithShape="0" sx="100000" sy="100000">
              <a:srgbClr val="8a7a5c">
                <a:alpha val="18000"/>
              </a:srgbClr>
            </a:outerShdw>
          </a:effectLst>
        </p:spPr>
        <p:style>
          <a:lnRef idx="0"/>
          <a:fillRef idx="0"/>
          <a:effectRef idx="0"/>
          <a:fontRef idx="minor"/>
        </p:style>
        <p:txBody>
          <a:bodyPr lIns="90000" rIns="90000" tIns="45000" bIns="45000" anchor="t">
            <a:noAutofit/>
          </a:bodyPr>
          <a:p>
            <a:endParaRPr b="0" lang="en-US" sz="1800" spc="-1" strike="noStrike">
              <a:solidFill>
                <a:srgbClr val="000000"/>
              </a:solidFill>
              <a:latin typeface="Noto Sans KR"/>
            </a:endParaRPr>
          </a:p>
        </p:txBody>
      </p:sp>
      <p:sp>
        <p:nvSpPr>
          <p:cNvPr id="220" name="Shape 5"/>
          <p:cNvSpPr/>
          <p:nvPr/>
        </p:nvSpPr>
        <p:spPr>
          <a:xfrm>
            <a:off x="777240" y="2030095"/>
            <a:ext cx="567055" cy="567055"/>
          </a:xfrm>
          <a:prstGeom prst="ellipse">
            <a:avLst/>
          </a:prstGeom>
          <a:solidFill>
            <a:srgbClr val="2e5a46"/>
          </a:solidFill>
          <a:ln w="12700">
            <a:solidFill>
              <a:srgbClr val="2e5a46"/>
            </a:solidFill>
            <a:round/>
          </a:ln>
        </p:spPr>
        <p:style>
          <a:lnRef idx="0"/>
          <a:fillRef idx="0"/>
          <a:effectRef idx="0"/>
          <a:fontRef idx="minor"/>
        </p:style>
        <p:txBody>
          <a:bodyPr wrap="square" lIns="90170" tIns="45085" rIns="90170" bIns="45085" numCol="1" vert="horz" anchor="t">
            <a:noAutofit/>
          </a:bodyPr>
          <a:lstStyle/>
          <a:p>
            <a:pPr marL="0" indent="0">
              <a:buFontTx/>
              <a:buNone/>
            </a:pPr>
            <a:endParaRPr lang="ko-KR" altLang="en-US" sz="2000" b="0" strike="noStrike">
              <a:solidFill>
                <a:srgbClr val="000000"/>
              </a:solidFill>
              <a:latin typeface="Noto Sans KR" charset="0"/>
            </a:endParaRPr>
          </a:p>
        </p:txBody>
      </p:sp>
      <p:pic>
        <p:nvPicPr>
          <p:cNvPr id="221" name="Image 0"/>
          <p:cNvPicPr/>
          <p:nvPr/>
        </p:nvPicPr>
        <p:blipFill>
          <a:blip r:embed="rId1"/>
          <a:stretch/>
        </p:blipFill>
        <p:spPr>
          <a:xfrm>
            <a:off x="924560" y="2177415"/>
            <a:ext cx="272415" cy="272415"/>
          </a:xfrm>
          <a:prstGeom prst="rect">
            <a:avLst/>
          </a:prstGeom>
          <a:ln w="0">
            <a:noFill/>
          </a:ln>
        </p:spPr>
      </p:pic>
      <p:sp>
        <p:nvSpPr>
          <p:cNvPr id="222" name="Text 6"/>
          <p:cNvSpPr/>
          <p:nvPr/>
        </p:nvSpPr>
        <p:spPr>
          <a:xfrm>
            <a:off x="1481455" y="1993265"/>
            <a:ext cx="3200400" cy="365760"/>
          </a:xfrm>
          <a:prstGeom prst="rect">
            <a:avLst/>
          </a:prstGeom>
          <a:noFill/>
          <a:ln w="0">
            <a:noFill/>
          </a:ln>
        </p:spPr>
        <p:style>
          <a:lnRef idx="0"/>
          <a:fillRef idx="0"/>
          <a:effectRef idx="0"/>
          <a:fontRef idx="minor"/>
        </p:style>
        <p:txBody>
          <a:bodyPr wrap="square" lIns="0" tIns="0" rIns="0" bIns="0" numCol="1" vert="horz" anchor="t">
            <a:noAutofit/>
          </a:bodyPr>
          <a:lstStyle/>
          <a:p>
            <a:pPr marL="0" indent="0" defTabSz="914400">
              <a:lnSpc>
                <a:spcPct val="100000"/>
              </a:lnSpc>
              <a:buFontTx/>
              <a:buNone/>
              <a:tabLst>
                <a:tab pos="0" algn="l"/>
              </a:tabLst>
            </a:pPr>
            <a:r>
              <a:rPr lang="ko-KR" sz="2200" b="1" strike="noStrike">
                <a:solidFill>
                  <a:srgbClr val="1E2621"/>
                </a:solidFill>
                <a:latin typeface="Malgun Gothic" charset="0"/>
                <a:ea typeface="Malgun Gothic" charset="0"/>
              </a:rPr>
              <a:t>공공데이터포털</a:t>
            </a:r>
            <a:endParaRPr lang="ko-KR" altLang="en-US" sz="2200" b="1" strike="noStrike">
              <a:solidFill>
                <a:srgbClr val="1E2621"/>
              </a:solidFill>
              <a:latin typeface="Malgun Gothic" charset="0"/>
              <a:ea typeface="Malgun Gothic" charset="0"/>
            </a:endParaRPr>
          </a:p>
        </p:txBody>
      </p:sp>
      <p:sp>
        <p:nvSpPr>
          <p:cNvPr id="223" name="Text 7"/>
          <p:cNvSpPr/>
          <p:nvPr/>
        </p:nvSpPr>
        <p:spPr>
          <a:xfrm>
            <a:off x="1481455" y="2359025"/>
            <a:ext cx="4114800" cy="274320"/>
          </a:xfrm>
          <a:prstGeom prst="rect">
            <a:avLst/>
          </a:prstGeom>
          <a:noFill/>
          <a:ln w="0">
            <a:noFill/>
          </a:ln>
        </p:spPr>
        <p:style>
          <a:lnRef idx="0"/>
          <a:fillRef idx="0"/>
          <a:effectRef idx="0"/>
          <a:fontRef idx="minor"/>
        </p:style>
        <p:txBody>
          <a:bodyPr wrap="square" lIns="0" tIns="0" rIns="0" bIns="0" numCol="1" vert="horz" anchor="t">
            <a:noAutofit/>
          </a:bodyPr>
          <a:lstStyle/>
          <a:p>
            <a:pPr marL="0" indent="0" defTabSz="914400">
              <a:lnSpc>
                <a:spcPct val="100000"/>
              </a:lnSpc>
              <a:buFontTx/>
              <a:buNone/>
              <a:tabLst>
                <a:tab pos="0" algn="l"/>
              </a:tabLst>
            </a:pPr>
            <a:r>
              <a:rPr lang="en-US" sz="1400" b="1" strike="noStrike">
                <a:solidFill>
                  <a:srgbClr val="5E5B52"/>
                </a:solidFill>
                <a:latin typeface="Malgun Gothic" charset="0"/>
                <a:ea typeface="Malgun Gothic" charset="0"/>
              </a:rPr>
              <a:t>OpenAPI · REST · JSON/XML</a:t>
            </a:r>
            <a:endParaRPr lang="ko-KR" altLang="en-US" sz="1400" b="1" strike="noStrike">
              <a:solidFill>
                <a:srgbClr val="5E5B52"/>
              </a:solidFill>
              <a:latin typeface="Malgun Gothic" charset="0"/>
              <a:ea typeface="Malgun Gothic" charset="0"/>
            </a:endParaRPr>
          </a:p>
        </p:txBody>
      </p:sp>
      <p:sp>
        <p:nvSpPr>
          <p:cNvPr id="224" name="Shape 8"/>
          <p:cNvSpPr/>
          <p:nvPr/>
        </p:nvSpPr>
        <p:spPr>
          <a:xfrm>
            <a:off x="777240" y="2880360"/>
            <a:ext cx="640080" cy="329565"/>
          </a:xfrm>
          <a:prstGeom prst="roundRect">
            <a:avLst>
              <a:gd name="adj" fmla="val 50000"/>
            </a:avLst>
          </a:prstGeom>
          <a:solidFill>
            <a:srgbClr val="b5654a"/>
          </a:solidFill>
          <a:ln w="12700">
            <a:solidFill>
              <a:srgbClr val="b5654a"/>
            </a:solidFill>
            <a:round/>
          </a:ln>
        </p:spPr>
        <p:style>
          <a:lnRef idx="0"/>
          <a:fillRef idx="0"/>
          <a:effectRef idx="0"/>
          <a:fontRef idx="minor"/>
        </p:style>
        <p:txBody>
          <a:bodyPr wrap="square" lIns="90170" tIns="45085" rIns="90170" bIns="45085" numCol="1" vert="horz" anchor="t">
            <a:noAutofit/>
          </a:bodyPr>
          <a:lstStyle/>
          <a:p>
            <a:pPr marL="0" indent="0">
              <a:buFontTx/>
              <a:buNone/>
            </a:pPr>
            <a:endParaRPr lang="ko-KR" altLang="en-US" sz="2000" b="0" strike="noStrike">
              <a:solidFill>
                <a:srgbClr val="000000"/>
              </a:solidFill>
              <a:latin typeface="Noto Sans KR" charset="0"/>
            </a:endParaRPr>
          </a:p>
        </p:txBody>
      </p:sp>
      <p:sp>
        <p:nvSpPr>
          <p:cNvPr id="225" name="Text 9"/>
          <p:cNvSpPr/>
          <p:nvPr/>
        </p:nvSpPr>
        <p:spPr>
          <a:xfrm>
            <a:off x="777240" y="2880360"/>
            <a:ext cx="640080" cy="329565"/>
          </a:xfrm>
          <a:prstGeom prst="rect">
            <a:avLst/>
          </a:prstGeom>
          <a:noFill/>
          <a:ln w="0">
            <a:noFill/>
          </a:ln>
        </p:spPr>
        <p:style>
          <a:lnRef idx="0"/>
          <a:fillRef idx="0"/>
          <a:effectRef idx="0"/>
          <a:fontRef idx="minor"/>
        </p:style>
        <p:txBody>
          <a:bodyPr wrap="square" lIns="0" tIns="0" rIns="0" bIns="0" numCol="1" vert="horz" anchor="ctr">
            <a:noAutofit/>
          </a:bodyPr>
          <a:lstStyle/>
          <a:p>
            <a:pPr marL="0" indent="0" algn="ctr" defTabSz="914400">
              <a:lnSpc>
                <a:spcPct val="100000"/>
              </a:lnSpc>
              <a:buFontTx/>
              <a:buNone/>
              <a:tabLst>
                <a:tab pos="0" algn="l"/>
              </a:tabLst>
            </a:pPr>
            <a:r>
              <a:rPr lang="ko-KR" sz="1400" b="1" strike="noStrike">
                <a:solidFill>
                  <a:srgbClr val="FFFFFF"/>
                </a:solidFill>
                <a:latin typeface="Malgun Gothic" charset="0"/>
                <a:ea typeface="Malgun Gothic" charset="0"/>
              </a:rPr>
              <a:t>핵심</a:t>
            </a:r>
            <a:endParaRPr lang="ko-KR" altLang="en-US" sz="1400" b="1" strike="noStrike">
              <a:solidFill>
                <a:srgbClr val="FFFFFF"/>
              </a:solidFill>
              <a:latin typeface="Malgun Gothic" charset="0"/>
              <a:ea typeface="Malgun Gothic" charset="0"/>
            </a:endParaRPr>
          </a:p>
        </p:txBody>
      </p:sp>
      <p:sp>
        <p:nvSpPr>
          <p:cNvPr id="226" name="Text 10"/>
          <p:cNvSpPr/>
          <p:nvPr/>
        </p:nvSpPr>
        <p:spPr>
          <a:xfrm>
            <a:off x="1554480" y="2834640"/>
            <a:ext cx="4389120" cy="320040"/>
          </a:xfrm>
          <a:prstGeom prst="rect">
            <a:avLst/>
          </a:prstGeom>
          <a:noFill/>
          <a:ln w="0">
            <a:noFill/>
          </a:ln>
        </p:spPr>
        <p:style>
          <a:lnRef idx="0"/>
          <a:fillRef idx="0"/>
          <a:effectRef idx="0"/>
          <a:fontRef idx="minor"/>
        </p:style>
        <p:txBody>
          <a:bodyPr wrap="square" lIns="0" tIns="0" rIns="0" bIns="0" numCol="1" vert="horz" anchor="t">
            <a:noAutofit/>
          </a:bodyPr>
          <a:lstStyle/>
          <a:p>
            <a:pPr marL="0" indent="0" defTabSz="914400">
              <a:lnSpc>
                <a:spcPct val="100000"/>
              </a:lnSpc>
              <a:buFontTx/>
              <a:buNone/>
              <a:tabLst>
                <a:tab pos="0" algn="l"/>
              </a:tabLst>
            </a:pPr>
            <a:r>
              <a:rPr lang="ko-KR" sz="1800" b="1" strike="noStrike">
                <a:solidFill>
                  <a:srgbClr val="1E2621"/>
                </a:solidFill>
                <a:latin typeface="Malgun Gothic" charset="0"/>
                <a:ea typeface="Malgun Gothic" charset="0"/>
              </a:rPr>
              <a:t>국민체육진흥공단</a:t>
            </a:r>
            <a:r>
              <a:rPr lang="ko-KR" sz="1800" b="1" strike="noStrike">
                <a:solidFill>
                  <a:srgbClr val="1E2621"/>
                </a:solidFill>
                <a:latin typeface="Malgun Gothic" charset="0"/>
                <a:ea typeface="Malgun Gothic" charset="0"/>
              </a:rPr>
              <a:t> </a:t>
            </a:r>
            <a:r>
              <a:rPr lang="ko-KR" sz="1800" b="1" strike="noStrike">
                <a:solidFill>
                  <a:srgbClr val="1E2621"/>
                </a:solidFill>
                <a:latin typeface="Malgun Gothic" charset="0"/>
                <a:ea typeface="Malgun Gothic" charset="0"/>
              </a:rPr>
              <a:t>전국체육시설</a:t>
            </a:r>
            <a:r>
              <a:rPr lang="ko-KR" sz="1800" b="1" strike="noStrike">
                <a:solidFill>
                  <a:srgbClr val="1E2621"/>
                </a:solidFill>
                <a:latin typeface="Malgun Gothic" charset="0"/>
                <a:ea typeface="Malgun Gothic" charset="0"/>
              </a:rPr>
              <a:t> </a:t>
            </a:r>
            <a:r>
              <a:rPr lang="ko-KR" sz="1800" b="1" strike="noStrike">
                <a:solidFill>
                  <a:srgbClr val="1E2621"/>
                </a:solidFill>
                <a:latin typeface="Malgun Gothic" charset="0"/>
                <a:ea typeface="Malgun Gothic" charset="0"/>
              </a:rPr>
              <a:t>정보</a:t>
            </a:r>
            <a:endParaRPr lang="ko-KR" altLang="en-US" sz="1800" b="1" strike="noStrike">
              <a:solidFill>
                <a:srgbClr val="1E2621"/>
              </a:solidFill>
              <a:latin typeface="Malgun Gothic" charset="0"/>
              <a:ea typeface="Malgun Gothic" charset="0"/>
            </a:endParaRPr>
          </a:p>
        </p:txBody>
      </p:sp>
      <p:sp>
        <p:nvSpPr>
          <p:cNvPr id="227" name="Text 11"/>
          <p:cNvSpPr/>
          <p:nvPr/>
        </p:nvSpPr>
        <p:spPr>
          <a:xfrm>
            <a:off x="1554480" y="3173095"/>
            <a:ext cx="4389120" cy="274320"/>
          </a:xfrm>
          <a:prstGeom prst="rect">
            <a:avLst/>
          </a:prstGeom>
          <a:noFill/>
          <a:ln w="0">
            <a:noFill/>
          </a:ln>
        </p:spPr>
        <p:style>
          <a:lnRef idx="0"/>
          <a:fillRef idx="0"/>
          <a:effectRef idx="0"/>
          <a:fontRef idx="minor"/>
        </p:style>
        <p:txBody>
          <a:bodyPr wrap="square" lIns="0" tIns="0" rIns="0" bIns="0" numCol="1" vert="horz" anchor="t">
            <a:noAutofit/>
          </a:bodyPr>
          <a:lstStyle/>
          <a:p>
            <a:pPr marL="0" indent="0" defTabSz="914400">
              <a:lnSpc>
                <a:spcPct val="100000"/>
              </a:lnSpc>
              <a:buFontTx/>
              <a:buNone/>
              <a:tabLst>
                <a:tab pos="0" algn="l"/>
              </a:tabLst>
            </a:pPr>
            <a:r>
              <a:rPr lang="ko-KR" sz="1400" b="1" strike="noStrike">
                <a:solidFill>
                  <a:srgbClr val="2E5A46"/>
                </a:solidFill>
                <a:latin typeface="Malgun Gothic" charset="0"/>
                <a:ea typeface="Malgun Gothic" charset="0"/>
              </a:rPr>
              <a:t>시설명</a:t>
            </a:r>
            <a:r>
              <a:rPr lang="ko-KR" sz="1400" b="1" strike="noStrike">
                <a:solidFill>
                  <a:srgbClr val="2E5A46"/>
                </a:solidFill>
                <a:latin typeface="Malgun Gothic" charset="0"/>
                <a:ea typeface="Malgun Gothic" charset="0"/>
              </a:rPr>
              <a:t> </a:t>
            </a:r>
            <a:r>
              <a:rPr lang="en-US" sz="1400" b="1" strike="noStrike">
                <a:solidFill>
                  <a:srgbClr val="2E5A46"/>
                </a:solidFill>
                <a:latin typeface="Malgun Gothic" charset="0"/>
                <a:ea typeface="Malgun Gothic" charset="0"/>
              </a:rPr>
              <a:t>· </a:t>
            </a:r>
            <a:r>
              <a:rPr lang="ko-KR" sz="1400" b="1" strike="noStrike">
                <a:solidFill>
                  <a:srgbClr val="2E5A46"/>
                </a:solidFill>
                <a:latin typeface="Malgun Gothic" charset="0"/>
                <a:ea typeface="Malgun Gothic" charset="0"/>
              </a:rPr>
              <a:t>유형 </a:t>
            </a:r>
            <a:r>
              <a:rPr lang="en-US" sz="1400" b="1" strike="noStrike">
                <a:solidFill>
                  <a:srgbClr val="2E5A46"/>
                </a:solidFill>
                <a:latin typeface="Malgun Gothic" charset="0"/>
                <a:ea typeface="Malgun Gothic" charset="0"/>
              </a:rPr>
              <a:t>· </a:t>
            </a:r>
            <a:r>
              <a:rPr lang="ko-KR" sz="1400" b="1" strike="noStrike">
                <a:solidFill>
                  <a:srgbClr val="2E5A46"/>
                </a:solidFill>
                <a:latin typeface="Malgun Gothic" charset="0"/>
                <a:ea typeface="Malgun Gothic" charset="0"/>
              </a:rPr>
              <a:t>주소 </a:t>
            </a:r>
            <a:r>
              <a:rPr lang="en-US" sz="1400" b="1" strike="noStrike">
                <a:solidFill>
                  <a:srgbClr val="2E5A46"/>
                </a:solidFill>
                <a:latin typeface="Malgun Gothic" charset="0"/>
                <a:ea typeface="Malgun Gothic" charset="0"/>
              </a:rPr>
              <a:t>· </a:t>
            </a:r>
            <a:r>
              <a:rPr lang="ko-KR" sz="1400" b="1" strike="noStrike">
                <a:solidFill>
                  <a:srgbClr val="2E5A46"/>
                </a:solidFill>
                <a:latin typeface="Malgun Gothic" charset="0"/>
                <a:ea typeface="Malgun Gothic" charset="0"/>
              </a:rPr>
              <a:t>좌표</a:t>
            </a:r>
            <a:endParaRPr lang="ko-KR" altLang="en-US" sz="1400" b="1" strike="noStrike">
              <a:solidFill>
                <a:srgbClr val="2E5A46"/>
              </a:solidFill>
              <a:latin typeface="Malgun Gothic" charset="0"/>
              <a:ea typeface="Malgun Gothic" charset="0"/>
            </a:endParaRPr>
          </a:p>
        </p:txBody>
      </p:sp>
      <p:sp>
        <p:nvSpPr>
          <p:cNvPr id="228" name="Shape 12"/>
          <p:cNvSpPr/>
          <p:nvPr/>
        </p:nvSpPr>
        <p:spPr>
          <a:xfrm>
            <a:off x="777240" y="3630295"/>
            <a:ext cx="640080" cy="329565"/>
          </a:xfrm>
          <a:prstGeom prst="roundRect">
            <a:avLst>
              <a:gd name="adj" fmla="val 50000"/>
            </a:avLst>
          </a:prstGeom>
          <a:solidFill>
            <a:srgbClr val="eadfcb"/>
          </a:solidFill>
          <a:ln w="12700">
            <a:solidFill>
              <a:srgbClr val="eadfcb"/>
            </a:solidFill>
            <a:round/>
          </a:ln>
        </p:spPr>
        <p:style>
          <a:lnRef idx="0"/>
          <a:fillRef idx="0"/>
          <a:effectRef idx="0"/>
          <a:fontRef idx="minor"/>
        </p:style>
        <p:txBody>
          <a:bodyPr wrap="square" lIns="90170" tIns="45085" rIns="90170" bIns="45085" numCol="1" vert="horz" anchor="t">
            <a:noAutofit/>
          </a:bodyPr>
          <a:lstStyle/>
          <a:p>
            <a:pPr marL="0" indent="0">
              <a:buFontTx/>
              <a:buNone/>
            </a:pPr>
            <a:endParaRPr lang="ko-KR" altLang="en-US" sz="2000" b="0" strike="noStrike">
              <a:solidFill>
                <a:srgbClr val="000000"/>
              </a:solidFill>
              <a:latin typeface="Noto Sans KR" charset="0"/>
            </a:endParaRPr>
          </a:p>
        </p:txBody>
      </p:sp>
      <p:sp>
        <p:nvSpPr>
          <p:cNvPr id="229" name="Text 13"/>
          <p:cNvSpPr/>
          <p:nvPr/>
        </p:nvSpPr>
        <p:spPr>
          <a:xfrm>
            <a:off x="777240" y="3630295"/>
            <a:ext cx="640080" cy="329565"/>
          </a:xfrm>
          <a:prstGeom prst="rect">
            <a:avLst/>
          </a:prstGeom>
          <a:noFill/>
          <a:ln w="0">
            <a:noFill/>
          </a:ln>
        </p:spPr>
        <p:style>
          <a:lnRef idx="0"/>
          <a:fillRef idx="0"/>
          <a:effectRef idx="0"/>
          <a:fontRef idx="minor"/>
        </p:style>
        <p:txBody>
          <a:bodyPr wrap="square" lIns="0" tIns="0" rIns="0" bIns="0" numCol="1" vert="horz" anchor="ctr">
            <a:noAutofit/>
          </a:bodyPr>
          <a:lstStyle/>
          <a:p>
            <a:pPr marL="0" indent="0" algn="ctr" defTabSz="914400">
              <a:lnSpc>
                <a:spcPct val="100000"/>
              </a:lnSpc>
              <a:buFontTx/>
              <a:buNone/>
              <a:tabLst>
                <a:tab pos="0" algn="l"/>
              </a:tabLst>
            </a:pPr>
            <a:r>
              <a:rPr lang="ko-KR" sz="1400" b="1" strike="noStrike">
                <a:solidFill>
                  <a:srgbClr val="1E2621"/>
                </a:solidFill>
                <a:latin typeface="Malgun Gothic" charset="0"/>
                <a:ea typeface="Malgun Gothic" charset="0"/>
              </a:rPr>
              <a:t>보조</a:t>
            </a:r>
            <a:endParaRPr lang="ko-KR" altLang="en-US" sz="1400" b="1" strike="noStrike">
              <a:solidFill>
                <a:srgbClr val="1E2621"/>
              </a:solidFill>
              <a:latin typeface="Malgun Gothic" charset="0"/>
              <a:ea typeface="Malgun Gothic" charset="0"/>
            </a:endParaRPr>
          </a:p>
        </p:txBody>
      </p:sp>
      <p:sp>
        <p:nvSpPr>
          <p:cNvPr id="230" name="Text 14"/>
          <p:cNvSpPr/>
          <p:nvPr/>
        </p:nvSpPr>
        <p:spPr>
          <a:xfrm>
            <a:off x="1554480" y="3584575"/>
            <a:ext cx="4389120" cy="320040"/>
          </a:xfrm>
          <a:prstGeom prst="rect">
            <a:avLst/>
          </a:prstGeom>
          <a:noFill/>
          <a:ln w="0">
            <a:noFill/>
          </a:ln>
        </p:spPr>
        <p:style>
          <a:lnRef idx="0"/>
          <a:fillRef idx="0"/>
          <a:effectRef idx="0"/>
          <a:fontRef idx="minor"/>
        </p:style>
        <p:txBody>
          <a:bodyPr wrap="square" lIns="0" tIns="0" rIns="0" bIns="0" numCol="1" vert="horz" anchor="t">
            <a:noAutofit/>
          </a:bodyPr>
          <a:lstStyle/>
          <a:p>
            <a:pPr marL="0" indent="0" defTabSz="914400">
              <a:lnSpc>
                <a:spcPct val="100000"/>
              </a:lnSpc>
              <a:buFontTx/>
              <a:buNone/>
              <a:tabLst>
                <a:tab pos="0" algn="l"/>
              </a:tabLst>
            </a:pPr>
            <a:r>
              <a:rPr lang="ko-KR" sz="1800" b="1" strike="noStrike">
                <a:solidFill>
                  <a:srgbClr val="1E2621"/>
                </a:solidFill>
                <a:latin typeface="Malgun Gothic" charset="0"/>
                <a:ea typeface="Malgun Gothic" charset="0"/>
              </a:rPr>
              <a:t>기상청 단기예보</a:t>
            </a:r>
            <a:r>
              <a:rPr lang="en-US" sz="1800" b="1" strike="noStrike">
                <a:solidFill>
                  <a:srgbClr val="1E2621"/>
                </a:solidFill>
                <a:latin typeface="Malgun Gothic" charset="0"/>
                <a:ea typeface="Malgun Gothic" charset="0"/>
              </a:rPr>
              <a:t>(</a:t>
            </a:r>
            <a:r>
              <a:rPr lang="ko-KR" sz="1800" b="1" strike="noStrike">
                <a:solidFill>
                  <a:srgbClr val="1E2621"/>
                </a:solidFill>
                <a:latin typeface="Malgun Gothic" charset="0"/>
                <a:ea typeface="Malgun Gothic" charset="0"/>
              </a:rPr>
              <a:t>초단기실황</a:t>
            </a:r>
            <a:r>
              <a:rPr lang="en-US" sz="1800" b="1" strike="noStrike">
                <a:solidFill>
                  <a:srgbClr val="1E2621"/>
                </a:solidFill>
                <a:latin typeface="Malgun Gothic" charset="0"/>
                <a:ea typeface="Malgun Gothic" charset="0"/>
              </a:rPr>
              <a:t>)</a:t>
            </a:r>
            <a:endParaRPr lang="ko-KR" altLang="en-US" sz="1800" b="1" strike="noStrike">
              <a:solidFill>
                <a:srgbClr val="1E2621"/>
              </a:solidFill>
              <a:latin typeface="Malgun Gothic" charset="0"/>
              <a:ea typeface="Malgun Gothic" charset="0"/>
            </a:endParaRPr>
          </a:p>
        </p:txBody>
      </p:sp>
      <p:sp>
        <p:nvSpPr>
          <p:cNvPr id="231" name="Text 15"/>
          <p:cNvSpPr/>
          <p:nvPr/>
        </p:nvSpPr>
        <p:spPr>
          <a:xfrm>
            <a:off x="1554480" y="3923030"/>
            <a:ext cx="4389120" cy="274320"/>
          </a:xfrm>
          <a:prstGeom prst="rect">
            <a:avLst/>
          </a:prstGeom>
          <a:noFill/>
          <a:ln w="0">
            <a:noFill/>
          </a:ln>
        </p:spPr>
        <p:style>
          <a:lnRef idx="0"/>
          <a:fillRef idx="0"/>
          <a:effectRef idx="0"/>
          <a:fontRef idx="minor"/>
        </p:style>
        <p:txBody>
          <a:bodyPr wrap="square" lIns="0" tIns="0" rIns="0" bIns="0" numCol="1" vert="horz" anchor="t">
            <a:noAutofit/>
          </a:bodyPr>
          <a:lstStyle/>
          <a:p>
            <a:pPr marL="0" indent="0" defTabSz="914400">
              <a:lnSpc>
                <a:spcPct val="100000"/>
              </a:lnSpc>
              <a:buFontTx/>
              <a:buNone/>
              <a:tabLst>
                <a:tab pos="0" algn="l"/>
              </a:tabLst>
            </a:pPr>
            <a:r>
              <a:rPr lang="ko-KR" sz="1400" b="1" strike="noStrike">
                <a:solidFill>
                  <a:srgbClr val="2E5A46"/>
                </a:solidFill>
                <a:latin typeface="Malgun Gothic" charset="0"/>
                <a:ea typeface="Malgun Gothic" charset="0"/>
              </a:rPr>
              <a:t>기온 </a:t>
            </a:r>
            <a:r>
              <a:rPr lang="en-US" sz="1400" b="1" strike="noStrike">
                <a:solidFill>
                  <a:srgbClr val="2E5A46"/>
                </a:solidFill>
                <a:latin typeface="Malgun Gothic" charset="0"/>
                <a:ea typeface="Malgun Gothic" charset="0"/>
              </a:rPr>
              <a:t>· </a:t>
            </a:r>
            <a:r>
              <a:rPr lang="ko-KR" sz="1400" b="1" strike="noStrike">
                <a:solidFill>
                  <a:srgbClr val="2E5A46"/>
                </a:solidFill>
                <a:latin typeface="Malgun Gothic" charset="0"/>
                <a:ea typeface="Malgun Gothic" charset="0"/>
              </a:rPr>
              <a:t>습도 </a:t>
            </a:r>
            <a:r>
              <a:rPr lang="en-US" sz="1400" b="1" strike="noStrike">
                <a:solidFill>
                  <a:srgbClr val="2E5A46"/>
                </a:solidFill>
                <a:latin typeface="Malgun Gothic" charset="0"/>
                <a:ea typeface="Malgun Gothic" charset="0"/>
              </a:rPr>
              <a:t>· </a:t>
            </a:r>
            <a:r>
              <a:rPr lang="ko-KR" sz="1400" b="1" strike="noStrike">
                <a:solidFill>
                  <a:srgbClr val="2E5A46"/>
                </a:solidFill>
                <a:latin typeface="Malgun Gothic" charset="0"/>
                <a:ea typeface="Malgun Gothic" charset="0"/>
              </a:rPr>
              <a:t>강수 </a:t>
            </a:r>
            <a:r>
              <a:rPr lang="en-US" sz="1400" b="1" strike="noStrike">
                <a:solidFill>
                  <a:srgbClr val="2E5A46"/>
                </a:solidFill>
                <a:latin typeface="Malgun Gothic" charset="0"/>
                <a:ea typeface="Malgun Gothic" charset="0"/>
              </a:rPr>
              <a:t>· </a:t>
            </a:r>
            <a:r>
              <a:rPr lang="ko-KR" sz="1400" b="1" strike="noStrike">
                <a:solidFill>
                  <a:srgbClr val="2E5A46"/>
                </a:solidFill>
                <a:latin typeface="Malgun Gothic" charset="0"/>
                <a:ea typeface="Malgun Gothic" charset="0"/>
              </a:rPr>
              <a:t>풍속</a:t>
            </a:r>
            <a:endParaRPr lang="ko-KR" altLang="en-US" sz="1400" b="1" strike="noStrike">
              <a:solidFill>
                <a:srgbClr val="2E5A46"/>
              </a:solidFill>
              <a:latin typeface="Malgun Gothic" charset="0"/>
              <a:ea typeface="Malgun Gothic" charset="0"/>
            </a:endParaRPr>
          </a:p>
        </p:txBody>
      </p:sp>
      <p:sp>
        <p:nvSpPr>
          <p:cNvPr id="232" name="Shape 16"/>
          <p:cNvSpPr/>
          <p:nvPr/>
        </p:nvSpPr>
        <p:spPr>
          <a:xfrm>
            <a:off x="777240" y="4380230"/>
            <a:ext cx="640080" cy="329565"/>
          </a:xfrm>
          <a:prstGeom prst="roundRect">
            <a:avLst>
              <a:gd name="adj" fmla="val 50000"/>
            </a:avLst>
          </a:prstGeom>
          <a:solidFill>
            <a:srgbClr val="eadfcb"/>
          </a:solidFill>
          <a:ln w="12700">
            <a:solidFill>
              <a:srgbClr val="eadfcb"/>
            </a:solidFill>
            <a:round/>
          </a:ln>
        </p:spPr>
        <p:style>
          <a:lnRef idx="0"/>
          <a:fillRef idx="0"/>
          <a:effectRef idx="0"/>
          <a:fontRef idx="minor"/>
        </p:style>
        <p:txBody>
          <a:bodyPr wrap="square" lIns="90170" tIns="45085" rIns="90170" bIns="45085" numCol="1" vert="horz" anchor="t">
            <a:noAutofit/>
          </a:bodyPr>
          <a:lstStyle/>
          <a:p>
            <a:pPr marL="0" indent="0">
              <a:buFontTx/>
              <a:buNone/>
            </a:pPr>
            <a:endParaRPr lang="ko-KR" altLang="en-US" sz="2000" b="0" strike="noStrike">
              <a:solidFill>
                <a:srgbClr val="000000"/>
              </a:solidFill>
              <a:latin typeface="Noto Sans KR" charset="0"/>
            </a:endParaRPr>
          </a:p>
        </p:txBody>
      </p:sp>
      <p:sp>
        <p:nvSpPr>
          <p:cNvPr id="233" name="Text 17"/>
          <p:cNvSpPr/>
          <p:nvPr/>
        </p:nvSpPr>
        <p:spPr>
          <a:xfrm>
            <a:off x="777240" y="4380230"/>
            <a:ext cx="640080" cy="329565"/>
          </a:xfrm>
          <a:prstGeom prst="rect">
            <a:avLst/>
          </a:prstGeom>
          <a:noFill/>
          <a:ln w="0">
            <a:noFill/>
          </a:ln>
        </p:spPr>
        <p:style>
          <a:lnRef idx="0"/>
          <a:fillRef idx="0"/>
          <a:effectRef idx="0"/>
          <a:fontRef idx="minor"/>
        </p:style>
        <p:txBody>
          <a:bodyPr wrap="square" lIns="0" tIns="0" rIns="0" bIns="0" numCol="1" vert="horz" anchor="ctr">
            <a:noAutofit/>
          </a:bodyPr>
          <a:lstStyle/>
          <a:p>
            <a:pPr marL="0" indent="0" algn="ctr" defTabSz="914400">
              <a:lnSpc>
                <a:spcPct val="100000"/>
              </a:lnSpc>
              <a:buFontTx/>
              <a:buNone/>
              <a:tabLst>
                <a:tab pos="0" algn="l"/>
              </a:tabLst>
            </a:pPr>
            <a:r>
              <a:rPr lang="ko-KR" sz="1400" b="1" strike="noStrike">
                <a:solidFill>
                  <a:srgbClr val="1E2621"/>
                </a:solidFill>
                <a:latin typeface="Malgun Gothic" charset="0"/>
                <a:ea typeface="Malgun Gothic" charset="0"/>
              </a:rPr>
              <a:t>보조</a:t>
            </a:r>
            <a:endParaRPr lang="ko-KR" altLang="en-US" sz="1400" b="1" strike="noStrike">
              <a:solidFill>
                <a:srgbClr val="1E2621"/>
              </a:solidFill>
              <a:latin typeface="Malgun Gothic" charset="0"/>
              <a:ea typeface="Malgun Gothic" charset="0"/>
            </a:endParaRPr>
          </a:p>
        </p:txBody>
      </p:sp>
      <p:sp>
        <p:nvSpPr>
          <p:cNvPr id="234" name="Text 18"/>
          <p:cNvSpPr/>
          <p:nvPr/>
        </p:nvSpPr>
        <p:spPr>
          <a:xfrm>
            <a:off x="1554480" y="4334510"/>
            <a:ext cx="4389120" cy="320040"/>
          </a:xfrm>
          <a:prstGeom prst="rect">
            <a:avLst/>
          </a:prstGeom>
          <a:noFill/>
          <a:ln w="0">
            <a:noFill/>
          </a:ln>
        </p:spPr>
        <p:style>
          <a:lnRef idx="0"/>
          <a:fillRef idx="0"/>
          <a:effectRef idx="0"/>
          <a:fontRef idx="minor"/>
        </p:style>
        <p:txBody>
          <a:bodyPr wrap="square" lIns="0" tIns="0" rIns="0" bIns="0" numCol="1" vert="horz" anchor="t">
            <a:noAutofit/>
          </a:bodyPr>
          <a:lstStyle/>
          <a:p>
            <a:pPr marL="0" indent="0" defTabSz="914400">
              <a:lnSpc>
                <a:spcPct val="100000"/>
              </a:lnSpc>
              <a:buFontTx/>
              <a:buNone/>
              <a:tabLst>
                <a:tab pos="0" algn="l"/>
              </a:tabLst>
            </a:pPr>
            <a:r>
              <a:rPr lang="ko-KR" sz="1800" b="1" strike="noStrike">
                <a:solidFill>
                  <a:srgbClr val="1E2621"/>
                </a:solidFill>
                <a:latin typeface="Malgun Gothic" charset="0"/>
                <a:ea typeface="Malgun Gothic" charset="0"/>
              </a:rPr>
              <a:t>한국환경공단 에어코리아 대기오염정보</a:t>
            </a:r>
            <a:endParaRPr lang="ko-KR" altLang="en-US" sz="1800" b="1" strike="noStrike">
              <a:solidFill>
                <a:srgbClr val="1E2621"/>
              </a:solidFill>
              <a:latin typeface="Malgun Gothic" charset="0"/>
              <a:ea typeface="Malgun Gothic" charset="0"/>
            </a:endParaRPr>
          </a:p>
        </p:txBody>
      </p:sp>
      <p:sp>
        <p:nvSpPr>
          <p:cNvPr id="235" name="Text 19"/>
          <p:cNvSpPr/>
          <p:nvPr/>
        </p:nvSpPr>
        <p:spPr>
          <a:xfrm>
            <a:off x="1554480" y="4672330"/>
            <a:ext cx="4389120" cy="274320"/>
          </a:xfrm>
          <a:prstGeom prst="rect">
            <a:avLst/>
          </a:prstGeom>
          <a:noFill/>
          <a:ln w="0">
            <a:noFill/>
          </a:ln>
        </p:spPr>
        <p:style>
          <a:lnRef idx="0"/>
          <a:fillRef idx="0"/>
          <a:effectRef idx="0"/>
          <a:fontRef idx="minor"/>
        </p:style>
        <p:txBody>
          <a:bodyPr wrap="square" lIns="0" tIns="0" rIns="0" bIns="0" numCol="1" vert="horz" anchor="t">
            <a:noAutofit/>
          </a:bodyPr>
          <a:lstStyle/>
          <a:p>
            <a:pPr marL="0" indent="0" defTabSz="914400">
              <a:lnSpc>
                <a:spcPct val="100000"/>
              </a:lnSpc>
              <a:buFontTx/>
              <a:buNone/>
              <a:tabLst>
                <a:tab pos="0" algn="l"/>
              </a:tabLst>
            </a:pPr>
            <a:r>
              <a:rPr lang="en-US" sz="1400" b="1" strike="noStrike">
                <a:solidFill>
                  <a:srgbClr val="2E5A46"/>
                </a:solidFill>
                <a:latin typeface="Malgun Gothic" charset="0"/>
                <a:ea typeface="Malgun Gothic" charset="0"/>
              </a:rPr>
              <a:t>PM10 · PM2.5</a:t>
            </a:r>
            <a:endParaRPr lang="ko-KR" altLang="en-US" sz="1400" b="1" strike="noStrike">
              <a:solidFill>
                <a:srgbClr val="2E5A46"/>
              </a:solidFill>
              <a:latin typeface="Malgun Gothic" charset="0"/>
              <a:ea typeface="Malgun Gothic" charset="0"/>
            </a:endParaRPr>
          </a:p>
        </p:txBody>
      </p:sp>
      <p:sp>
        <p:nvSpPr>
          <p:cNvPr id="236" name="Text 20"/>
          <p:cNvSpPr>
            <a:spLocks/>
          </p:cNvSpPr>
          <p:nvPr/>
        </p:nvSpPr>
        <p:spPr>
          <a:xfrm rot="0">
            <a:off x="777240" y="5139055"/>
            <a:ext cx="5204460" cy="731520"/>
          </a:xfrm>
          <a:prstGeom prst="rect"/>
          <a:noFill/>
          <a:ln>
            <a:noFill/>
            <a:prstDash/>
          </a:ln>
        </p:spPr>
        <p:style>
          <a:lnRef idx="0"/>
          <a:fillRef idx="0"/>
          <a:effectRef idx="0"/>
          <a:fontRef idx="minor"/>
        </p:style>
        <p:txBody>
          <a:bodyPr wrap="square" lIns="0" tIns="0" rIns="0" bIns="0" numCol="1" vert="horz" anchor="t">
            <a:noAutofit/>
          </a:bodyPr>
          <a:lstStyle/>
          <a:p>
            <a:pPr marL="0" indent="0" defTabSz="914400">
              <a:lnSpc>
                <a:spcPct val="115000"/>
              </a:lnSpc>
              <a:buFontTx/>
              <a:buNone/>
              <a:tabLst>
                <a:tab pos="0" algn="l"/>
              </a:tabLst>
            </a:pPr>
            <a:r>
              <a:rPr lang="en-US" sz="1600" b="1" strike="noStrike">
                <a:solidFill>
                  <a:srgbClr val="5E5B52"/>
                </a:solidFill>
                <a:latin typeface="Malgun Gothic" charset="0"/>
                <a:ea typeface="Malgun Gothic" charset="0"/>
              </a:rPr>
              <a:t>+ </a:t>
            </a:r>
            <a:r>
              <a:rPr lang="ko-KR" sz="1600" b="1" strike="noStrike">
                <a:solidFill>
                  <a:srgbClr val="5E5B52"/>
                </a:solidFill>
                <a:latin typeface="Malgun Gothic" charset="0"/>
                <a:ea typeface="Malgun Gothic" charset="0"/>
              </a:rPr>
              <a:t>기상특보</a:t>
            </a:r>
            <a:r>
              <a:rPr lang="ko-KR" sz="1600" b="1" strike="noStrike">
                <a:solidFill>
                  <a:srgbClr val="5E5B52"/>
                </a:solidFill>
                <a:latin typeface="Malgun Gothic" charset="0"/>
                <a:ea typeface="Malgun Gothic" charset="0"/>
              </a:rPr>
              <a:t>,</a:t>
            </a:r>
            <a:r>
              <a:rPr lang="ko-KR" sz="1600" b="1" strike="noStrike">
                <a:solidFill>
                  <a:srgbClr val="5E5B52"/>
                </a:solidFill>
                <a:latin typeface="Malgun Gothic" charset="0"/>
                <a:ea typeface="Malgun Gothic" charset="0"/>
              </a:rPr>
              <a:t> </a:t>
            </a:r>
            <a:r>
              <a:rPr lang="ko-KR" sz="1600" b="1" strike="noStrike">
                <a:solidFill>
                  <a:srgbClr val="5E5B52"/>
                </a:solidFill>
                <a:latin typeface="Malgun Gothic" charset="0"/>
                <a:ea typeface="Malgun Gothic" charset="0"/>
              </a:rPr>
              <a:t>공공시설개방</a:t>
            </a:r>
            <a:r>
              <a:rPr lang="ko-KR" sz="1600" b="1" strike="noStrike">
                <a:solidFill>
                  <a:srgbClr val="5E5B52"/>
                </a:solidFill>
                <a:latin typeface="Malgun Gothic" charset="0"/>
                <a:ea typeface="Malgun Gothic" charset="0"/>
              </a:rPr>
              <a:t>,</a:t>
            </a:r>
            <a:r>
              <a:rPr lang="ko-KR" sz="1600" b="1" strike="noStrike">
                <a:solidFill>
                  <a:srgbClr val="5E5B52"/>
                </a:solidFill>
                <a:latin typeface="Malgun Gothic" charset="0"/>
                <a:ea typeface="Malgun Gothic" charset="0"/>
              </a:rPr>
              <a:t> </a:t>
            </a:r>
            <a:r>
              <a:rPr lang="ko-KR" sz="1600" b="1" strike="noStrike">
                <a:solidFill>
                  <a:srgbClr val="5E5B52"/>
                </a:solidFill>
                <a:latin typeface="Malgun Gothic" charset="0"/>
                <a:ea typeface="Malgun Gothic" charset="0"/>
              </a:rPr>
              <a:t>버스정류장</a:t>
            </a:r>
            <a:r>
              <a:rPr lang="ko-KR" sz="1600" b="1" strike="noStrike">
                <a:solidFill>
                  <a:srgbClr val="5E5B52"/>
                </a:solidFill>
                <a:latin typeface="Malgun Gothic" charset="0"/>
                <a:ea typeface="Malgun Gothic" charset="0"/>
              </a:rPr>
              <a:t>,</a:t>
            </a:r>
            <a:r>
              <a:rPr lang="ko-KR" sz="1600" b="1" strike="noStrike">
                <a:solidFill>
                  <a:srgbClr val="5E5B52"/>
                </a:solidFill>
                <a:latin typeface="Malgun Gothic" charset="0"/>
                <a:ea typeface="Malgun Gothic" charset="0"/>
              </a:rPr>
              <a:t> </a:t>
            </a:r>
            <a:r>
              <a:rPr lang="en-US" sz="1600" b="1" strike="noStrike">
                <a:solidFill>
                  <a:srgbClr val="5E5B52"/>
                </a:solidFill>
                <a:latin typeface="Malgun Gothic" charset="0"/>
                <a:ea typeface="Malgun Gothic" charset="0"/>
              </a:rPr>
              <a:t>AED</a:t>
            </a:r>
            <a:r>
              <a:rPr lang="ko-KR" sz="1600" b="1" strike="noStrike">
                <a:solidFill>
                  <a:srgbClr val="5E5B52"/>
                </a:solidFill>
                <a:latin typeface="Malgun Gothic" charset="0"/>
                <a:ea typeface="Malgun Gothic" charset="0"/>
              </a:rPr>
              <a:t>,</a:t>
            </a:r>
            <a:r>
              <a:rPr lang="en-US" sz="1600" b="1" strike="noStrike">
                <a:solidFill>
                  <a:srgbClr val="5E5B52"/>
                </a:solidFill>
                <a:latin typeface="Malgun Gothic" charset="0"/>
                <a:ea typeface="Malgun Gothic" charset="0"/>
              </a:rPr>
              <a:t> </a:t>
            </a:r>
            <a:endParaRPr lang="ko-KR" altLang="en-US" sz="1600" b="1" strike="noStrike">
              <a:solidFill>
                <a:srgbClr val="5E5B52"/>
              </a:solidFill>
              <a:latin typeface="Malgun Gothic" charset="0"/>
              <a:ea typeface="Malgun Gothic" charset="0"/>
            </a:endParaRPr>
          </a:p>
          <a:p>
            <a:pPr marL="0" indent="0" defTabSz="914400">
              <a:lnSpc>
                <a:spcPct val="115000"/>
              </a:lnSpc>
              <a:buFontTx/>
              <a:buNone/>
              <a:tabLst>
                <a:tab pos="0" algn="l"/>
              </a:tabLst>
            </a:pPr>
            <a:r>
              <a:rPr lang="ko-KR" sz="1600" b="1" strike="noStrike">
                <a:solidFill>
                  <a:srgbClr val="5E5B52"/>
                </a:solidFill>
                <a:latin typeface="Malgun Gothic" charset="0"/>
                <a:ea typeface="Malgun Gothic" charset="0"/>
              </a:rPr>
              <a:t> </a:t>
            </a:r>
            <a:r>
              <a:rPr lang="ko-KR" sz="1600" b="1" strike="noStrike">
                <a:solidFill>
                  <a:srgbClr val="5E5B52"/>
                </a:solidFill>
                <a:latin typeface="Malgun Gothic" charset="0"/>
                <a:ea typeface="Malgun Gothic" charset="0"/>
              </a:rPr>
              <a:t>두루누비</a:t>
            </a:r>
            <a:r>
              <a:rPr lang="ko-KR" sz="1600" b="1" strike="noStrike">
                <a:solidFill>
                  <a:srgbClr val="5E5B52"/>
                </a:solidFill>
                <a:latin typeface="Malgun Gothic" charset="0"/>
                <a:ea typeface="Malgun Gothic" charset="0"/>
              </a:rPr>
              <a:t>,</a:t>
            </a:r>
            <a:r>
              <a:rPr lang="ko-KR" sz="1600" b="1" strike="noStrike">
                <a:solidFill>
                  <a:srgbClr val="5E5B52"/>
                </a:solidFill>
                <a:latin typeface="Malgun Gothic" charset="0"/>
                <a:ea typeface="Malgun Gothic" charset="0"/>
              </a:rPr>
              <a:t> </a:t>
            </a:r>
            <a:r>
              <a:rPr lang="ko-KR" sz="1600" b="1" strike="noStrike">
                <a:solidFill>
                  <a:srgbClr val="5E5B52"/>
                </a:solidFill>
                <a:latin typeface="Malgun Gothic" charset="0"/>
                <a:ea typeface="Malgun Gothic" charset="0"/>
              </a:rPr>
              <a:t>자전거 사고다발지역</a:t>
            </a:r>
            <a:endParaRPr lang="ko-KR" altLang="en-US" sz="1600" b="1" strike="noStrike">
              <a:solidFill>
                <a:srgbClr val="5E5B52"/>
              </a:solidFill>
              <a:latin typeface="Malgun Gothic" charset="0"/>
              <a:ea typeface="Malgun Gothic" charset="0"/>
            </a:endParaRPr>
          </a:p>
        </p:txBody>
      </p:sp>
      <p:sp>
        <p:nvSpPr>
          <p:cNvPr id="237" name="Shape 21"/>
          <p:cNvSpPr/>
          <p:nvPr/>
        </p:nvSpPr>
        <p:spPr>
          <a:xfrm>
            <a:off x="6245225" y="1828800"/>
            <a:ext cx="5394960" cy="4251960"/>
          </a:xfrm>
          <a:prstGeom prst="roundRect">
            <a:avLst>
              <a:gd name="adj" fmla="val 3011"/>
            </a:avLst>
          </a:prstGeom>
          <a:solidFill>
            <a:srgbClr val="2e5a46"/>
          </a:solidFill>
          <a:ln w="12700">
            <a:solidFill>
              <a:srgbClr val="2e5a46"/>
            </a:solidFill>
            <a:round/>
          </a:ln>
          <a:effectLst>
            <a:outerShdw algn="bl" blurRad="101520" dir="5400000" dist="25560" kx="0" ky="0" rotWithShape="0" sx="100000" sy="100000">
              <a:srgbClr val="8a7a5c">
                <a:alpha val="18000"/>
              </a:srgbClr>
            </a:outerShdw>
          </a:effectLst>
        </p:spPr>
        <p:style>
          <a:lnRef idx="0"/>
          <a:fillRef idx="0"/>
          <a:effectRef idx="0"/>
          <a:fontRef idx="minor"/>
        </p:style>
        <p:txBody>
          <a:bodyPr wrap="square" lIns="90170" tIns="45085" rIns="90170" bIns="45085" numCol="1" vert="horz" anchor="t">
            <a:noAutofit/>
          </a:bodyPr>
          <a:lstStyle/>
          <a:p>
            <a:pPr marL="0" indent="0">
              <a:buFontTx/>
              <a:buNone/>
            </a:pPr>
            <a:endParaRPr lang="ko-KR" altLang="en-US" sz="2200" b="0" strike="noStrike">
              <a:solidFill>
                <a:srgbClr val="000000"/>
              </a:solidFill>
              <a:latin typeface="Noto Sans KR" charset="0"/>
            </a:endParaRPr>
          </a:p>
        </p:txBody>
      </p:sp>
      <p:sp>
        <p:nvSpPr>
          <p:cNvPr id="238" name="Shape 22"/>
          <p:cNvSpPr/>
          <p:nvPr/>
        </p:nvSpPr>
        <p:spPr>
          <a:xfrm>
            <a:off x="6473825" y="2030095"/>
            <a:ext cx="566420" cy="566420"/>
          </a:xfrm>
          <a:prstGeom prst="ellipse">
            <a:avLst/>
          </a:prstGeom>
          <a:solidFill>
            <a:srgbClr val="d9a441"/>
          </a:solidFill>
          <a:ln w="12700">
            <a:solidFill>
              <a:srgbClr val="d9a441"/>
            </a:solidFill>
            <a:round/>
          </a:ln>
        </p:spPr>
        <p:style>
          <a:lnRef idx="0"/>
          <a:fillRef idx="0"/>
          <a:effectRef idx="0"/>
          <a:fontRef idx="minor"/>
        </p:style>
        <p:txBody>
          <a:bodyPr lIns="90000" rIns="90000" tIns="45000" bIns="45000" anchor="t">
            <a:noAutofit/>
          </a:bodyPr>
          <a:p>
            <a:endParaRPr b="0" lang="en-US" sz="1800" spc="-1" strike="noStrike">
              <a:solidFill>
                <a:srgbClr val="000000"/>
              </a:solidFill>
              <a:latin typeface="Noto Sans KR"/>
            </a:endParaRPr>
          </a:p>
        </p:txBody>
      </p:sp>
      <p:pic>
        <p:nvPicPr>
          <p:cNvPr id="239" name="Image 1"/>
          <p:cNvPicPr/>
          <p:nvPr/>
        </p:nvPicPr>
        <p:blipFill>
          <a:blip r:embed="rId2"/>
          <a:stretch/>
        </p:blipFill>
        <p:spPr>
          <a:xfrm>
            <a:off x="6621780" y="2177415"/>
            <a:ext cx="271780" cy="271780"/>
          </a:xfrm>
          <a:prstGeom prst="rect">
            <a:avLst/>
          </a:prstGeom>
          <a:ln w="0">
            <a:noFill/>
          </a:ln>
        </p:spPr>
      </p:pic>
      <p:sp>
        <p:nvSpPr>
          <p:cNvPr id="240" name="Text 23"/>
          <p:cNvSpPr/>
          <p:nvPr/>
        </p:nvSpPr>
        <p:spPr>
          <a:xfrm>
            <a:off x="7178040" y="1993265"/>
            <a:ext cx="4114165" cy="365125"/>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1" lang="ko-KR" sz="2000" spc="-1" strike="noStrike">
                <a:solidFill>
                  <a:srgbClr val="ffffff"/>
                </a:solidFill>
                <a:latin typeface="Malgun Gothic"/>
                <a:ea typeface="Malgun Gothic"/>
              </a:rPr>
              <a:t>문화빅데이터 플랫폼</a:t>
            </a:r>
            <a:endParaRPr b="0" lang="en-US" sz="2000" spc="-1" strike="noStrike">
              <a:solidFill>
                <a:srgbClr val="000000"/>
              </a:solidFill>
              <a:latin typeface="Noto Sans KR"/>
            </a:endParaRPr>
          </a:p>
        </p:txBody>
      </p:sp>
      <p:sp>
        <p:nvSpPr>
          <p:cNvPr id="241" name="Text 24"/>
          <p:cNvSpPr/>
          <p:nvPr/>
        </p:nvSpPr>
        <p:spPr>
          <a:xfrm>
            <a:off x="7178040" y="2359025"/>
            <a:ext cx="4297045" cy="273685"/>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1" lang="ko-KR" sz="1250" spc="-1" strike="noStrike">
                <a:solidFill>
                  <a:srgbClr val="cfe0d5"/>
                </a:solidFill>
                <a:latin typeface="Malgun Gothic"/>
                <a:ea typeface="Malgun Gothic"/>
              </a:rPr>
              <a:t>국민체육진흥공단 제공 </a:t>
            </a:r>
            <a:r>
              <a:rPr b="1" lang="en-US" sz="1250" spc="-1" strike="noStrike">
                <a:solidFill>
                  <a:srgbClr val="cfe0d5"/>
                </a:solidFill>
                <a:latin typeface="Malgun Gothic"/>
                <a:ea typeface="Malgun Gothic"/>
              </a:rPr>
              <a:t>· CSV · Selenium </a:t>
            </a:r>
            <a:r>
              <a:rPr b="1" lang="ko-KR" sz="1250" spc="-1" strike="noStrike">
                <a:solidFill>
                  <a:srgbClr val="cfe0d5"/>
                </a:solidFill>
                <a:latin typeface="Malgun Gothic"/>
                <a:ea typeface="Malgun Gothic"/>
              </a:rPr>
              <a:t>자동 수집</a:t>
            </a:r>
            <a:endParaRPr b="0" lang="en-US" sz="1250" spc="-1" strike="noStrike">
              <a:solidFill>
                <a:srgbClr val="000000"/>
              </a:solidFill>
              <a:latin typeface="Noto Sans KR"/>
            </a:endParaRPr>
          </a:p>
        </p:txBody>
      </p:sp>
      <p:sp>
        <p:nvSpPr>
          <p:cNvPr id="242" name="Text 25"/>
          <p:cNvSpPr/>
          <p:nvPr/>
        </p:nvSpPr>
        <p:spPr>
          <a:xfrm>
            <a:off x="6492240" y="2834640"/>
            <a:ext cx="4937760" cy="3017520"/>
          </a:xfrm>
          <a:prstGeom prst="rect">
            <a:avLst/>
          </a:prstGeom>
          <a:noFill/>
          <a:ln w="0">
            <a:noFill/>
          </a:ln>
        </p:spPr>
        <p:style>
          <a:lnRef idx="0"/>
          <a:fillRef idx="0"/>
          <a:effectRef idx="0"/>
          <a:fontRef idx="minor"/>
        </p:style>
        <p:txBody>
          <a:bodyPr wrap="square" lIns="0" tIns="0" rIns="0" bIns="0" numCol="1" vert="horz" anchor="t">
            <a:noAutofit/>
          </a:bodyPr>
          <a:lstStyle/>
          <a:p>
            <a:pPr marL="342900" indent="-342900" defTabSz="914400">
              <a:lnSpc>
                <a:spcPct val="100000"/>
              </a:lnSpc>
              <a:spcAft>
                <a:spcPts val="901"/>
              </a:spcAft>
              <a:buFont typeface="Symbol"/>
              <a:buChar char=""/>
            </a:pPr>
            <a:r>
              <a:rPr lang="ko-KR" sz="2000" b="1" strike="noStrike">
                <a:solidFill>
                  <a:srgbClr val="FFFFFF"/>
                </a:solidFill>
                <a:latin typeface="Malgun Gothic" charset="0"/>
                <a:ea typeface="Malgun Gothic" charset="0"/>
              </a:rPr>
              <a:t>전국공공체육시설</a:t>
            </a:r>
            <a:r>
              <a:rPr lang="ko-KR" sz="2000" b="1" strike="noStrike">
                <a:solidFill>
                  <a:srgbClr val="FFFFFF"/>
                </a:solidFill>
                <a:latin typeface="Malgun Gothic" charset="0"/>
                <a:ea typeface="Malgun Gothic" charset="0"/>
              </a:rPr>
              <a:t> </a:t>
            </a:r>
            <a:r>
              <a:rPr lang="ko-KR" sz="2000" b="1" strike="noStrike">
                <a:solidFill>
                  <a:srgbClr val="FFFFFF"/>
                </a:solidFill>
                <a:latin typeface="Malgun Gothic" charset="0"/>
                <a:ea typeface="Malgun Gothic" charset="0"/>
              </a:rPr>
              <a:t>데이터</a:t>
            </a:r>
            <a:endParaRPr lang="ko-KR" altLang="en-US" sz="2000" b="1" strike="noStrike">
              <a:solidFill>
                <a:srgbClr val="FFFFFF"/>
              </a:solidFill>
              <a:latin typeface="Malgun Gothic" charset="0"/>
              <a:ea typeface="Malgun Gothic" charset="0"/>
            </a:endParaRPr>
          </a:p>
          <a:p>
            <a:pPr marL="342900" indent="-342900" defTabSz="914400">
              <a:lnSpc>
                <a:spcPct val="100000"/>
              </a:lnSpc>
              <a:spcAft>
                <a:spcPts val="901"/>
              </a:spcAft>
              <a:buFont typeface="Symbol"/>
              <a:buChar char=""/>
            </a:pPr>
            <a:r>
              <a:rPr lang="ko-KR" sz="2000" b="1" strike="noStrike">
                <a:solidFill>
                  <a:srgbClr val="FFFFFF"/>
                </a:solidFill>
                <a:latin typeface="Malgun Gothic" charset="0"/>
                <a:ea typeface="Malgun Gothic" charset="0"/>
              </a:rPr>
              <a:t>공공체육시설 프로그램 정보</a:t>
            </a:r>
            <a:endParaRPr lang="ko-KR" altLang="en-US" sz="2000" b="1" strike="noStrike">
              <a:solidFill>
                <a:srgbClr val="FFFFFF"/>
              </a:solidFill>
              <a:latin typeface="Malgun Gothic" charset="0"/>
              <a:ea typeface="Malgun Gothic" charset="0"/>
            </a:endParaRPr>
          </a:p>
          <a:p>
            <a:pPr marL="342900" indent="-342900" defTabSz="914400">
              <a:lnSpc>
                <a:spcPct val="100000"/>
              </a:lnSpc>
              <a:spcAft>
                <a:spcPts val="901"/>
              </a:spcAft>
              <a:buFont typeface="Symbol"/>
              <a:buChar char=""/>
            </a:pPr>
            <a:r>
              <a:rPr lang="ko-KR" sz="2000" b="1" strike="noStrike">
                <a:solidFill>
                  <a:srgbClr val="FFFFFF"/>
                </a:solidFill>
                <a:latin typeface="Malgun Gothic" charset="0"/>
                <a:ea typeface="Malgun Gothic" charset="0"/>
              </a:rPr>
              <a:t>체육시설 인접 대중교통 정보</a:t>
            </a:r>
            <a:endParaRPr lang="ko-KR" altLang="en-US" sz="2000" b="1" strike="noStrike">
              <a:solidFill>
                <a:srgbClr val="FFFFFF"/>
              </a:solidFill>
              <a:latin typeface="Malgun Gothic" charset="0"/>
              <a:ea typeface="Malgun Gothic" charset="0"/>
            </a:endParaRPr>
          </a:p>
          <a:p>
            <a:pPr marL="342900" indent="-342900" defTabSz="914400">
              <a:lnSpc>
                <a:spcPct val="100000"/>
              </a:lnSpc>
              <a:spcAft>
                <a:spcPts val="901"/>
              </a:spcAft>
              <a:buFont typeface="Symbol"/>
              <a:buChar char=""/>
            </a:pPr>
            <a:r>
              <a:rPr lang="ko-KR" sz="2000" b="1" strike="noStrike">
                <a:solidFill>
                  <a:srgbClr val="FFFFFF"/>
                </a:solidFill>
                <a:latin typeface="Malgun Gothic" charset="0"/>
                <a:ea typeface="Malgun Gothic" charset="0"/>
              </a:rPr>
              <a:t>체육시설 안전점검 정보</a:t>
            </a:r>
            <a:endParaRPr lang="ko-KR" altLang="en-US" sz="2000" b="1" strike="noStrike">
              <a:solidFill>
                <a:srgbClr val="FFFFFF"/>
              </a:solidFill>
              <a:latin typeface="Malgun Gothic" charset="0"/>
              <a:ea typeface="Malgun Gothic" charset="0"/>
            </a:endParaRPr>
          </a:p>
          <a:p>
            <a:pPr marL="342900" indent="-342900" defTabSz="914400">
              <a:lnSpc>
                <a:spcPct val="100000"/>
              </a:lnSpc>
              <a:spcAft>
                <a:spcPts val="901"/>
              </a:spcAft>
              <a:buFont typeface="Symbol"/>
              <a:buChar char=""/>
            </a:pPr>
            <a:r>
              <a:rPr lang="ko-KR" sz="2000" b="1" strike="noStrike">
                <a:solidFill>
                  <a:srgbClr val="FFFFFF"/>
                </a:solidFill>
                <a:latin typeface="Malgun Gothic" charset="0"/>
                <a:ea typeface="Malgun Gothic" charset="0"/>
              </a:rPr>
              <a:t>전국체육시설 현황 데이터</a:t>
            </a:r>
            <a:endParaRPr lang="ko-KR" altLang="en-US" sz="2000" b="1" strike="noStrike">
              <a:solidFill>
                <a:srgbClr val="FFFFFF"/>
              </a:solidFill>
              <a:latin typeface="Malgun Gothic" charset="0"/>
              <a:ea typeface="Malgun Gothic" charset="0"/>
            </a:endParaRPr>
          </a:p>
          <a:p>
            <a:pPr marL="342900" indent="-342900" defTabSz="914400">
              <a:lnSpc>
                <a:spcPct val="100000"/>
              </a:lnSpc>
              <a:spcAft>
                <a:spcPts val="901"/>
              </a:spcAft>
              <a:buFont typeface="Symbol"/>
              <a:buChar char=""/>
            </a:pPr>
            <a:r>
              <a:rPr lang="ko-KR" sz="2000" b="1" strike="noStrike">
                <a:solidFill>
                  <a:srgbClr val="FFFFFF"/>
                </a:solidFill>
                <a:latin typeface="Malgun Gothic" charset="0"/>
                <a:ea typeface="Malgun Gothic" charset="0"/>
              </a:rPr>
              <a:t>위치기반 체력측정 및 운동처방 정보</a:t>
            </a:r>
            <a:endParaRPr lang="ko-KR" altLang="en-US" sz="2000" b="1" strike="noStrike">
              <a:solidFill>
                <a:srgbClr val="FFFFFF"/>
              </a:solidFill>
              <a:latin typeface="Malgun Gothic" charset="0"/>
              <a:ea typeface="Malgun Gothic" charset="0"/>
            </a:endParaRPr>
          </a:p>
          <a:p>
            <a:pPr marL="342900" indent="-342900" defTabSz="914400">
              <a:lnSpc>
                <a:spcPct val="100000"/>
              </a:lnSpc>
              <a:spcAft>
                <a:spcPts val="901"/>
              </a:spcAft>
              <a:buFont typeface="Symbol"/>
              <a:buChar char=""/>
            </a:pPr>
            <a:r>
              <a:rPr lang="ko-KR" sz="2000" b="1" strike="noStrike">
                <a:solidFill>
                  <a:srgbClr val="FFFFFF"/>
                </a:solidFill>
                <a:latin typeface="Malgun Gothic" charset="0"/>
                <a:ea typeface="Malgun Gothic" charset="0"/>
              </a:rPr>
              <a:t>체력 측정별 운동처방 데이터</a:t>
            </a:r>
            <a:endParaRPr lang="ko-KR" altLang="en-US" sz="2000" b="1" strike="noStrike">
              <a:solidFill>
                <a:srgbClr val="FFFFFF"/>
              </a:solidFill>
              <a:latin typeface="Malgun Gothic" charset="0"/>
              <a:ea typeface="Malgun Gothic" charset="0"/>
            </a:endParaRPr>
          </a:p>
        </p:txBody>
      </p:sp>
      <p:sp>
        <p:nvSpPr>
          <p:cNvPr id="243" name="Text 26"/>
          <p:cNvSpPr/>
          <p:nvPr/>
        </p:nvSpPr>
        <p:spPr>
          <a:xfrm>
            <a:off x="548640" y="6199505"/>
            <a:ext cx="11063605" cy="255905"/>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1" lang="ko-KR" sz="1250" spc="-1" strike="noStrike">
                <a:solidFill>
                  <a:srgbClr val="b5654a"/>
                </a:solidFill>
                <a:latin typeface="Malgun Gothic"/>
                <a:ea typeface="Malgun Gothic"/>
              </a:rPr>
              <a:t>시설 위치 </a:t>
            </a:r>
            <a:r>
              <a:rPr b="1" lang="en-US" sz="1250" spc="-1" strike="noStrike">
                <a:solidFill>
                  <a:srgbClr val="b5654a"/>
                </a:solidFill>
                <a:latin typeface="Malgun Gothic"/>
                <a:ea typeface="Malgun Gothic"/>
              </a:rPr>
              <a:t>· </a:t>
            </a:r>
            <a:r>
              <a:rPr b="1" lang="ko-KR" sz="1250" spc="-1" strike="noStrike">
                <a:solidFill>
                  <a:srgbClr val="b5654a"/>
                </a:solidFill>
                <a:latin typeface="Malgun Gothic"/>
                <a:ea typeface="Malgun Gothic"/>
              </a:rPr>
              <a:t>날씨 </a:t>
            </a:r>
            <a:r>
              <a:rPr b="1" lang="en-US" sz="1250" spc="-1" strike="noStrike">
                <a:solidFill>
                  <a:srgbClr val="b5654a"/>
                </a:solidFill>
                <a:latin typeface="Malgun Gothic"/>
                <a:ea typeface="Malgun Gothic"/>
              </a:rPr>
              <a:t>· </a:t>
            </a:r>
            <a:r>
              <a:rPr b="1" lang="ko-KR" sz="1250" spc="-1" strike="noStrike">
                <a:solidFill>
                  <a:srgbClr val="b5654a"/>
                </a:solidFill>
                <a:latin typeface="Malgun Gothic"/>
                <a:ea typeface="Malgun Gothic"/>
              </a:rPr>
              <a:t>대기질 </a:t>
            </a:r>
            <a:r>
              <a:rPr b="1" lang="en-US" sz="1250" spc="-1" strike="noStrike">
                <a:solidFill>
                  <a:srgbClr val="b5654a"/>
                </a:solidFill>
                <a:latin typeface="Malgun Gothic"/>
                <a:ea typeface="Malgun Gothic"/>
              </a:rPr>
              <a:t>· </a:t>
            </a:r>
            <a:r>
              <a:rPr b="1" lang="ko-KR" sz="1250" spc="-1" strike="noStrike">
                <a:solidFill>
                  <a:srgbClr val="b5654a"/>
                </a:solidFill>
                <a:latin typeface="Malgun Gothic"/>
                <a:ea typeface="Malgun Gothic"/>
              </a:rPr>
              <a:t>운영정보 </a:t>
            </a:r>
            <a:r>
              <a:rPr b="1" lang="en-US" sz="1250" spc="-1" strike="noStrike">
                <a:solidFill>
                  <a:srgbClr val="b5654a"/>
                </a:solidFill>
                <a:latin typeface="Malgun Gothic"/>
                <a:ea typeface="Malgun Gothic"/>
              </a:rPr>
              <a:t>· </a:t>
            </a:r>
            <a:r>
              <a:rPr b="1" lang="ko-KR" sz="1250" spc="-1" strike="noStrike">
                <a:solidFill>
                  <a:srgbClr val="b5654a"/>
                </a:solidFill>
                <a:latin typeface="Malgun Gothic"/>
                <a:ea typeface="Malgun Gothic"/>
              </a:rPr>
              <a:t>프로그램 </a:t>
            </a:r>
            <a:r>
              <a:rPr b="1" lang="en-US" sz="1250" spc="-1" strike="noStrike">
                <a:solidFill>
                  <a:srgbClr val="b5654a"/>
                </a:solidFill>
                <a:latin typeface="Malgun Gothic"/>
                <a:ea typeface="Malgun Gothic"/>
              </a:rPr>
              <a:t>· </a:t>
            </a:r>
            <a:r>
              <a:rPr b="1" lang="ko-KR" sz="1250" spc="-1" strike="noStrike">
                <a:solidFill>
                  <a:srgbClr val="b5654a"/>
                </a:solidFill>
                <a:latin typeface="Malgun Gothic"/>
                <a:ea typeface="Malgun Gothic"/>
              </a:rPr>
              <a:t>대중교통 </a:t>
            </a:r>
            <a:r>
              <a:rPr b="1" lang="en-US" sz="1250" spc="-1" strike="noStrike">
                <a:solidFill>
                  <a:srgbClr val="b5654a"/>
                </a:solidFill>
                <a:latin typeface="Malgun Gothic"/>
                <a:ea typeface="Malgun Gothic"/>
              </a:rPr>
              <a:t>· </a:t>
            </a:r>
            <a:r>
              <a:rPr b="1" lang="ko-KR" sz="1250" spc="-1" strike="noStrike">
                <a:solidFill>
                  <a:srgbClr val="b5654a"/>
                </a:solidFill>
                <a:latin typeface="Malgun Gothic"/>
                <a:ea typeface="Malgun Gothic"/>
              </a:rPr>
              <a:t>안전점검까지 — 여러 공공데이터를 결합하는 구조</a:t>
            </a:r>
            <a:endParaRPr b="0" lang="en-US" sz="1250" spc="-1" strike="noStrike">
              <a:solidFill>
                <a:srgbClr val="000000"/>
              </a:solidFill>
              <a:latin typeface="Noto Sans KR"/>
            </a:endParaRPr>
          </a:p>
        </p:txBody>
      </p:sp>
      <p:sp>
        <p:nvSpPr>
          <p:cNvPr id="244" name="도형 2"/>
          <p:cNvSpPr>
            <a:spLocks/>
          </p:cNvSpPr>
          <p:nvPr/>
        </p:nvSpPr>
        <p:spPr>
          <a:xfrm rot="0">
            <a:off x="11182985" y="6446520"/>
            <a:ext cx="457200" cy="228600"/>
          </a:xfrm>
          <a:prstGeom prst="rect"/>
          <a:noFill/>
          <a:ln>
            <a:noFill/>
            <a:prstDash/>
          </a:ln>
        </p:spPr>
        <p:style>
          <a:lnRef idx="0"/>
          <a:fillRef idx="0"/>
          <a:effectRef idx="0"/>
          <a:fontRef idx="minor"/>
        </p:style>
        <p:txBody>
          <a:bodyPr wrap="square" lIns="0" tIns="0" rIns="0" bIns="0" numCol="1" vert="horz" anchor="t">
            <a:noAutofit/>
          </a:bodyPr>
          <a:lstStyle/>
          <a:p>
            <a:pPr marL="0" indent="0" algn="r" defTabSz="914400">
              <a:lnSpc>
                <a:spcPct val="100000"/>
              </a:lnSpc>
              <a:buFontTx/>
              <a:buNone/>
              <a:tabLst>
                <a:tab pos="0" algn="l"/>
              </a:tabLst>
            </a:pPr>
            <a:r>
              <a:rPr lang="en-US" sz="900" b="1" strike="noStrike">
                <a:solidFill>
                  <a:srgbClr val="9A907C"/>
                </a:solidFill>
                <a:latin typeface="Malgun Gothic" charset="0"/>
                <a:ea typeface="Malgun Gothic" charset="0"/>
              </a:rPr>
              <a:t>09</a:t>
            </a:r>
            <a:r>
              <a:rPr lang="ko-KR" sz="900" b="1" strike="noStrike">
                <a:solidFill>
                  <a:srgbClr val="9A907C"/>
                </a:solidFill>
                <a:latin typeface="Malgun Gothic" charset="0"/>
                <a:ea typeface="Malgun Gothic" charset="0"/>
              </a:rPr>
              <a:t/>
            </a:r>
            <a:endParaRPr lang="ko-KR" altLang="en-US" sz="900" b="1" strike="noStrike">
              <a:solidFill>
                <a:srgbClr val="9A907C"/>
              </a:solidFill>
              <a:latin typeface="Malgun Gothic" charset="0"/>
              <a:ea typeface="Malgun Gothic" charset="0"/>
            </a:endParaRPr>
          </a:p>
        </p:txBody>
      </p:sp>
    </p:spTree>
  </p:cSld>
  <mc:AlternateContent xmlns:mc="http://schemas.openxmlformats.org/markup-compatibility/2006">
    <mc:Choice xmlns:p14="http://schemas.microsoft.com/office/powerpoint/2010/main" Requires="p14">
      <p:transition spd="slow" p14:dur="2000"/>
    </mc:Choice>
    <mc:Fallback>
      <p:transition spd="slow"/>
    </mc:Fallback>
  </mc:AlternateContent>
  <p:timing>
    <p:tnLst>
      <p:par>
        <p:cTn id="1" dur="indefinite" restart="never" nodeType="tmRoot"/>
      </p:par>
    </p:tnLst>
  </p:timing>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7F1E6"/>
        </a:solidFill>
      </p:bgPr>
    </p:bg>
    <p:spTree>
      <p:nvGrpSpPr>
        <p:cNvPr id="1" name=""/>
        <p:cNvGrpSpPr/>
        <p:nvPr/>
      </p:nvGrpSpPr>
      <p:grpSpPr>
        <a:xfrm>
          <a:off x="0" y="0"/>
          <a:ext cx="0" cy="0"/>
          <a:chOff x="0" y="0"/>
          <a:chExt cx="0" cy="0"/>
        </a:xfrm>
      </p:grpSpPr>
      <p:sp>
        <p:nvSpPr>
          <p:cNvPr id="244" name="Shape 0"/>
          <p:cNvSpPr/>
          <p:nvPr/>
        </p:nvSpPr>
        <p:spPr>
          <a:xfrm>
            <a:off x="548640" y="384175"/>
            <a:ext cx="383540" cy="383540"/>
          </a:xfrm>
          <a:prstGeom prst="ellipse">
            <a:avLst/>
          </a:prstGeom>
          <a:solidFill>
            <a:srgbClr val="2e5a46"/>
          </a:solidFill>
          <a:ln w="12700">
            <a:solidFill>
              <a:srgbClr val="2e5a46"/>
            </a:solidFill>
            <a:round/>
          </a:ln>
        </p:spPr>
        <p:style>
          <a:lnRef idx="0"/>
          <a:fillRef idx="0"/>
          <a:effectRef idx="0"/>
          <a:fontRef idx="minor"/>
        </p:style>
        <p:txBody>
          <a:bodyPr lIns="90000" rIns="90000" tIns="45000" bIns="45000" anchor="t">
            <a:noAutofit/>
          </a:bodyPr>
          <a:p>
            <a:endParaRPr b="0" lang="en-US" sz="1800" spc="-1" strike="noStrike">
              <a:solidFill>
                <a:srgbClr val="000000"/>
              </a:solidFill>
              <a:latin typeface="Noto Sans KR"/>
            </a:endParaRPr>
          </a:p>
        </p:txBody>
      </p:sp>
      <p:sp>
        <p:nvSpPr>
          <p:cNvPr id="245" name="Text 1"/>
          <p:cNvSpPr/>
          <p:nvPr/>
        </p:nvSpPr>
        <p:spPr>
          <a:xfrm>
            <a:off x="548640" y="384175"/>
            <a:ext cx="383540" cy="38354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300" spc="-1" strike="noStrike">
                <a:solidFill>
                  <a:srgbClr val="ffffff"/>
                </a:solidFill>
                <a:latin typeface="Malgun Gothic"/>
                <a:ea typeface="Malgun Gothic"/>
              </a:rPr>
              <a:t>04</a:t>
            </a:r>
            <a:endParaRPr b="0" lang="en-US" sz="1300" spc="-1" strike="noStrike">
              <a:solidFill>
                <a:srgbClr val="000000"/>
              </a:solidFill>
              <a:latin typeface="Noto Sans KR"/>
            </a:endParaRPr>
          </a:p>
        </p:txBody>
      </p:sp>
      <p:sp>
        <p:nvSpPr>
          <p:cNvPr id="246" name="Text 2"/>
          <p:cNvSpPr/>
          <p:nvPr/>
        </p:nvSpPr>
        <p:spPr>
          <a:xfrm>
            <a:off x="1042670" y="384175"/>
            <a:ext cx="5485765" cy="3835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400" spc="199" strike="noStrike">
                <a:solidFill>
                  <a:srgbClr val="b5654a"/>
                </a:solidFill>
                <a:latin typeface="Malgun Gothic"/>
                <a:ea typeface="Malgun Gothic"/>
              </a:rPr>
              <a:t>SCORE · </a:t>
            </a:r>
            <a:r>
              <a:rPr b="1" lang="ko-KR" sz="1400" spc="199" strike="noStrike">
                <a:solidFill>
                  <a:srgbClr val="b5654a"/>
                </a:solidFill>
                <a:latin typeface="Malgun Gothic"/>
                <a:ea typeface="Malgun Gothic"/>
              </a:rPr>
              <a:t>추천 점수</a:t>
            </a:r>
            <a:endParaRPr b="0" lang="en-US" sz="1400" spc="-1" strike="noStrike">
              <a:solidFill>
                <a:srgbClr val="000000"/>
              </a:solidFill>
              <a:latin typeface="Noto Sans KR"/>
            </a:endParaRPr>
          </a:p>
        </p:txBody>
      </p:sp>
      <p:sp>
        <p:nvSpPr>
          <p:cNvPr id="247" name="Text 3"/>
          <p:cNvSpPr/>
          <p:nvPr/>
        </p:nvSpPr>
        <p:spPr>
          <a:xfrm>
            <a:off x="548640" y="895985"/>
            <a:ext cx="11063605" cy="730885"/>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ko-KR" sz="3400" spc="-1" strike="noStrike">
                <a:solidFill>
                  <a:srgbClr val="1e2621"/>
                </a:solidFill>
                <a:latin typeface="Malgun Gothic"/>
                <a:ea typeface="Malgun Gothic"/>
              </a:rPr>
              <a:t>그 데이터를</a:t>
            </a:r>
            <a:r>
              <a:rPr b="1" lang="en-US" sz="3400" spc="-1" strike="noStrike">
                <a:solidFill>
                  <a:srgbClr val="1e2621"/>
                </a:solidFill>
                <a:latin typeface="Malgun Gothic"/>
                <a:ea typeface="Malgun Gothic"/>
              </a:rPr>
              <a:t>, </a:t>
            </a:r>
            <a:r>
              <a:rPr b="1" lang="ko-KR" sz="3400" spc="-1" strike="noStrike">
                <a:solidFill>
                  <a:srgbClr val="1e2621"/>
                </a:solidFill>
                <a:latin typeface="Malgun Gothic"/>
                <a:ea typeface="Malgun Gothic"/>
              </a:rPr>
              <a:t>추천에 어떻게 반영했을까요</a:t>
            </a:r>
            <a:r>
              <a:rPr b="1" lang="en-US" sz="3400" spc="-1" strike="noStrike">
                <a:solidFill>
                  <a:srgbClr val="1e2621"/>
                </a:solidFill>
                <a:latin typeface="Malgun Gothic"/>
                <a:ea typeface="Malgun Gothic"/>
              </a:rPr>
              <a:t>?</a:t>
            </a:r>
            <a:endParaRPr b="0" lang="en-US" sz="3400" spc="-1" strike="noStrike">
              <a:solidFill>
                <a:srgbClr val="000000"/>
              </a:solidFill>
              <a:latin typeface="Noto Sans KR"/>
            </a:endParaRPr>
          </a:p>
        </p:txBody>
      </p:sp>
      <p:sp>
        <p:nvSpPr>
          <p:cNvPr id="248" name="Shape 4"/>
          <p:cNvSpPr>
            <a:spLocks/>
          </p:cNvSpPr>
          <p:nvPr/>
        </p:nvSpPr>
        <p:spPr>
          <a:xfrm rot="0">
            <a:off x="548640" y="1810385"/>
            <a:ext cx="2011680" cy="1051560"/>
          </a:xfrm>
          <a:prstGeom prst="roundRect">
            <a:avLst>
              <a:gd name="adj" fmla="val 12174"/>
            </a:avLst>
          </a:prstGeom>
          <a:solidFill>
            <a:srgbClr val="EADFCB"/>
          </a:solidFill>
          <a:ln w="12700" cap="flat" cmpd="sng">
            <a:solidFill>
              <a:srgbClr val="EADFCB">
                <a:alpha val="100000"/>
              </a:srgbClr>
            </a:solidFill>
            <a:prstDash val="solid"/>
            <a:round/>
          </a:ln>
          <a:effectLst>
            <a:outerShdw sx="100000" sy="100000" blurRad="101520" dist="25560" dir="5400000" rotWithShape="0" algn="bl">
              <a:srgbClr val="8A7A5C">
                <a:alpha val="17647"/>
              </a:srgbClr>
            </a:outerShdw>
          </a:effectLst>
        </p:spPr>
        <p:style>
          <a:lnRef idx="0"/>
          <a:fillRef idx="0"/>
          <a:effectRef idx="0"/>
          <a:fontRef idx="minor"/>
        </p:style>
        <p:txBody>
          <a:bodyPr wrap="square" lIns="90170" tIns="45085" rIns="90170" bIns="45085" numCol="1" vert="horz" anchor="t">
            <a:noAutofit/>
          </a:bodyPr>
          <a:lstStyle/>
          <a:p>
            <a:pPr marL="0" indent="0">
              <a:buFontTx/>
              <a:buNone/>
            </a:pPr>
            <a:endParaRPr lang="ko-KR" altLang="en-US" sz="1800" b="0" strike="noStrike">
              <a:solidFill>
                <a:srgbClr val="000000"/>
              </a:solidFill>
              <a:latin typeface="Noto Sans KR" charset="0"/>
            </a:endParaRPr>
          </a:p>
        </p:txBody>
      </p:sp>
      <p:grpSp>
        <p:nvGrpSpPr>
          <p:cNvPr id="295" name="그룹 9"/>
          <p:cNvGrpSpPr>
            <a:grpSpLocks/>
          </p:cNvGrpSpPr>
          <p:nvPr/>
        </p:nvGrpSpPr>
        <p:grpSpPr>
          <a:xfrm rot="0">
            <a:off x="640080" y="2016125"/>
            <a:ext cx="1828800" cy="841375"/>
            <a:chOff x="640080" y="2016125"/>
            <a:chExt cx="1828800" cy="841375"/>
          </a:xfrm>
        </p:grpSpPr>
        <p:sp>
          <p:nvSpPr>
            <p:cNvPr id="249" name="Text 5"/>
            <p:cNvSpPr>
              <a:spLocks/>
            </p:cNvSpPr>
            <p:nvPr/>
          </p:nvSpPr>
          <p:spPr>
            <a:xfrm rot="0">
              <a:off x="685800" y="2016125"/>
              <a:ext cx="1737360" cy="411480"/>
            </a:xfrm>
            <a:prstGeom prst="rect"/>
            <a:noFill/>
            <a:ln>
              <a:noFill/>
              <a:prstDash/>
            </a:ln>
          </p:spPr>
          <p:style>
            <a:lnRef idx="0"/>
            <a:fillRef idx="0"/>
            <a:effectRef idx="0"/>
            <a:fontRef idx="minor"/>
          </p:style>
          <p:txBody>
            <a:bodyPr wrap="square" lIns="0" tIns="0" rIns="0" bIns="0" numCol="1" vert="horz" anchor="t">
              <a:noAutofit/>
            </a:bodyPr>
            <a:lstStyle/>
            <a:p>
              <a:pPr marL="0" indent="0" algn="ctr" defTabSz="914400">
                <a:lnSpc>
                  <a:spcPct val="100000"/>
                </a:lnSpc>
                <a:buFontTx/>
                <a:buNone/>
                <a:tabLst>
                  <a:tab pos="0" algn="l"/>
                </a:tabLst>
              </a:pPr>
              <a:r>
                <a:rPr lang="ko-KR" sz="1800" b="1" strike="noStrike">
                  <a:solidFill>
                    <a:srgbClr val="1E2621"/>
                  </a:solidFill>
                  <a:latin typeface="Malgun Gothic" charset="0"/>
                  <a:ea typeface="Malgun Gothic" charset="0"/>
                </a:rPr>
                <a:t>후보 거르기</a:t>
              </a:r>
              <a:endParaRPr lang="ko-KR" altLang="en-US" sz="1800" b="1" strike="noStrike">
                <a:solidFill>
                  <a:srgbClr val="1E2621"/>
                </a:solidFill>
                <a:latin typeface="Malgun Gothic" charset="0"/>
                <a:ea typeface="Malgun Gothic" charset="0"/>
              </a:endParaRPr>
            </a:p>
          </p:txBody>
        </p:sp>
        <p:sp>
          <p:nvSpPr>
            <p:cNvPr id="250" name="Text 6"/>
            <p:cNvSpPr>
              <a:spLocks/>
            </p:cNvSpPr>
            <p:nvPr/>
          </p:nvSpPr>
          <p:spPr>
            <a:xfrm rot="0">
              <a:off x="640080" y="2446020"/>
              <a:ext cx="1828800" cy="411480"/>
            </a:xfrm>
            <a:prstGeom prst="rect"/>
            <a:noFill/>
            <a:ln>
              <a:noFill/>
              <a:prstDash/>
            </a:ln>
          </p:spPr>
          <p:style>
            <a:lnRef idx="0"/>
            <a:fillRef idx="0"/>
            <a:effectRef idx="0"/>
            <a:fontRef idx="minor"/>
          </p:style>
          <p:txBody>
            <a:bodyPr wrap="square" lIns="0" tIns="0" rIns="0" bIns="0" numCol="1" vert="horz" anchor="t">
              <a:noAutofit/>
            </a:bodyPr>
            <a:lstStyle/>
            <a:p>
              <a:pPr marL="0" indent="0" algn="ctr" defTabSz="914400">
                <a:lnSpc>
                  <a:spcPct val="100000"/>
                </a:lnSpc>
                <a:buFontTx/>
                <a:buNone/>
                <a:tabLst>
                  <a:tab pos="0" algn="l"/>
                </a:tabLst>
              </a:pPr>
              <a:r>
                <a:rPr lang="ko-KR" sz="1200" b="1" strike="noStrike">
                  <a:solidFill>
                    <a:srgbClr val="1E2621"/>
                  </a:solidFill>
                  <a:latin typeface="Malgun Gothic" charset="0"/>
                  <a:ea typeface="Malgun Gothic" charset="0"/>
                </a:rPr>
                <a:t>운동 종목 </a:t>
              </a:r>
              <a:r>
                <a:rPr lang="en-US" sz="1200" b="1" strike="noStrike">
                  <a:solidFill>
                    <a:srgbClr val="1E2621"/>
                  </a:solidFill>
                  <a:latin typeface="Malgun Gothic" charset="0"/>
                  <a:ea typeface="Malgun Gothic" charset="0"/>
                </a:rPr>
                <a:t>· </a:t>
              </a:r>
              <a:r>
                <a:rPr lang="ko-KR" sz="1200" b="1" strike="noStrike">
                  <a:solidFill>
                    <a:srgbClr val="1E2621"/>
                  </a:solidFill>
                  <a:latin typeface="Malgun Gothic" charset="0"/>
                  <a:ea typeface="Malgun Gothic" charset="0"/>
                </a:rPr>
                <a:t>최대 이동시간</a:t>
              </a:r>
              <a:endParaRPr lang="ko-KR" altLang="en-US" sz="1200" b="1" strike="noStrike">
                <a:solidFill>
                  <a:srgbClr val="1E2621"/>
                </a:solidFill>
                <a:latin typeface="Malgun Gothic" charset="0"/>
                <a:ea typeface="Malgun Gothic" charset="0"/>
              </a:endParaRPr>
            </a:p>
          </p:txBody>
        </p:sp>
      </p:grpSp>
      <p:sp>
        <p:nvSpPr>
          <p:cNvPr id="251" name="Shape 7"/>
          <p:cNvSpPr>
            <a:spLocks/>
          </p:cNvSpPr>
          <p:nvPr/>
        </p:nvSpPr>
        <p:spPr>
          <a:xfrm rot="0">
            <a:off x="2816225" y="1810385"/>
            <a:ext cx="2011680" cy="1051560"/>
          </a:xfrm>
          <a:prstGeom prst="roundRect">
            <a:avLst>
              <a:gd name="adj" fmla="val 12174"/>
            </a:avLst>
          </a:prstGeom>
          <a:solidFill>
            <a:srgbClr val="2E5A46"/>
          </a:solidFill>
          <a:ln w="12700" cap="flat" cmpd="sng">
            <a:solidFill>
              <a:srgbClr val="2E5A46">
                <a:alpha val="100000"/>
              </a:srgbClr>
            </a:solidFill>
            <a:prstDash val="solid"/>
            <a:round/>
          </a:ln>
          <a:effectLst>
            <a:outerShdw sx="100000" sy="100000" blurRad="101520" dist="25560" dir="5400000" rotWithShape="0" algn="bl">
              <a:srgbClr val="8A7A5C">
                <a:alpha val="17647"/>
              </a:srgbClr>
            </a:outerShdw>
          </a:effectLst>
        </p:spPr>
        <p:style>
          <a:lnRef idx="0"/>
          <a:fillRef idx="0"/>
          <a:effectRef idx="0"/>
          <a:fontRef idx="minor"/>
        </p:style>
        <p:txBody>
          <a:bodyPr wrap="square" lIns="90170" tIns="45085" rIns="90170" bIns="45085" numCol="1" vert="horz" anchor="t">
            <a:noAutofit/>
          </a:bodyPr>
          <a:lstStyle/>
          <a:p>
            <a:pPr marL="0" indent="0">
              <a:buFontTx/>
              <a:buNone/>
            </a:pPr>
            <a:endParaRPr lang="ko-KR" altLang="en-US" sz="1800" b="0" strike="noStrike">
              <a:solidFill>
                <a:srgbClr val="000000"/>
              </a:solidFill>
              <a:latin typeface="Noto Sans KR" charset="0"/>
            </a:endParaRPr>
          </a:p>
        </p:txBody>
      </p:sp>
      <p:grpSp>
        <p:nvGrpSpPr>
          <p:cNvPr id="296" name="그룹 10"/>
          <p:cNvGrpSpPr>
            <a:grpSpLocks/>
          </p:cNvGrpSpPr>
          <p:nvPr/>
        </p:nvGrpSpPr>
        <p:grpSpPr>
          <a:xfrm rot="0">
            <a:off x="2907665" y="2016125"/>
            <a:ext cx="1828800" cy="841375"/>
            <a:chOff x="2907665" y="2016125"/>
            <a:chExt cx="1828800" cy="841375"/>
          </a:xfrm>
        </p:grpSpPr>
        <p:sp>
          <p:nvSpPr>
            <p:cNvPr id="252" name="Text 8"/>
            <p:cNvSpPr>
              <a:spLocks/>
            </p:cNvSpPr>
            <p:nvPr/>
          </p:nvSpPr>
          <p:spPr>
            <a:xfrm rot="0">
              <a:off x="2953385" y="2016125"/>
              <a:ext cx="1737360" cy="411480"/>
            </a:xfrm>
            <a:prstGeom prst="rect"/>
            <a:noFill/>
            <a:ln>
              <a:noFill/>
              <a:prstDash/>
            </a:ln>
          </p:spPr>
          <p:style>
            <a:lnRef idx="0"/>
            <a:fillRef idx="0"/>
            <a:effectRef idx="0"/>
            <a:fontRef idx="minor"/>
          </p:style>
          <p:txBody>
            <a:bodyPr wrap="square" lIns="0" tIns="0" rIns="0" bIns="0" numCol="1" vert="horz" anchor="t">
              <a:noAutofit/>
            </a:bodyPr>
            <a:lstStyle/>
            <a:p>
              <a:pPr marL="0" indent="0" algn="ctr" defTabSz="914400">
                <a:lnSpc>
                  <a:spcPct val="100000"/>
                </a:lnSpc>
                <a:buFontTx/>
                <a:buNone/>
                <a:tabLst>
                  <a:tab pos="0" algn="l"/>
                </a:tabLst>
              </a:pPr>
              <a:r>
                <a:rPr lang="ko-KR" sz="1800" b="1" strike="noStrike">
                  <a:solidFill>
                    <a:srgbClr val="FFFFFF"/>
                  </a:solidFill>
                  <a:latin typeface="Malgun Gothic" charset="0"/>
                  <a:ea typeface="Malgun Gothic" charset="0"/>
                </a:rPr>
                <a:t>기본 </a:t>
              </a:r>
              <a:r>
                <a:rPr lang="en-US" sz="1800" b="1" strike="noStrike">
                  <a:solidFill>
                    <a:srgbClr val="FFFFFF"/>
                  </a:solidFill>
                  <a:latin typeface="Malgun Gothic" charset="0"/>
                  <a:ea typeface="Malgun Gothic" charset="0"/>
                </a:rPr>
                <a:t>45</a:t>
              </a:r>
              <a:r>
                <a:rPr lang="ko-KR" sz="1800" b="1" strike="noStrike">
                  <a:solidFill>
                    <a:srgbClr val="FFFFFF"/>
                  </a:solidFill>
                  <a:latin typeface="Malgun Gothic" charset="0"/>
                  <a:ea typeface="Malgun Gothic" charset="0"/>
                </a:rPr>
                <a:t>점</a:t>
              </a:r>
              <a:endParaRPr lang="ko-KR" altLang="en-US" sz="1800" b="1" strike="noStrike">
                <a:solidFill>
                  <a:srgbClr val="FFFFFF"/>
                </a:solidFill>
                <a:latin typeface="Malgun Gothic" charset="0"/>
                <a:ea typeface="Malgun Gothic" charset="0"/>
              </a:endParaRPr>
            </a:p>
          </p:txBody>
        </p:sp>
        <p:sp>
          <p:nvSpPr>
            <p:cNvPr id="253" name="Text 9"/>
            <p:cNvSpPr>
              <a:spLocks/>
            </p:cNvSpPr>
            <p:nvPr/>
          </p:nvSpPr>
          <p:spPr>
            <a:xfrm rot="0">
              <a:off x="2907665" y="2446020"/>
              <a:ext cx="1828800" cy="411480"/>
            </a:xfrm>
            <a:prstGeom prst="rect"/>
            <a:noFill/>
            <a:ln>
              <a:noFill/>
              <a:prstDash/>
            </a:ln>
          </p:spPr>
          <p:style>
            <a:lnRef idx="0"/>
            <a:fillRef idx="0"/>
            <a:effectRef idx="0"/>
            <a:fontRef idx="minor"/>
          </p:style>
          <p:txBody>
            <a:bodyPr wrap="square" lIns="0" tIns="0" rIns="0" bIns="0" numCol="1" vert="horz" anchor="t">
              <a:noAutofit/>
            </a:bodyPr>
            <a:lstStyle/>
            <a:p>
              <a:pPr marL="0" indent="0" algn="ctr" defTabSz="914400">
                <a:lnSpc>
                  <a:spcPct val="100000"/>
                </a:lnSpc>
                <a:buFontTx/>
                <a:buNone/>
                <a:tabLst>
                  <a:tab pos="0" algn="l"/>
                </a:tabLst>
              </a:pPr>
              <a:r>
                <a:rPr lang="ko-KR" sz="1200" b="1" strike="noStrike">
                  <a:solidFill>
                    <a:srgbClr val="FFFFFF"/>
                  </a:solidFill>
                  <a:latin typeface="Malgun Gothic" charset="0"/>
                  <a:ea typeface="Malgun Gothic" charset="0"/>
                </a:rPr>
                <a:t>모든 후보 공통</a:t>
              </a:r>
              <a:endParaRPr lang="ko-KR" altLang="en-US" sz="1200" b="1" strike="noStrike">
                <a:solidFill>
                  <a:srgbClr val="FFFFFF"/>
                </a:solidFill>
                <a:latin typeface="Malgun Gothic" charset="0"/>
                <a:ea typeface="Malgun Gothic" charset="0"/>
              </a:endParaRPr>
            </a:p>
          </p:txBody>
        </p:sp>
      </p:grpSp>
      <p:sp>
        <p:nvSpPr>
          <p:cNvPr id="254" name="Shape 10"/>
          <p:cNvSpPr>
            <a:spLocks/>
          </p:cNvSpPr>
          <p:nvPr/>
        </p:nvSpPr>
        <p:spPr>
          <a:xfrm rot="0">
            <a:off x="5083810" y="1810385"/>
            <a:ext cx="2011680" cy="1051560"/>
          </a:xfrm>
          <a:prstGeom prst="roundRect">
            <a:avLst>
              <a:gd name="adj" fmla="val 12174"/>
            </a:avLst>
          </a:prstGeom>
          <a:solidFill>
            <a:srgbClr val="2E5A46"/>
          </a:solidFill>
          <a:ln w="12700" cap="flat" cmpd="sng">
            <a:solidFill>
              <a:srgbClr val="2E5A46">
                <a:alpha val="100000"/>
              </a:srgbClr>
            </a:solidFill>
            <a:prstDash val="solid"/>
            <a:round/>
          </a:ln>
          <a:effectLst>
            <a:outerShdw sx="100000" sy="100000" blurRad="101520" dist="25560" dir="5400000" rotWithShape="0" algn="bl">
              <a:srgbClr val="8A7A5C">
                <a:alpha val="17647"/>
              </a:srgbClr>
            </a:outerShdw>
          </a:effectLst>
        </p:spPr>
        <p:style>
          <a:lnRef idx="0"/>
          <a:fillRef idx="0"/>
          <a:effectRef idx="0"/>
          <a:fontRef idx="minor"/>
        </p:style>
        <p:txBody>
          <a:bodyPr wrap="square" lIns="90170" tIns="45085" rIns="90170" bIns="45085" numCol="1" vert="horz" anchor="t">
            <a:noAutofit/>
          </a:bodyPr>
          <a:lstStyle/>
          <a:p>
            <a:pPr marL="0" indent="0">
              <a:buFontTx/>
              <a:buNone/>
            </a:pPr>
            <a:endParaRPr lang="ko-KR" altLang="en-US" sz="1800" b="0" strike="noStrike">
              <a:solidFill>
                <a:srgbClr val="000000"/>
              </a:solidFill>
              <a:latin typeface="Noto Sans KR" charset="0"/>
            </a:endParaRPr>
          </a:p>
        </p:txBody>
      </p:sp>
      <p:grpSp>
        <p:nvGrpSpPr>
          <p:cNvPr id="297" name="그룹 11"/>
          <p:cNvGrpSpPr>
            <a:grpSpLocks/>
          </p:cNvGrpSpPr>
          <p:nvPr/>
        </p:nvGrpSpPr>
        <p:grpSpPr>
          <a:xfrm rot="0">
            <a:off x="5175250" y="2016125"/>
            <a:ext cx="1828800" cy="841375"/>
            <a:chOff x="5175250" y="2016125"/>
            <a:chExt cx="1828800" cy="841375"/>
          </a:xfrm>
        </p:grpSpPr>
        <p:sp>
          <p:nvSpPr>
            <p:cNvPr id="255" name="Text 11"/>
            <p:cNvSpPr>
              <a:spLocks/>
            </p:cNvSpPr>
            <p:nvPr/>
          </p:nvSpPr>
          <p:spPr>
            <a:xfrm rot="0">
              <a:off x="5220970" y="2016125"/>
              <a:ext cx="1737360" cy="411480"/>
            </a:xfrm>
            <a:prstGeom prst="rect"/>
            <a:noFill/>
            <a:ln>
              <a:noFill/>
              <a:prstDash/>
            </a:ln>
          </p:spPr>
          <p:style>
            <a:lnRef idx="0"/>
            <a:fillRef idx="0"/>
            <a:effectRef idx="0"/>
            <a:fontRef idx="minor"/>
          </p:style>
          <p:txBody>
            <a:bodyPr wrap="square" lIns="0" tIns="0" rIns="0" bIns="0" numCol="1" vert="horz" anchor="t">
              <a:noAutofit/>
            </a:bodyPr>
            <a:lstStyle/>
            <a:p>
              <a:pPr marL="0" indent="0" algn="ctr" defTabSz="914400">
                <a:lnSpc>
                  <a:spcPct val="100000"/>
                </a:lnSpc>
                <a:buFontTx/>
                <a:buNone/>
                <a:tabLst>
                  <a:tab pos="0" algn="l"/>
                </a:tabLst>
              </a:pPr>
              <a:r>
                <a:rPr lang="en-US" sz="1800" b="1" strike="noStrike">
                  <a:solidFill>
                    <a:srgbClr val="FFFFFF"/>
                  </a:solidFill>
                  <a:latin typeface="Malgun Gothic" charset="0"/>
                  <a:ea typeface="Malgun Gothic" charset="0"/>
                </a:rPr>
                <a:t>+ </a:t>
              </a:r>
              <a:r>
                <a:rPr lang="ko-KR" sz="1800" b="1" strike="noStrike">
                  <a:solidFill>
                    <a:srgbClr val="FFFFFF"/>
                  </a:solidFill>
                  <a:latin typeface="Malgun Gothic" charset="0"/>
                  <a:ea typeface="Malgun Gothic" charset="0"/>
                </a:rPr>
                <a:t>거리 점수</a:t>
              </a:r>
              <a:endParaRPr lang="ko-KR" altLang="en-US" sz="1800" b="1" strike="noStrike">
                <a:solidFill>
                  <a:srgbClr val="FFFFFF"/>
                </a:solidFill>
                <a:latin typeface="Malgun Gothic" charset="0"/>
                <a:ea typeface="Malgun Gothic" charset="0"/>
              </a:endParaRPr>
            </a:p>
          </p:txBody>
        </p:sp>
        <p:sp>
          <p:nvSpPr>
            <p:cNvPr id="256" name="Text 12"/>
            <p:cNvSpPr>
              <a:spLocks/>
            </p:cNvSpPr>
            <p:nvPr/>
          </p:nvSpPr>
          <p:spPr>
            <a:xfrm rot="0">
              <a:off x="5175250" y="2446020"/>
              <a:ext cx="1828800" cy="411480"/>
            </a:xfrm>
            <a:prstGeom prst="rect"/>
            <a:noFill/>
            <a:ln>
              <a:noFill/>
              <a:prstDash/>
            </a:ln>
          </p:spPr>
          <p:style>
            <a:lnRef idx="0"/>
            <a:fillRef idx="0"/>
            <a:effectRef idx="0"/>
            <a:fontRef idx="minor"/>
          </p:style>
          <p:txBody>
            <a:bodyPr wrap="square" lIns="0" tIns="0" rIns="0" bIns="0" numCol="1" vert="horz" anchor="t">
              <a:noAutofit/>
            </a:bodyPr>
            <a:lstStyle/>
            <a:p>
              <a:pPr marL="0" indent="0" algn="ctr" defTabSz="914400">
                <a:lnSpc>
                  <a:spcPct val="100000"/>
                </a:lnSpc>
                <a:buFontTx/>
                <a:buNone/>
                <a:tabLst>
                  <a:tab pos="0" algn="l"/>
                </a:tabLst>
              </a:pPr>
              <a:r>
                <a:rPr lang="en-US" sz="1200" b="1" strike="noStrike">
                  <a:solidFill>
                    <a:srgbClr val="FFFFFF"/>
                  </a:solidFill>
                  <a:latin typeface="Malgun Gothic" charset="0"/>
                  <a:ea typeface="Malgun Gothic" charset="0"/>
                </a:rPr>
                <a:t>max(0, 40 – km × 18)</a:t>
              </a:r>
              <a:endParaRPr lang="ko-KR" altLang="en-US" sz="1200" b="1" strike="noStrike">
                <a:solidFill>
                  <a:srgbClr val="FFFFFF"/>
                </a:solidFill>
                <a:latin typeface="Malgun Gothic" charset="0"/>
                <a:ea typeface="Malgun Gothic" charset="0"/>
              </a:endParaRPr>
            </a:p>
          </p:txBody>
        </p:sp>
      </p:grpSp>
      <p:sp>
        <p:nvSpPr>
          <p:cNvPr id="257" name="Shape 13"/>
          <p:cNvSpPr>
            <a:spLocks/>
          </p:cNvSpPr>
          <p:nvPr/>
        </p:nvSpPr>
        <p:spPr>
          <a:xfrm rot="0">
            <a:off x="7352030" y="1810385"/>
            <a:ext cx="2011680" cy="1051560"/>
          </a:xfrm>
          <a:prstGeom prst="roundRect">
            <a:avLst>
              <a:gd name="adj" fmla="val 12174"/>
            </a:avLst>
          </a:prstGeom>
          <a:solidFill>
            <a:srgbClr val="2E5A46"/>
          </a:solidFill>
          <a:ln w="12700" cap="flat" cmpd="sng">
            <a:solidFill>
              <a:srgbClr val="2E5A46">
                <a:alpha val="100000"/>
              </a:srgbClr>
            </a:solidFill>
            <a:prstDash val="solid"/>
            <a:round/>
          </a:ln>
          <a:effectLst>
            <a:outerShdw sx="100000" sy="100000" blurRad="101520" dist="25560" dir="5400000" rotWithShape="0" algn="bl">
              <a:srgbClr val="8A7A5C">
                <a:alpha val="17647"/>
              </a:srgbClr>
            </a:outerShdw>
          </a:effectLst>
        </p:spPr>
        <p:style>
          <a:lnRef idx="0"/>
          <a:fillRef idx="0"/>
          <a:effectRef idx="0"/>
          <a:fontRef idx="minor"/>
        </p:style>
        <p:txBody>
          <a:bodyPr wrap="square" lIns="90170" tIns="45085" rIns="90170" bIns="45085" numCol="1" vert="horz" anchor="t">
            <a:noAutofit/>
          </a:bodyPr>
          <a:lstStyle/>
          <a:p>
            <a:pPr marL="0" indent="0">
              <a:buFontTx/>
              <a:buNone/>
            </a:pPr>
            <a:endParaRPr lang="ko-KR" altLang="en-US" sz="1800" b="0" strike="noStrike">
              <a:solidFill>
                <a:srgbClr val="000000"/>
              </a:solidFill>
              <a:latin typeface="Noto Sans KR" charset="0"/>
            </a:endParaRPr>
          </a:p>
        </p:txBody>
      </p:sp>
      <p:grpSp>
        <p:nvGrpSpPr>
          <p:cNvPr id="298" name="그룹 12"/>
          <p:cNvGrpSpPr>
            <a:grpSpLocks/>
          </p:cNvGrpSpPr>
          <p:nvPr/>
        </p:nvGrpSpPr>
        <p:grpSpPr>
          <a:xfrm rot="0">
            <a:off x="7443470" y="2016125"/>
            <a:ext cx="1828800" cy="841375"/>
            <a:chOff x="7443470" y="2016125"/>
            <a:chExt cx="1828800" cy="841375"/>
          </a:xfrm>
        </p:grpSpPr>
        <p:sp>
          <p:nvSpPr>
            <p:cNvPr id="258" name="Text 14"/>
            <p:cNvSpPr>
              <a:spLocks/>
            </p:cNvSpPr>
            <p:nvPr/>
          </p:nvSpPr>
          <p:spPr>
            <a:xfrm rot="0">
              <a:off x="7489190" y="2016125"/>
              <a:ext cx="1737360" cy="411480"/>
            </a:xfrm>
            <a:prstGeom prst="rect"/>
            <a:noFill/>
            <a:ln>
              <a:noFill/>
              <a:prstDash/>
            </a:ln>
          </p:spPr>
          <p:style>
            <a:lnRef idx="0"/>
            <a:fillRef idx="0"/>
            <a:effectRef idx="0"/>
            <a:fontRef idx="minor"/>
          </p:style>
          <p:txBody>
            <a:bodyPr wrap="square" lIns="0" tIns="0" rIns="0" bIns="0" numCol="1" vert="horz" anchor="t">
              <a:noAutofit/>
            </a:bodyPr>
            <a:lstStyle/>
            <a:p>
              <a:pPr marL="0" indent="0" algn="ctr" defTabSz="914400">
                <a:lnSpc>
                  <a:spcPct val="100000"/>
                </a:lnSpc>
                <a:buFontTx/>
                <a:buNone/>
                <a:tabLst>
                  <a:tab pos="0" algn="l"/>
                </a:tabLst>
              </a:pPr>
              <a:r>
                <a:rPr lang="en-US" sz="1800" b="1" strike="noStrike">
                  <a:solidFill>
                    <a:srgbClr val="FFFFFF"/>
                  </a:solidFill>
                  <a:latin typeface="Malgun Gothic" charset="0"/>
                  <a:ea typeface="Malgun Gothic" charset="0"/>
                </a:rPr>
                <a:t>+ </a:t>
              </a:r>
              <a:r>
                <a:rPr lang="ko-KR" sz="1800" b="1" strike="noStrike">
                  <a:solidFill>
                    <a:srgbClr val="FFFFFF"/>
                  </a:solidFill>
                  <a:latin typeface="Malgun Gothic" charset="0"/>
                  <a:ea typeface="Malgun Gothic" charset="0"/>
                </a:rPr>
                <a:t>환경 보정</a:t>
              </a:r>
              <a:endParaRPr lang="ko-KR" altLang="en-US" sz="1800" b="1" strike="noStrike">
                <a:solidFill>
                  <a:srgbClr val="FFFFFF"/>
                </a:solidFill>
                <a:latin typeface="Malgun Gothic" charset="0"/>
                <a:ea typeface="Malgun Gothic" charset="0"/>
              </a:endParaRPr>
            </a:p>
          </p:txBody>
        </p:sp>
        <p:sp>
          <p:nvSpPr>
            <p:cNvPr id="259" name="Text 15"/>
            <p:cNvSpPr>
              <a:spLocks/>
            </p:cNvSpPr>
            <p:nvPr/>
          </p:nvSpPr>
          <p:spPr>
            <a:xfrm rot="0">
              <a:off x="7443470" y="2446020"/>
              <a:ext cx="1828800" cy="411480"/>
            </a:xfrm>
            <a:prstGeom prst="rect"/>
            <a:noFill/>
            <a:ln>
              <a:noFill/>
              <a:prstDash/>
            </a:ln>
          </p:spPr>
          <p:style>
            <a:lnRef idx="0"/>
            <a:fillRef idx="0"/>
            <a:effectRef idx="0"/>
            <a:fontRef idx="minor"/>
          </p:style>
          <p:txBody>
            <a:bodyPr wrap="square" lIns="0" tIns="0" rIns="0" bIns="0" numCol="1" vert="horz" anchor="t">
              <a:noAutofit/>
            </a:bodyPr>
            <a:lstStyle/>
            <a:p>
              <a:pPr marL="0" indent="0" algn="ctr" defTabSz="914400">
                <a:lnSpc>
                  <a:spcPct val="100000"/>
                </a:lnSpc>
                <a:buFontTx/>
                <a:buNone/>
                <a:tabLst>
                  <a:tab pos="0" algn="l"/>
                </a:tabLst>
              </a:pPr>
              <a:r>
                <a:rPr lang="ko-KR" sz="1200" b="1" strike="noStrike">
                  <a:solidFill>
                    <a:srgbClr val="FFFFFF"/>
                  </a:solidFill>
                  <a:latin typeface="Malgun Gothic" charset="0"/>
                  <a:ea typeface="Malgun Gothic" charset="0"/>
                </a:rPr>
                <a:t>날씨 </a:t>
              </a:r>
              <a:r>
                <a:rPr lang="en-US" sz="1200" b="1" strike="noStrike">
                  <a:solidFill>
                    <a:srgbClr val="FFFFFF"/>
                  </a:solidFill>
                  <a:latin typeface="Malgun Gothic" charset="0"/>
                  <a:ea typeface="Malgun Gothic" charset="0"/>
                </a:rPr>
                <a:t>· </a:t>
              </a:r>
              <a:r>
                <a:rPr lang="ko-KR" sz="1200" b="1" strike="noStrike">
                  <a:solidFill>
                    <a:srgbClr val="FFFFFF"/>
                  </a:solidFill>
                  <a:latin typeface="Malgun Gothic" charset="0"/>
                  <a:ea typeface="Malgun Gothic" charset="0"/>
                </a:rPr>
                <a:t>대기질 </a:t>
              </a:r>
              <a:r>
                <a:rPr lang="en-US" sz="1200" b="1" strike="noStrike">
                  <a:solidFill>
                    <a:srgbClr val="FFFFFF"/>
                  </a:solidFill>
                  <a:latin typeface="Malgun Gothic" charset="0"/>
                  <a:ea typeface="Malgun Gothic" charset="0"/>
                </a:rPr>
                <a:t>· </a:t>
              </a:r>
              <a:r>
                <a:rPr lang="ko-KR" sz="1200" b="1" strike="noStrike">
                  <a:solidFill>
                    <a:srgbClr val="FFFFFF"/>
                  </a:solidFill>
                  <a:latin typeface="Malgun Gothic" charset="0"/>
                  <a:ea typeface="Malgun Gothic" charset="0"/>
                </a:rPr>
                <a:t>실내외</a:t>
              </a:r>
              <a:endParaRPr lang="ko-KR" altLang="en-US" sz="1200" b="1" strike="noStrike">
                <a:solidFill>
                  <a:srgbClr val="FFFFFF"/>
                </a:solidFill>
                <a:latin typeface="Malgun Gothic" charset="0"/>
                <a:ea typeface="Malgun Gothic" charset="0"/>
              </a:endParaRPr>
            </a:p>
          </p:txBody>
        </p:sp>
      </p:grpSp>
      <p:sp>
        <p:nvSpPr>
          <p:cNvPr id="260" name="Shape 16"/>
          <p:cNvSpPr>
            <a:spLocks/>
          </p:cNvSpPr>
          <p:nvPr/>
        </p:nvSpPr>
        <p:spPr>
          <a:xfrm rot="0">
            <a:off x="9619615" y="1810385"/>
            <a:ext cx="2011680" cy="1051560"/>
          </a:xfrm>
          <a:prstGeom prst="roundRect">
            <a:avLst>
              <a:gd name="adj" fmla="val 12174"/>
            </a:avLst>
          </a:prstGeom>
          <a:solidFill>
            <a:srgbClr val="B5654A"/>
          </a:solidFill>
          <a:ln w="12700" cap="flat" cmpd="sng">
            <a:solidFill>
              <a:srgbClr val="B5654A">
                <a:alpha val="100000"/>
              </a:srgbClr>
            </a:solidFill>
            <a:prstDash val="solid"/>
            <a:round/>
          </a:ln>
          <a:effectLst>
            <a:outerShdw sx="100000" sy="100000" blurRad="101520" dist="25560" dir="5400000" rotWithShape="0" algn="bl">
              <a:srgbClr val="8A7A5C">
                <a:alpha val="17647"/>
              </a:srgbClr>
            </a:outerShdw>
          </a:effectLst>
        </p:spPr>
        <p:style>
          <a:lnRef idx="0"/>
          <a:fillRef idx="0"/>
          <a:effectRef idx="0"/>
          <a:fontRef idx="minor"/>
        </p:style>
        <p:txBody>
          <a:bodyPr wrap="square" lIns="90170" tIns="45085" rIns="90170" bIns="45085" numCol="1" vert="horz" anchor="t">
            <a:noAutofit/>
          </a:bodyPr>
          <a:lstStyle/>
          <a:p>
            <a:pPr marL="0" indent="0">
              <a:buFontTx/>
              <a:buNone/>
            </a:pPr>
            <a:endParaRPr lang="ko-KR" altLang="en-US" sz="1800" b="0" strike="noStrike">
              <a:solidFill>
                <a:srgbClr val="000000"/>
              </a:solidFill>
              <a:latin typeface="Noto Sans KR" charset="0"/>
            </a:endParaRPr>
          </a:p>
        </p:txBody>
      </p:sp>
      <p:grpSp>
        <p:nvGrpSpPr>
          <p:cNvPr id="299" name="그룹 13"/>
          <p:cNvGrpSpPr>
            <a:grpSpLocks/>
          </p:cNvGrpSpPr>
          <p:nvPr/>
        </p:nvGrpSpPr>
        <p:grpSpPr>
          <a:xfrm rot="0">
            <a:off x="9711055" y="2016125"/>
            <a:ext cx="1828800" cy="841375"/>
            <a:chOff x="9711055" y="2016125"/>
            <a:chExt cx="1828800" cy="841375"/>
          </a:xfrm>
        </p:grpSpPr>
        <p:sp>
          <p:nvSpPr>
            <p:cNvPr id="261" name="Text 17"/>
            <p:cNvSpPr>
              <a:spLocks/>
            </p:cNvSpPr>
            <p:nvPr/>
          </p:nvSpPr>
          <p:spPr>
            <a:xfrm rot="0">
              <a:off x="9756775" y="2016125"/>
              <a:ext cx="1737360" cy="411480"/>
            </a:xfrm>
            <a:prstGeom prst="rect"/>
            <a:noFill/>
            <a:ln>
              <a:noFill/>
              <a:prstDash/>
            </a:ln>
          </p:spPr>
          <p:style>
            <a:lnRef idx="0"/>
            <a:fillRef idx="0"/>
            <a:effectRef idx="0"/>
            <a:fontRef idx="minor"/>
          </p:style>
          <p:txBody>
            <a:bodyPr wrap="square" lIns="0" tIns="0" rIns="0" bIns="0" numCol="1" vert="horz" anchor="t">
              <a:noAutofit/>
            </a:bodyPr>
            <a:lstStyle/>
            <a:p>
              <a:pPr marL="0" indent="0" algn="ctr" defTabSz="914400">
                <a:lnSpc>
                  <a:spcPct val="100000"/>
                </a:lnSpc>
                <a:buFontTx/>
                <a:buNone/>
                <a:tabLst>
                  <a:tab pos="0" algn="l"/>
                </a:tabLst>
              </a:pPr>
              <a:r>
                <a:rPr lang="en-US" sz="1800" b="1" strike="noStrike">
                  <a:solidFill>
                    <a:srgbClr val="FFFFFF"/>
                  </a:solidFill>
                  <a:latin typeface="Malgun Gothic" charset="0"/>
                  <a:ea typeface="Malgun Gothic" charset="0"/>
                </a:rPr>
                <a:t>0~99</a:t>
              </a:r>
              <a:r>
                <a:rPr lang="ko-KR" sz="1800" b="1" strike="noStrike">
                  <a:solidFill>
                    <a:srgbClr val="FFFFFF"/>
                  </a:solidFill>
                  <a:latin typeface="Malgun Gothic" charset="0"/>
                  <a:ea typeface="Malgun Gothic" charset="0"/>
                </a:rPr>
                <a:t>점 제한</a:t>
              </a:r>
              <a:endParaRPr lang="ko-KR" altLang="en-US" sz="1800" b="1" strike="noStrike">
                <a:solidFill>
                  <a:srgbClr val="FFFFFF"/>
                </a:solidFill>
                <a:latin typeface="Malgun Gothic" charset="0"/>
                <a:ea typeface="Malgun Gothic" charset="0"/>
              </a:endParaRPr>
            </a:p>
          </p:txBody>
        </p:sp>
        <p:sp>
          <p:nvSpPr>
            <p:cNvPr id="262" name="Text 18"/>
            <p:cNvSpPr>
              <a:spLocks/>
            </p:cNvSpPr>
            <p:nvPr/>
          </p:nvSpPr>
          <p:spPr>
            <a:xfrm rot="0">
              <a:off x="9711055" y="2446020"/>
              <a:ext cx="1828800" cy="411480"/>
            </a:xfrm>
            <a:prstGeom prst="rect"/>
            <a:noFill/>
            <a:ln>
              <a:noFill/>
              <a:prstDash/>
            </a:ln>
          </p:spPr>
          <p:style>
            <a:lnRef idx="0"/>
            <a:fillRef idx="0"/>
            <a:effectRef idx="0"/>
            <a:fontRef idx="minor"/>
          </p:style>
          <p:txBody>
            <a:bodyPr wrap="square" lIns="0" tIns="0" rIns="0" bIns="0" numCol="1" vert="horz" anchor="t">
              <a:noAutofit/>
            </a:bodyPr>
            <a:lstStyle/>
            <a:p>
              <a:pPr marL="0" indent="0" algn="ctr" defTabSz="914400">
                <a:lnSpc>
                  <a:spcPct val="100000"/>
                </a:lnSpc>
                <a:buFontTx/>
                <a:buNone/>
                <a:tabLst>
                  <a:tab pos="0" algn="l"/>
                </a:tabLst>
              </a:pPr>
              <a:r>
                <a:rPr lang="en-US" sz="1200" b="1" strike="noStrike">
                  <a:solidFill>
                    <a:srgbClr val="FFFFFF"/>
                  </a:solidFill>
                  <a:latin typeface="Malgun Gothic" charset="0"/>
                  <a:ea typeface="Malgun Gothic" charset="0"/>
                </a:rPr>
                <a:t>→ </a:t>
              </a:r>
              <a:r>
                <a:rPr lang="ko-KR" sz="1200" b="1" strike="noStrike">
                  <a:solidFill>
                    <a:srgbClr val="FFFFFF"/>
                  </a:solidFill>
                  <a:latin typeface="Malgun Gothic" charset="0"/>
                  <a:ea typeface="Malgun Gothic" charset="0"/>
                </a:rPr>
                <a:t>운영정보 반영</a:t>
              </a:r>
              <a:endParaRPr lang="ko-KR" altLang="en-US" sz="1200" b="1" strike="noStrike">
                <a:solidFill>
                  <a:srgbClr val="FFFFFF"/>
                </a:solidFill>
                <a:latin typeface="Malgun Gothic" charset="0"/>
                <a:ea typeface="Malgun Gothic" charset="0"/>
              </a:endParaRPr>
            </a:p>
          </p:txBody>
        </p:sp>
      </p:grpSp>
      <p:sp>
        <p:nvSpPr>
          <p:cNvPr id="263" name="Shape 19"/>
          <p:cNvSpPr/>
          <p:nvPr/>
        </p:nvSpPr>
        <p:spPr>
          <a:xfrm>
            <a:off x="548640" y="3154680"/>
            <a:ext cx="3565525" cy="603250"/>
          </a:xfrm>
          <a:prstGeom prst="roundRect">
            <a:avLst>
              <a:gd name="adj" fmla="val 21212"/>
            </a:avLst>
          </a:prstGeom>
          <a:solidFill>
            <a:srgbClr val="ffffff"/>
          </a:solidFill>
          <a:ln w="12700">
            <a:solidFill>
              <a:srgbClr val="d8cbb2"/>
            </a:solidFill>
            <a:round/>
          </a:ln>
        </p:spPr>
        <p:style>
          <a:lnRef idx="0"/>
          <a:fillRef idx="0"/>
          <a:effectRef idx="0"/>
          <a:fontRef idx="minor"/>
        </p:style>
        <p:txBody>
          <a:bodyPr lIns="90000" rIns="90000" tIns="45000" bIns="45000" anchor="t">
            <a:noAutofit/>
          </a:bodyPr>
          <a:p>
            <a:endParaRPr b="0" lang="en-US" sz="1800" spc="-1" strike="noStrike">
              <a:solidFill>
                <a:srgbClr val="000000"/>
              </a:solidFill>
              <a:latin typeface="Noto Sans KR"/>
            </a:endParaRPr>
          </a:p>
        </p:txBody>
      </p:sp>
      <p:sp>
        <p:nvSpPr>
          <p:cNvPr id="264" name="Text 20"/>
          <p:cNvSpPr/>
          <p:nvPr/>
        </p:nvSpPr>
        <p:spPr>
          <a:xfrm>
            <a:off x="731520" y="3154680"/>
            <a:ext cx="2513965" cy="60325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ko-KR" sz="1350" spc="-1" strike="noStrike">
                <a:solidFill>
                  <a:srgbClr val="1e2621"/>
                </a:solidFill>
                <a:latin typeface="Malgun Gothic"/>
                <a:ea typeface="Malgun Gothic"/>
              </a:rPr>
              <a:t>비 오는 날 </a:t>
            </a:r>
            <a:r>
              <a:rPr b="1" lang="en-US" sz="1350" spc="-1" strike="noStrike">
                <a:solidFill>
                  <a:srgbClr val="1e2621"/>
                </a:solidFill>
                <a:latin typeface="Malgun Gothic"/>
                <a:ea typeface="Malgun Gothic"/>
              </a:rPr>
              <a:t>· </a:t>
            </a:r>
            <a:r>
              <a:rPr b="1" lang="ko-KR" sz="1350" spc="-1" strike="noStrike">
                <a:solidFill>
                  <a:srgbClr val="1e2621"/>
                </a:solidFill>
                <a:latin typeface="Malgun Gothic"/>
                <a:ea typeface="Malgun Gothic"/>
              </a:rPr>
              <a:t>실내 시설</a:t>
            </a:r>
            <a:endParaRPr b="0" lang="en-US" sz="1350" spc="-1" strike="noStrike">
              <a:solidFill>
                <a:srgbClr val="000000"/>
              </a:solidFill>
              <a:latin typeface="Noto Sans KR"/>
            </a:endParaRPr>
          </a:p>
        </p:txBody>
      </p:sp>
      <p:sp>
        <p:nvSpPr>
          <p:cNvPr id="265" name="Text 21"/>
          <p:cNvSpPr/>
          <p:nvPr/>
        </p:nvSpPr>
        <p:spPr>
          <a:xfrm>
            <a:off x="3154680" y="3154680"/>
            <a:ext cx="822325" cy="603250"/>
          </a:xfrm>
          <a:prstGeom prst="rect">
            <a:avLst/>
          </a:prstGeom>
          <a:noFill/>
          <a:ln w="0">
            <a:noFill/>
          </a:ln>
        </p:spPr>
        <p:style>
          <a:lnRef idx="0"/>
          <a:fillRef idx="0"/>
          <a:effectRef idx="0"/>
          <a:fontRef idx="minor"/>
        </p:style>
        <p:txBody>
          <a:bodyPr lIns="0" rIns="0" tIns="0" bIns="0" anchor="ctr">
            <a:noAutofit/>
          </a:bodyPr>
          <a:p>
            <a:pPr algn="r" defTabSz="914400">
              <a:lnSpc>
                <a:spcPct val="100000"/>
              </a:lnSpc>
              <a:tabLst>
                <a:tab algn="l" pos="0"/>
              </a:tabLst>
            </a:pPr>
            <a:r>
              <a:rPr b="1" lang="en-US" sz="2200" spc="-1" strike="noStrike">
                <a:solidFill>
                  <a:srgbClr val="2e5a46"/>
                </a:solidFill>
                <a:latin typeface="Malgun Gothic"/>
                <a:ea typeface="Malgun Gothic"/>
              </a:rPr>
              <a:t>+8</a:t>
            </a:r>
            <a:endParaRPr b="0" lang="en-US" sz="2200" spc="-1" strike="noStrike">
              <a:solidFill>
                <a:srgbClr val="000000"/>
              </a:solidFill>
              <a:latin typeface="Noto Sans KR"/>
            </a:endParaRPr>
          </a:p>
        </p:txBody>
      </p:sp>
      <p:sp>
        <p:nvSpPr>
          <p:cNvPr id="266" name="Shape 22"/>
          <p:cNvSpPr/>
          <p:nvPr/>
        </p:nvSpPr>
        <p:spPr>
          <a:xfrm>
            <a:off x="4297680" y="3154680"/>
            <a:ext cx="3565525" cy="603250"/>
          </a:xfrm>
          <a:prstGeom prst="roundRect">
            <a:avLst>
              <a:gd name="adj" fmla="val 21212"/>
            </a:avLst>
          </a:prstGeom>
          <a:solidFill>
            <a:srgbClr val="ffffff"/>
          </a:solidFill>
          <a:ln w="12700">
            <a:solidFill>
              <a:srgbClr val="d8cbb2"/>
            </a:solidFill>
            <a:round/>
          </a:ln>
        </p:spPr>
        <p:style>
          <a:lnRef idx="0"/>
          <a:fillRef idx="0"/>
          <a:effectRef idx="0"/>
          <a:fontRef idx="minor"/>
        </p:style>
        <p:txBody>
          <a:bodyPr lIns="90000" rIns="90000" tIns="45000" bIns="45000" anchor="t">
            <a:noAutofit/>
          </a:bodyPr>
          <a:p>
            <a:endParaRPr b="0" lang="en-US" sz="1800" spc="-1" strike="noStrike">
              <a:solidFill>
                <a:srgbClr val="000000"/>
              </a:solidFill>
              <a:latin typeface="Noto Sans KR"/>
            </a:endParaRPr>
          </a:p>
        </p:txBody>
      </p:sp>
      <p:sp>
        <p:nvSpPr>
          <p:cNvPr id="267" name="Text 23"/>
          <p:cNvSpPr/>
          <p:nvPr/>
        </p:nvSpPr>
        <p:spPr>
          <a:xfrm>
            <a:off x="4480560" y="3154680"/>
            <a:ext cx="2513965" cy="60325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ko-KR" sz="1350" spc="-1" strike="noStrike">
                <a:solidFill>
                  <a:srgbClr val="1e2621"/>
                </a:solidFill>
                <a:latin typeface="Malgun Gothic"/>
                <a:ea typeface="Malgun Gothic"/>
              </a:rPr>
              <a:t>비 오는 날 </a:t>
            </a:r>
            <a:r>
              <a:rPr b="1" lang="en-US" sz="1350" spc="-1" strike="noStrike">
                <a:solidFill>
                  <a:srgbClr val="1e2621"/>
                </a:solidFill>
                <a:latin typeface="Malgun Gothic"/>
                <a:ea typeface="Malgun Gothic"/>
              </a:rPr>
              <a:t>· </a:t>
            </a:r>
            <a:r>
              <a:rPr b="1" lang="ko-KR" sz="1350" spc="-1" strike="noStrike">
                <a:solidFill>
                  <a:srgbClr val="1e2621"/>
                </a:solidFill>
                <a:latin typeface="Malgun Gothic"/>
                <a:ea typeface="Malgun Gothic"/>
              </a:rPr>
              <a:t>실외 시설</a:t>
            </a:r>
            <a:endParaRPr b="0" lang="en-US" sz="1350" spc="-1" strike="noStrike">
              <a:solidFill>
                <a:srgbClr val="000000"/>
              </a:solidFill>
              <a:latin typeface="Noto Sans KR"/>
            </a:endParaRPr>
          </a:p>
        </p:txBody>
      </p:sp>
      <p:sp>
        <p:nvSpPr>
          <p:cNvPr id="268" name="Text 24"/>
          <p:cNvSpPr/>
          <p:nvPr/>
        </p:nvSpPr>
        <p:spPr>
          <a:xfrm>
            <a:off x="6903720" y="3154680"/>
            <a:ext cx="822325" cy="603250"/>
          </a:xfrm>
          <a:prstGeom prst="rect">
            <a:avLst/>
          </a:prstGeom>
          <a:noFill/>
          <a:ln w="0">
            <a:noFill/>
          </a:ln>
        </p:spPr>
        <p:style>
          <a:lnRef idx="0"/>
          <a:fillRef idx="0"/>
          <a:effectRef idx="0"/>
          <a:fontRef idx="minor"/>
        </p:style>
        <p:txBody>
          <a:bodyPr lIns="0" rIns="0" tIns="0" bIns="0" anchor="ctr">
            <a:noAutofit/>
          </a:bodyPr>
          <a:p>
            <a:pPr algn="r" defTabSz="914400">
              <a:lnSpc>
                <a:spcPct val="100000"/>
              </a:lnSpc>
              <a:tabLst>
                <a:tab algn="l" pos="0"/>
              </a:tabLst>
            </a:pPr>
            <a:r>
              <a:rPr b="1" lang="en-US" sz="2200" spc="-1" strike="noStrike">
                <a:solidFill>
                  <a:srgbClr val="b5654a"/>
                </a:solidFill>
                <a:latin typeface="Malgun Gothic"/>
                <a:ea typeface="Malgun Gothic"/>
              </a:rPr>
              <a:t>–</a:t>
            </a:r>
            <a:r>
              <a:rPr b="1" lang="en-US" sz="2200" spc="-1" strike="noStrike">
                <a:solidFill>
                  <a:srgbClr val="b5654a"/>
                </a:solidFill>
                <a:latin typeface="Malgun Gothic"/>
                <a:ea typeface="Malgun Gothic"/>
              </a:rPr>
              <a:t>24</a:t>
            </a:r>
            <a:endParaRPr b="0" lang="en-US" sz="2200" spc="-1" strike="noStrike">
              <a:solidFill>
                <a:srgbClr val="000000"/>
              </a:solidFill>
              <a:latin typeface="Noto Sans KR"/>
            </a:endParaRPr>
          </a:p>
        </p:txBody>
      </p:sp>
      <p:sp>
        <p:nvSpPr>
          <p:cNvPr id="269" name="Shape 25"/>
          <p:cNvSpPr/>
          <p:nvPr/>
        </p:nvSpPr>
        <p:spPr>
          <a:xfrm>
            <a:off x="548640" y="3886200"/>
            <a:ext cx="3565525" cy="603250"/>
          </a:xfrm>
          <a:prstGeom prst="roundRect">
            <a:avLst>
              <a:gd name="adj" fmla="val 21212"/>
            </a:avLst>
          </a:prstGeom>
          <a:solidFill>
            <a:srgbClr val="ffffff"/>
          </a:solidFill>
          <a:ln w="12700">
            <a:solidFill>
              <a:srgbClr val="d8cbb2"/>
            </a:solidFill>
            <a:round/>
          </a:ln>
        </p:spPr>
        <p:style>
          <a:lnRef idx="0"/>
          <a:fillRef idx="0"/>
          <a:effectRef idx="0"/>
          <a:fontRef idx="minor"/>
        </p:style>
        <p:txBody>
          <a:bodyPr lIns="90000" rIns="90000" tIns="45000" bIns="45000" anchor="t">
            <a:noAutofit/>
          </a:bodyPr>
          <a:p>
            <a:endParaRPr b="0" lang="en-US" sz="1800" spc="-1" strike="noStrike">
              <a:solidFill>
                <a:srgbClr val="000000"/>
              </a:solidFill>
              <a:latin typeface="Noto Sans KR"/>
            </a:endParaRPr>
          </a:p>
        </p:txBody>
      </p:sp>
      <p:sp>
        <p:nvSpPr>
          <p:cNvPr id="270" name="Text 26"/>
          <p:cNvSpPr/>
          <p:nvPr/>
        </p:nvSpPr>
        <p:spPr>
          <a:xfrm>
            <a:off x="731520" y="3886200"/>
            <a:ext cx="2513965" cy="60325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ko-KR" sz="1350" spc="-1" strike="noStrike">
                <a:solidFill>
                  <a:srgbClr val="1e2621"/>
                </a:solidFill>
                <a:latin typeface="Malgun Gothic"/>
                <a:ea typeface="Malgun Gothic"/>
              </a:rPr>
              <a:t>실외 </a:t>
            </a:r>
            <a:r>
              <a:rPr b="1" lang="en-US" sz="1350" spc="-1" strike="noStrike">
                <a:solidFill>
                  <a:srgbClr val="1e2621"/>
                </a:solidFill>
                <a:latin typeface="Malgun Gothic"/>
                <a:ea typeface="Malgun Gothic"/>
              </a:rPr>
              <a:t>· </a:t>
            </a:r>
            <a:r>
              <a:rPr b="1" lang="ko-KR" sz="1350" spc="-1" strike="noStrike">
                <a:solidFill>
                  <a:srgbClr val="1e2621"/>
                </a:solidFill>
                <a:latin typeface="Malgun Gothic"/>
                <a:ea typeface="Malgun Gothic"/>
              </a:rPr>
              <a:t>기온 </a:t>
            </a:r>
            <a:r>
              <a:rPr b="1" lang="en-US" sz="1350" spc="-1" strike="noStrike">
                <a:solidFill>
                  <a:srgbClr val="1e2621"/>
                </a:solidFill>
                <a:latin typeface="Malgun Gothic"/>
                <a:ea typeface="Malgun Gothic"/>
              </a:rPr>
              <a:t>10~25℃</a:t>
            </a:r>
            <a:endParaRPr b="0" lang="en-US" sz="1350" spc="-1" strike="noStrike">
              <a:solidFill>
                <a:srgbClr val="000000"/>
              </a:solidFill>
              <a:latin typeface="Noto Sans KR"/>
            </a:endParaRPr>
          </a:p>
        </p:txBody>
      </p:sp>
      <p:sp>
        <p:nvSpPr>
          <p:cNvPr id="271" name="Text 27"/>
          <p:cNvSpPr/>
          <p:nvPr/>
        </p:nvSpPr>
        <p:spPr>
          <a:xfrm>
            <a:off x="3154680" y="3886200"/>
            <a:ext cx="822325" cy="603250"/>
          </a:xfrm>
          <a:prstGeom prst="rect">
            <a:avLst/>
          </a:prstGeom>
          <a:noFill/>
          <a:ln w="0">
            <a:noFill/>
          </a:ln>
        </p:spPr>
        <p:style>
          <a:lnRef idx="0"/>
          <a:fillRef idx="0"/>
          <a:effectRef idx="0"/>
          <a:fontRef idx="minor"/>
        </p:style>
        <p:txBody>
          <a:bodyPr lIns="0" rIns="0" tIns="0" bIns="0" anchor="ctr">
            <a:noAutofit/>
          </a:bodyPr>
          <a:p>
            <a:pPr algn="r" defTabSz="914400">
              <a:lnSpc>
                <a:spcPct val="100000"/>
              </a:lnSpc>
              <a:tabLst>
                <a:tab algn="l" pos="0"/>
              </a:tabLst>
            </a:pPr>
            <a:r>
              <a:rPr b="1" lang="en-US" sz="2200" spc="-1" strike="noStrike">
                <a:solidFill>
                  <a:srgbClr val="2e5a46"/>
                </a:solidFill>
                <a:latin typeface="Malgun Gothic"/>
                <a:ea typeface="Malgun Gothic"/>
              </a:rPr>
              <a:t>+6</a:t>
            </a:r>
            <a:endParaRPr b="0" lang="en-US" sz="2200" spc="-1" strike="noStrike">
              <a:solidFill>
                <a:srgbClr val="000000"/>
              </a:solidFill>
              <a:latin typeface="Noto Sans KR"/>
            </a:endParaRPr>
          </a:p>
        </p:txBody>
      </p:sp>
      <p:sp>
        <p:nvSpPr>
          <p:cNvPr id="272" name="Shape 28"/>
          <p:cNvSpPr/>
          <p:nvPr/>
        </p:nvSpPr>
        <p:spPr>
          <a:xfrm>
            <a:off x="4297680" y="3886200"/>
            <a:ext cx="3565525" cy="603250"/>
          </a:xfrm>
          <a:prstGeom prst="roundRect">
            <a:avLst>
              <a:gd name="adj" fmla="val 21212"/>
            </a:avLst>
          </a:prstGeom>
          <a:solidFill>
            <a:srgbClr val="ffffff"/>
          </a:solidFill>
          <a:ln w="12700">
            <a:solidFill>
              <a:srgbClr val="d8cbb2"/>
            </a:solidFill>
            <a:round/>
          </a:ln>
        </p:spPr>
        <p:style>
          <a:lnRef idx="0"/>
          <a:fillRef idx="0"/>
          <a:effectRef idx="0"/>
          <a:fontRef idx="minor"/>
        </p:style>
        <p:txBody>
          <a:bodyPr lIns="90000" rIns="90000" tIns="45000" bIns="45000" anchor="t">
            <a:noAutofit/>
          </a:bodyPr>
          <a:p>
            <a:endParaRPr b="0" lang="en-US" sz="1800" spc="-1" strike="noStrike">
              <a:solidFill>
                <a:srgbClr val="000000"/>
              </a:solidFill>
              <a:latin typeface="Noto Sans KR"/>
            </a:endParaRPr>
          </a:p>
        </p:txBody>
      </p:sp>
      <p:sp>
        <p:nvSpPr>
          <p:cNvPr id="273" name="Text 29"/>
          <p:cNvSpPr>
            <a:spLocks/>
          </p:cNvSpPr>
          <p:nvPr/>
        </p:nvSpPr>
        <p:spPr>
          <a:xfrm rot="0">
            <a:off x="4480560" y="3886200"/>
            <a:ext cx="2621280" cy="603885"/>
          </a:xfrm>
          <a:prstGeom prst="rect"/>
          <a:noFill/>
          <a:ln>
            <a:noFill/>
            <a:prstDash/>
          </a:ln>
        </p:spPr>
        <p:style>
          <a:lnRef idx="0"/>
          <a:fillRef idx="0"/>
          <a:effectRef idx="0"/>
          <a:fontRef idx="minor"/>
        </p:style>
        <p:txBody>
          <a:bodyPr wrap="square" lIns="0" tIns="0" rIns="0" bIns="0" numCol="1" vert="horz" anchor="ctr">
            <a:noAutofit/>
          </a:bodyPr>
          <a:lstStyle/>
          <a:p>
            <a:pPr marL="0" indent="0" defTabSz="914400">
              <a:lnSpc>
                <a:spcPct val="100000"/>
              </a:lnSpc>
              <a:buFontTx/>
              <a:buNone/>
              <a:tabLst>
                <a:tab pos="0" algn="l"/>
              </a:tabLst>
            </a:pPr>
            <a:r>
              <a:rPr lang="ko-KR" sz="1350" b="1" strike="noStrike">
                <a:solidFill>
                  <a:srgbClr val="1E2621"/>
                </a:solidFill>
                <a:latin typeface="Malgun Gothic" charset="0"/>
                <a:ea typeface="Malgun Gothic" charset="0"/>
              </a:rPr>
              <a:t>실외 </a:t>
            </a:r>
            <a:r>
              <a:rPr lang="en-US" sz="1350" b="1" strike="noStrike">
                <a:solidFill>
                  <a:srgbClr val="1E2621"/>
                </a:solidFill>
                <a:latin typeface="Malgun Gothic" charset="0"/>
                <a:ea typeface="Malgun Gothic" charset="0"/>
              </a:rPr>
              <a:t>· </a:t>
            </a:r>
            <a:r>
              <a:rPr lang="ko-KR" sz="1350" b="1" strike="noStrike">
                <a:solidFill>
                  <a:srgbClr val="1E2621"/>
                </a:solidFill>
                <a:latin typeface="Malgun Gothic" charset="0"/>
                <a:ea typeface="Malgun Gothic" charset="0"/>
              </a:rPr>
              <a:t>기온 </a:t>
            </a:r>
            <a:r>
              <a:rPr lang="en-US" sz="1350" b="1" strike="noStrike">
                <a:solidFill>
                  <a:srgbClr val="1E2621"/>
                </a:solidFill>
                <a:latin typeface="Malgun Gothic" charset="0"/>
                <a:ea typeface="Malgun Gothic" charset="0"/>
              </a:rPr>
              <a:t>5℃ </a:t>
            </a:r>
            <a:r>
              <a:rPr lang="ko-KR" sz="1350" b="1" strike="noStrike">
                <a:solidFill>
                  <a:srgbClr val="1E2621"/>
                </a:solidFill>
                <a:latin typeface="Malgun Gothic" charset="0"/>
                <a:ea typeface="Malgun Gothic" charset="0"/>
              </a:rPr>
              <a:t>미만 </a:t>
            </a:r>
            <a:r>
              <a:rPr lang="en-US" sz="1350" b="1" strike="noStrike">
                <a:solidFill>
                  <a:srgbClr val="1E2621"/>
                </a:solidFill>
                <a:latin typeface="Malgun Gothic" charset="0"/>
                <a:ea typeface="Malgun Gothic" charset="0"/>
              </a:rPr>
              <a:t>/ 30℃ </a:t>
            </a:r>
            <a:r>
              <a:rPr lang="ko-KR" sz="1350" b="1" strike="noStrike">
                <a:solidFill>
                  <a:srgbClr val="1E2621"/>
                </a:solidFill>
                <a:latin typeface="Malgun Gothic" charset="0"/>
                <a:ea typeface="Malgun Gothic" charset="0"/>
              </a:rPr>
              <a:t>초과</a:t>
            </a:r>
            <a:endParaRPr lang="ko-KR" altLang="en-US" sz="1350" b="1" strike="noStrike">
              <a:solidFill>
                <a:srgbClr val="1E2621"/>
              </a:solidFill>
              <a:latin typeface="Malgun Gothic" charset="0"/>
              <a:ea typeface="Malgun Gothic" charset="0"/>
            </a:endParaRPr>
          </a:p>
        </p:txBody>
      </p:sp>
      <p:sp>
        <p:nvSpPr>
          <p:cNvPr id="274" name="Text 30"/>
          <p:cNvSpPr/>
          <p:nvPr/>
        </p:nvSpPr>
        <p:spPr>
          <a:xfrm>
            <a:off x="6903720" y="3886200"/>
            <a:ext cx="822325" cy="603250"/>
          </a:xfrm>
          <a:prstGeom prst="rect">
            <a:avLst/>
          </a:prstGeom>
          <a:noFill/>
          <a:ln w="0">
            <a:noFill/>
          </a:ln>
        </p:spPr>
        <p:style>
          <a:lnRef idx="0"/>
          <a:fillRef idx="0"/>
          <a:effectRef idx="0"/>
          <a:fontRef idx="minor"/>
        </p:style>
        <p:txBody>
          <a:bodyPr lIns="0" rIns="0" tIns="0" bIns="0" anchor="ctr">
            <a:noAutofit/>
          </a:bodyPr>
          <a:p>
            <a:pPr algn="r" defTabSz="914400">
              <a:lnSpc>
                <a:spcPct val="100000"/>
              </a:lnSpc>
              <a:tabLst>
                <a:tab algn="l" pos="0"/>
              </a:tabLst>
            </a:pPr>
            <a:r>
              <a:rPr b="1" lang="en-US" sz="2200" spc="-1" strike="noStrike">
                <a:solidFill>
                  <a:srgbClr val="b5654a"/>
                </a:solidFill>
                <a:latin typeface="Malgun Gothic"/>
                <a:ea typeface="Malgun Gothic"/>
              </a:rPr>
              <a:t>–</a:t>
            </a:r>
            <a:r>
              <a:rPr b="1" lang="en-US" sz="2200" spc="-1" strike="noStrike">
                <a:solidFill>
                  <a:srgbClr val="b5654a"/>
                </a:solidFill>
                <a:latin typeface="Malgun Gothic"/>
                <a:ea typeface="Malgun Gothic"/>
              </a:rPr>
              <a:t>10</a:t>
            </a:r>
            <a:endParaRPr b="0" lang="en-US" sz="2200" spc="-1" strike="noStrike">
              <a:solidFill>
                <a:srgbClr val="000000"/>
              </a:solidFill>
              <a:latin typeface="Noto Sans KR"/>
            </a:endParaRPr>
          </a:p>
        </p:txBody>
      </p:sp>
      <p:sp>
        <p:nvSpPr>
          <p:cNvPr id="275" name="Shape 31"/>
          <p:cNvSpPr/>
          <p:nvPr/>
        </p:nvSpPr>
        <p:spPr>
          <a:xfrm>
            <a:off x="548640" y="4617720"/>
            <a:ext cx="3565525" cy="603250"/>
          </a:xfrm>
          <a:prstGeom prst="roundRect">
            <a:avLst>
              <a:gd name="adj" fmla="val 21212"/>
            </a:avLst>
          </a:prstGeom>
          <a:solidFill>
            <a:srgbClr val="ffffff"/>
          </a:solidFill>
          <a:ln w="12700">
            <a:solidFill>
              <a:srgbClr val="d8cbb2"/>
            </a:solidFill>
            <a:round/>
          </a:ln>
        </p:spPr>
        <p:style>
          <a:lnRef idx="0"/>
          <a:fillRef idx="0"/>
          <a:effectRef idx="0"/>
          <a:fontRef idx="minor"/>
        </p:style>
        <p:txBody>
          <a:bodyPr lIns="90000" rIns="90000" tIns="45000" bIns="45000" anchor="t">
            <a:noAutofit/>
          </a:bodyPr>
          <a:p>
            <a:endParaRPr b="0" lang="en-US" sz="1800" spc="-1" strike="noStrike">
              <a:solidFill>
                <a:srgbClr val="000000"/>
              </a:solidFill>
              <a:latin typeface="Noto Sans KR"/>
            </a:endParaRPr>
          </a:p>
        </p:txBody>
      </p:sp>
      <p:sp>
        <p:nvSpPr>
          <p:cNvPr id="276" name="Text 32"/>
          <p:cNvSpPr/>
          <p:nvPr/>
        </p:nvSpPr>
        <p:spPr>
          <a:xfrm>
            <a:off x="731520" y="4617720"/>
            <a:ext cx="2513965" cy="60325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ko-KR" sz="1350" spc="-1" strike="noStrike">
                <a:solidFill>
                  <a:srgbClr val="1e2621"/>
                </a:solidFill>
                <a:latin typeface="Malgun Gothic"/>
                <a:ea typeface="Malgun Gothic"/>
              </a:rPr>
              <a:t>실외 </a:t>
            </a:r>
            <a:r>
              <a:rPr b="1" lang="en-US" sz="1350" spc="-1" strike="noStrike">
                <a:solidFill>
                  <a:srgbClr val="1e2621"/>
                </a:solidFill>
                <a:latin typeface="Malgun Gothic"/>
                <a:ea typeface="Malgun Gothic"/>
              </a:rPr>
              <a:t>· </a:t>
            </a:r>
            <a:r>
              <a:rPr b="1" lang="ko-KR" sz="1350" spc="-1" strike="noStrike">
                <a:solidFill>
                  <a:srgbClr val="1e2621"/>
                </a:solidFill>
                <a:latin typeface="Malgun Gothic"/>
                <a:ea typeface="Malgun Gothic"/>
              </a:rPr>
              <a:t>습도 </a:t>
            </a:r>
            <a:r>
              <a:rPr b="1" lang="en-US" sz="1350" spc="-1" strike="noStrike">
                <a:solidFill>
                  <a:srgbClr val="1e2621"/>
                </a:solidFill>
                <a:latin typeface="Malgun Gothic"/>
                <a:ea typeface="Malgun Gothic"/>
              </a:rPr>
              <a:t>80% </a:t>
            </a:r>
            <a:r>
              <a:rPr b="1" lang="ko-KR" sz="1350" spc="-1" strike="noStrike">
                <a:solidFill>
                  <a:srgbClr val="1e2621"/>
                </a:solidFill>
                <a:latin typeface="Malgun Gothic"/>
                <a:ea typeface="Malgun Gothic"/>
              </a:rPr>
              <a:t>이상</a:t>
            </a:r>
            <a:endParaRPr b="0" lang="en-US" sz="1350" spc="-1" strike="noStrike">
              <a:solidFill>
                <a:srgbClr val="000000"/>
              </a:solidFill>
              <a:latin typeface="Noto Sans KR"/>
            </a:endParaRPr>
          </a:p>
        </p:txBody>
      </p:sp>
      <p:sp>
        <p:nvSpPr>
          <p:cNvPr id="277" name="Text 33"/>
          <p:cNvSpPr/>
          <p:nvPr/>
        </p:nvSpPr>
        <p:spPr>
          <a:xfrm>
            <a:off x="3154680" y="4617720"/>
            <a:ext cx="822325" cy="603250"/>
          </a:xfrm>
          <a:prstGeom prst="rect">
            <a:avLst/>
          </a:prstGeom>
          <a:noFill/>
          <a:ln w="0">
            <a:noFill/>
          </a:ln>
        </p:spPr>
        <p:style>
          <a:lnRef idx="0"/>
          <a:fillRef idx="0"/>
          <a:effectRef idx="0"/>
          <a:fontRef idx="minor"/>
        </p:style>
        <p:txBody>
          <a:bodyPr lIns="0" rIns="0" tIns="0" bIns="0" anchor="ctr">
            <a:noAutofit/>
          </a:bodyPr>
          <a:p>
            <a:pPr algn="r" defTabSz="914400">
              <a:lnSpc>
                <a:spcPct val="100000"/>
              </a:lnSpc>
              <a:tabLst>
                <a:tab algn="l" pos="0"/>
              </a:tabLst>
            </a:pPr>
            <a:r>
              <a:rPr b="1" lang="en-US" sz="2200" spc="-1" strike="noStrike">
                <a:solidFill>
                  <a:srgbClr val="b5654a"/>
                </a:solidFill>
                <a:latin typeface="Malgun Gothic"/>
                <a:ea typeface="Malgun Gothic"/>
              </a:rPr>
              <a:t>–</a:t>
            </a:r>
            <a:r>
              <a:rPr b="1" lang="en-US" sz="2200" spc="-1" strike="noStrike">
                <a:solidFill>
                  <a:srgbClr val="b5654a"/>
                </a:solidFill>
                <a:latin typeface="Malgun Gothic"/>
                <a:ea typeface="Malgun Gothic"/>
              </a:rPr>
              <a:t>8</a:t>
            </a:r>
            <a:endParaRPr b="0" lang="en-US" sz="2200" spc="-1" strike="noStrike">
              <a:solidFill>
                <a:srgbClr val="000000"/>
              </a:solidFill>
              <a:latin typeface="Noto Sans KR"/>
            </a:endParaRPr>
          </a:p>
        </p:txBody>
      </p:sp>
      <p:sp>
        <p:nvSpPr>
          <p:cNvPr id="278" name="Shape 34"/>
          <p:cNvSpPr/>
          <p:nvPr/>
        </p:nvSpPr>
        <p:spPr>
          <a:xfrm>
            <a:off x="4297680" y="4617720"/>
            <a:ext cx="3565525" cy="603250"/>
          </a:xfrm>
          <a:prstGeom prst="roundRect">
            <a:avLst>
              <a:gd name="adj" fmla="val 21212"/>
            </a:avLst>
          </a:prstGeom>
          <a:solidFill>
            <a:srgbClr val="ffffff"/>
          </a:solidFill>
          <a:ln w="12700">
            <a:solidFill>
              <a:srgbClr val="d8cbb2"/>
            </a:solidFill>
            <a:round/>
          </a:ln>
        </p:spPr>
        <p:style>
          <a:lnRef idx="0"/>
          <a:fillRef idx="0"/>
          <a:effectRef idx="0"/>
          <a:fontRef idx="minor"/>
        </p:style>
        <p:txBody>
          <a:bodyPr lIns="90000" rIns="90000" tIns="45000" bIns="45000" anchor="t">
            <a:noAutofit/>
          </a:bodyPr>
          <a:p>
            <a:endParaRPr b="0" lang="en-US" sz="1800" spc="-1" strike="noStrike">
              <a:solidFill>
                <a:srgbClr val="000000"/>
              </a:solidFill>
              <a:latin typeface="Noto Sans KR"/>
            </a:endParaRPr>
          </a:p>
        </p:txBody>
      </p:sp>
      <p:sp>
        <p:nvSpPr>
          <p:cNvPr id="279" name="Text 35"/>
          <p:cNvSpPr/>
          <p:nvPr/>
        </p:nvSpPr>
        <p:spPr>
          <a:xfrm>
            <a:off x="4480560" y="4617720"/>
            <a:ext cx="2513965" cy="60325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ko-KR" sz="1350" spc="-1" strike="noStrike">
                <a:solidFill>
                  <a:srgbClr val="1e2621"/>
                </a:solidFill>
                <a:latin typeface="Malgun Gothic"/>
                <a:ea typeface="Malgun Gothic"/>
              </a:rPr>
              <a:t>실외 </a:t>
            </a:r>
            <a:r>
              <a:rPr b="1" lang="en-US" sz="1350" spc="-1" strike="noStrike">
                <a:solidFill>
                  <a:srgbClr val="1e2621"/>
                </a:solidFill>
                <a:latin typeface="Malgun Gothic"/>
                <a:ea typeface="Malgun Gothic"/>
              </a:rPr>
              <a:t>· </a:t>
            </a:r>
            <a:r>
              <a:rPr b="1" lang="ko-KR" sz="1350" spc="-1" strike="noStrike">
                <a:solidFill>
                  <a:srgbClr val="1e2621"/>
                </a:solidFill>
                <a:latin typeface="Malgun Gothic"/>
                <a:ea typeface="Malgun Gothic"/>
              </a:rPr>
              <a:t>풍속 </a:t>
            </a:r>
            <a:r>
              <a:rPr b="1" lang="en-US" sz="1350" spc="-1" strike="noStrike">
                <a:solidFill>
                  <a:srgbClr val="1e2621"/>
                </a:solidFill>
                <a:latin typeface="Malgun Gothic"/>
                <a:ea typeface="Malgun Gothic"/>
              </a:rPr>
              <a:t>8m/s </a:t>
            </a:r>
            <a:r>
              <a:rPr b="1" lang="ko-KR" sz="1350" spc="-1" strike="noStrike">
                <a:solidFill>
                  <a:srgbClr val="1e2621"/>
                </a:solidFill>
                <a:latin typeface="Malgun Gothic"/>
                <a:ea typeface="Malgun Gothic"/>
              </a:rPr>
              <a:t>이상</a:t>
            </a:r>
            <a:endParaRPr b="0" lang="en-US" sz="1350" spc="-1" strike="noStrike">
              <a:solidFill>
                <a:srgbClr val="000000"/>
              </a:solidFill>
              <a:latin typeface="Noto Sans KR"/>
            </a:endParaRPr>
          </a:p>
        </p:txBody>
      </p:sp>
      <p:sp>
        <p:nvSpPr>
          <p:cNvPr id="280" name="Text 36"/>
          <p:cNvSpPr/>
          <p:nvPr/>
        </p:nvSpPr>
        <p:spPr>
          <a:xfrm>
            <a:off x="6903720" y="4617720"/>
            <a:ext cx="822325" cy="603250"/>
          </a:xfrm>
          <a:prstGeom prst="rect">
            <a:avLst/>
          </a:prstGeom>
          <a:noFill/>
          <a:ln w="0">
            <a:noFill/>
          </a:ln>
        </p:spPr>
        <p:style>
          <a:lnRef idx="0"/>
          <a:fillRef idx="0"/>
          <a:effectRef idx="0"/>
          <a:fontRef idx="minor"/>
        </p:style>
        <p:txBody>
          <a:bodyPr lIns="0" rIns="0" tIns="0" bIns="0" anchor="ctr">
            <a:noAutofit/>
          </a:bodyPr>
          <a:p>
            <a:pPr algn="r" defTabSz="914400">
              <a:lnSpc>
                <a:spcPct val="100000"/>
              </a:lnSpc>
              <a:tabLst>
                <a:tab algn="l" pos="0"/>
              </a:tabLst>
            </a:pPr>
            <a:r>
              <a:rPr b="1" lang="en-US" sz="2200" spc="-1" strike="noStrike">
                <a:solidFill>
                  <a:srgbClr val="b5654a"/>
                </a:solidFill>
                <a:latin typeface="Malgun Gothic"/>
                <a:ea typeface="Malgun Gothic"/>
              </a:rPr>
              <a:t>–</a:t>
            </a:r>
            <a:r>
              <a:rPr b="1" lang="en-US" sz="2200" spc="-1" strike="noStrike">
                <a:solidFill>
                  <a:srgbClr val="b5654a"/>
                </a:solidFill>
                <a:latin typeface="Malgun Gothic"/>
                <a:ea typeface="Malgun Gothic"/>
              </a:rPr>
              <a:t>8</a:t>
            </a:r>
            <a:endParaRPr b="0" lang="en-US" sz="2200" spc="-1" strike="noStrike">
              <a:solidFill>
                <a:srgbClr val="000000"/>
              </a:solidFill>
              <a:latin typeface="Noto Sans KR"/>
            </a:endParaRPr>
          </a:p>
        </p:txBody>
      </p:sp>
      <p:sp>
        <p:nvSpPr>
          <p:cNvPr id="281" name="Shape 37"/>
          <p:cNvSpPr/>
          <p:nvPr/>
        </p:nvSpPr>
        <p:spPr>
          <a:xfrm>
            <a:off x="548640" y="5349240"/>
            <a:ext cx="3565525" cy="603250"/>
          </a:xfrm>
          <a:prstGeom prst="roundRect">
            <a:avLst>
              <a:gd name="adj" fmla="val 21212"/>
            </a:avLst>
          </a:prstGeom>
          <a:solidFill>
            <a:srgbClr val="ffffff"/>
          </a:solidFill>
          <a:ln w="12700">
            <a:solidFill>
              <a:srgbClr val="d8cbb2"/>
            </a:solidFill>
            <a:round/>
          </a:ln>
        </p:spPr>
        <p:style>
          <a:lnRef idx="0"/>
          <a:fillRef idx="0"/>
          <a:effectRef idx="0"/>
          <a:fontRef idx="minor"/>
        </p:style>
        <p:txBody>
          <a:bodyPr lIns="90000" rIns="90000" tIns="45000" bIns="45000" anchor="t">
            <a:noAutofit/>
          </a:bodyPr>
          <a:p>
            <a:endParaRPr b="0" lang="en-US" sz="1800" spc="-1" strike="noStrike">
              <a:solidFill>
                <a:srgbClr val="000000"/>
              </a:solidFill>
              <a:latin typeface="Noto Sans KR"/>
            </a:endParaRPr>
          </a:p>
        </p:txBody>
      </p:sp>
      <p:sp>
        <p:nvSpPr>
          <p:cNvPr id="282" name="Text 38"/>
          <p:cNvSpPr/>
          <p:nvPr/>
        </p:nvSpPr>
        <p:spPr>
          <a:xfrm>
            <a:off x="731520" y="5349240"/>
            <a:ext cx="2513965" cy="60325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ko-KR" sz="1350" spc="-1" strike="noStrike">
                <a:solidFill>
                  <a:srgbClr val="1e2621"/>
                </a:solidFill>
                <a:latin typeface="Malgun Gothic"/>
                <a:ea typeface="Malgun Gothic"/>
              </a:rPr>
              <a:t>미세먼지 높은 날 </a:t>
            </a:r>
            <a:r>
              <a:rPr b="1" lang="en-US" sz="1350" spc="-1" strike="noStrike">
                <a:solidFill>
                  <a:srgbClr val="1e2621"/>
                </a:solidFill>
                <a:latin typeface="Malgun Gothic"/>
                <a:ea typeface="Malgun Gothic"/>
              </a:rPr>
              <a:t>· </a:t>
            </a:r>
            <a:r>
              <a:rPr b="1" lang="ko-KR" sz="1350" spc="-1" strike="noStrike">
                <a:solidFill>
                  <a:srgbClr val="1e2621"/>
                </a:solidFill>
                <a:latin typeface="Malgun Gothic"/>
                <a:ea typeface="Malgun Gothic"/>
              </a:rPr>
              <a:t>실내 시설</a:t>
            </a:r>
            <a:endParaRPr b="0" lang="en-US" sz="1350" spc="-1" strike="noStrike">
              <a:solidFill>
                <a:srgbClr val="000000"/>
              </a:solidFill>
              <a:latin typeface="Noto Sans KR"/>
            </a:endParaRPr>
          </a:p>
        </p:txBody>
      </p:sp>
      <p:sp>
        <p:nvSpPr>
          <p:cNvPr id="283" name="Text 39"/>
          <p:cNvSpPr/>
          <p:nvPr/>
        </p:nvSpPr>
        <p:spPr>
          <a:xfrm>
            <a:off x="3154680" y="5349240"/>
            <a:ext cx="822325" cy="603250"/>
          </a:xfrm>
          <a:prstGeom prst="rect">
            <a:avLst/>
          </a:prstGeom>
          <a:noFill/>
          <a:ln w="0">
            <a:noFill/>
          </a:ln>
        </p:spPr>
        <p:style>
          <a:lnRef idx="0"/>
          <a:fillRef idx="0"/>
          <a:effectRef idx="0"/>
          <a:fontRef idx="minor"/>
        </p:style>
        <p:txBody>
          <a:bodyPr lIns="0" rIns="0" tIns="0" bIns="0" anchor="ctr">
            <a:noAutofit/>
          </a:bodyPr>
          <a:p>
            <a:pPr algn="r" defTabSz="914400">
              <a:lnSpc>
                <a:spcPct val="100000"/>
              </a:lnSpc>
              <a:tabLst>
                <a:tab algn="l" pos="0"/>
              </a:tabLst>
            </a:pPr>
            <a:r>
              <a:rPr b="1" lang="en-US" sz="2200" spc="-1" strike="noStrike">
                <a:solidFill>
                  <a:srgbClr val="2e5a46"/>
                </a:solidFill>
                <a:latin typeface="Malgun Gothic"/>
                <a:ea typeface="Malgun Gothic"/>
              </a:rPr>
              <a:t>+14</a:t>
            </a:r>
            <a:endParaRPr b="0" lang="en-US" sz="2200" spc="-1" strike="noStrike">
              <a:solidFill>
                <a:srgbClr val="000000"/>
              </a:solidFill>
              <a:latin typeface="Noto Sans KR"/>
            </a:endParaRPr>
          </a:p>
        </p:txBody>
      </p:sp>
      <p:sp>
        <p:nvSpPr>
          <p:cNvPr id="284" name="Shape 40"/>
          <p:cNvSpPr/>
          <p:nvPr/>
        </p:nvSpPr>
        <p:spPr>
          <a:xfrm>
            <a:off x="4297680" y="5349240"/>
            <a:ext cx="3565525" cy="603250"/>
          </a:xfrm>
          <a:prstGeom prst="roundRect">
            <a:avLst>
              <a:gd name="adj" fmla="val 21212"/>
            </a:avLst>
          </a:prstGeom>
          <a:solidFill>
            <a:srgbClr val="ffffff"/>
          </a:solidFill>
          <a:ln w="12700">
            <a:solidFill>
              <a:srgbClr val="d8cbb2"/>
            </a:solidFill>
            <a:round/>
          </a:ln>
        </p:spPr>
        <p:style>
          <a:lnRef idx="0"/>
          <a:fillRef idx="0"/>
          <a:effectRef idx="0"/>
          <a:fontRef idx="minor"/>
        </p:style>
        <p:txBody>
          <a:bodyPr lIns="90000" rIns="90000" tIns="45000" bIns="45000" anchor="t">
            <a:noAutofit/>
          </a:bodyPr>
          <a:p>
            <a:endParaRPr b="0" lang="en-US" sz="1800" spc="-1" strike="noStrike">
              <a:solidFill>
                <a:srgbClr val="000000"/>
              </a:solidFill>
              <a:latin typeface="Noto Sans KR"/>
            </a:endParaRPr>
          </a:p>
        </p:txBody>
      </p:sp>
      <p:sp>
        <p:nvSpPr>
          <p:cNvPr id="285" name="Text 41"/>
          <p:cNvSpPr/>
          <p:nvPr/>
        </p:nvSpPr>
        <p:spPr>
          <a:xfrm>
            <a:off x="4480560" y="5349240"/>
            <a:ext cx="2513965" cy="60325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ko-KR" sz="1350" spc="-1" strike="noStrike">
                <a:solidFill>
                  <a:srgbClr val="1e2621"/>
                </a:solidFill>
                <a:latin typeface="Malgun Gothic"/>
                <a:ea typeface="Malgun Gothic"/>
              </a:rPr>
              <a:t>특정 당일</a:t>
            </a:r>
            <a:r>
              <a:rPr b="1" lang="en-US" sz="1350" spc="-1" strike="noStrike">
                <a:solidFill>
                  <a:srgbClr val="1e2621"/>
                </a:solidFill>
                <a:latin typeface="Malgun Gothic"/>
                <a:ea typeface="Malgun Gothic"/>
              </a:rPr>
              <a:t>·</a:t>
            </a:r>
            <a:r>
              <a:rPr b="1" lang="ko-KR" sz="1350" spc="-1" strike="noStrike">
                <a:solidFill>
                  <a:srgbClr val="1e2621"/>
                </a:solidFill>
                <a:latin typeface="Malgun Gothic"/>
                <a:ea typeface="Malgun Gothic"/>
              </a:rPr>
              <a:t>임시 휴무 문구 감지</a:t>
            </a:r>
            <a:endParaRPr b="0" lang="en-US" sz="1350" spc="-1" strike="noStrike">
              <a:solidFill>
                <a:srgbClr val="000000"/>
              </a:solidFill>
              <a:latin typeface="Noto Sans KR"/>
            </a:endParaRPr>
          </a:p>
        </p:txBody>
      </p:sp>
      <p:sp>
        <p:nvSpPr>
          <p:cNvPr id="286" name="Text 42"/>
          <p:cNvSpPr/>
          <p:nvPr/>
        </p:nvSpPr>
        <p:spPr>
          <a:xfrm>
            <a:off x="6903720" y="5349240"/>
            <a:ext cx="822325" cy="603250"/>
          </a:xfrm>
          <a:prstGeom prst="rect">
            <a:avLst/>
          </a:prstGeom>
          <a:noFill/>
          <a:ln w="0">
            <a:noFill/>
          </a:ln>
        </p:spPr>
        <p:style>
          <a:lnRef idx="0"/>
          <a:fillRef idx="0"/>
          <a:effectRef idx="0"/>
          <a:fontRef idx="minor"/>
        </p:style>
        <p:txBody>
          <a:bodyPr lIns="0" rIns="0" tIns="0" bIns="0" anchor="ctr">
            <a:noAutofit/>
          </a:bodyPr>
          <a:p>
            <a:pPr algn="r" defTabSz="914400">
              <a:lnSpc>
                <a:spcPct val="100000"/>
              </a:lnSpc>
              <a:tabLst>
                <a:tab algn="l" pos="0"/>
              </a:tabLst>
            </a:pPr>
            <a:r>
              <a:rPr b="1" lang="en-US" sz="2200" spc="-1" strike="noStrike">
                <a:solidFill>
                  <a:srgbClr val="b5654a"/>
                </a:solidFill>
                <a:latin typeface="Malgun Gothic"/>
                <a:ea typeface="Malgun Gothic"/>
              </a:rPr>
              <a:t>–</a:t>
            </a:r>
            <a:r>
              <a:rPr b="1" lang="en-US" sz="2200" spc="-1" strike="noStrike">
                <a:solidFill>
                  <a:srgbClr val="b5654a"/>
                </a:solidFill>
                <a:latin typeface="Malgun Gothic"/>
                <a:ea typeface="Malgun Gothic"/>
              </a:rPr>
              <a:t>25</a:t>
            </a:r>
            <a:endParaRPr b="0" lang="en-US" sz="2200" spc="-1" strike="noStrike">
              <a:solidFill>
                <a:srgbClr val="000000"/>
              </a:solidFill>
              <a:latin typeface="Noto Sans KR"/>
            </a:endParaRPr>
          </a:p>
        </p:txBody>
      </p:sp>
      <p:sp>
        <p:nvSpPr>
          <p:cNvPr id="287" name="Shape 43"/>
          <p:cNvSpPr>
            <a:spLocks/>
          </p:cNvSpPr>
          <p:nvPr/>
        </p:nvSpPr>
        <p:spPr>
          <a:xfrm rot="0">
            <a:off x="8183880" y="3154680"/>
            <a:ext cx="3456940" cy="2798445"/>
          </a:xfrm>
          <a:prstGeom prst="roundRect">
            <a:avLst>
              <a:gd name="adj" fmla="val 4575"/>
            </a:avLst>
          </a:prstGeom>
          <a:solidFill>
            <a:srgbClr val="1E3B2F"/>
          </a:solidFill>
          <a:ln w="12700" cap="flat" cmpd="sng">
            <a:solidFill>
              <a:srgbClr val="1E3B2F">
                <a:alpha val="100000"/>
              </a:srgbClr>
            </a:solidFill>
            <a:prstDash val="solid"/>
            <a:round/>
          </a:ln>
          <a:effectLst>
            <a:outerShdw sx="100000" sy="100000" blurRad="101520" dist="25560" dir="5400000" rotWithShape="0" algn="bl">
              <a:srgbClr val="8A7A5C">
                <a:alpha val="17647"/>
              </a:srgbClr>
            </a:outerShdw>
          </a:effectLst>
        </p:spPr>
        <p:style>
          <a:lnRef idx="0"/>
          <a:fillRef idx="0"/>
          <a:effectRef idx="0"/>
          <a:fontRef idx="minor"/>
        </p:style>
        <p:txBody>
          <a:bodyPr wrap="square" lIns="90170" tIns="45085" rIns="90170" bIns="45085" numCol="1" vert="horz" anchor="t">
            <a:noAutofit/>
          </a:bodyPr>
          <a:lstStyle/>
          <a:p>
            <a:pPr marL="0" indent="0">
              <a:buFontTx/>
              <a:buNone/>
            </a:pPr>
            <a:endParaRPr lang="ko-KR" altLang="en-US" sz="1800" b="0" strike="noStrike">
              <a:solidFill>
                <a:srgbClr val="FFFFFF"/>
              </a:solidFill>
              <a:latin typeface="Noto Sans KR" charset="0"/>
            </a:endParaRPr>
          </a:p>
        </p:txBody>
      </p:sp>
      <p:sp>
        <p:nvSpPr>
          <p:cNvPr id="288" name="Text 44"/>
          <p:cNvSpPr>
            <a:spLocks/>
          </p:cNvSpPr>
          <p:nvPr/>
        </p:nvSpPr>
        <p:spPr>
          <a:xfrm rot="0">
            <a:off x="8412480" y="3383280"/>
            <a:ext cx="3017520" cy="365760"/>
          </a:xfrm>
          <a:prstGeom prst="rect"/>
          <a:noFill/>
          <a:ln>
            <a:noFill/>
            <a:prstDash/>
          </a:ln>
        </p:spPr>
        <p:style>
          <a:lnRef idx="0"/>
          <a:fillRef idx="0"/>
          <a:effectRef idx="0"/>
          <a:fontRef idx="minor"/>
        </p:style>
        <p:txBody>
          <a:bodyPr wrap="square" lIns="0" tIns="0" rIns="0" bIns="0" numCol="1" vert="horz" anchor="t">
            <a:noAutofit/>
          </a:bodyPr>
          <a:lstStyle/>
          <a:p>
            <a:pPr marL="0" indent="0" defTabSz="914400">
              <a:lnSpc>
                <a:spcPct val="100000"/>
              </a:lnSpc>
              <a:buFontTx/>
              <a:buNone/>
              <a:tabLst>
                <a:tab pos="0" algn="l"/>
              </a:tabLst>
            </a:pPr>
            <a:r>
              <a:rPr lang="en-US" sz="1700" b="1" strike="noStrike">
                <a:solidFill>
                  <a:srgbClr val="9DB5A8"/>
                </a:solidFill>
                <a:latin typeface="Malgun Gothic" charset="0"/>
                <a:ea typeface="Malgun Gothic" charset="0"/>
              </a:rPr>
              <a:t>AI</a:t>
            </a:r>
            <a:r>
              <a:rPr lang="ko-KR" sz="1700" b="1" strike="noStrike">
                <a:solidFill>
                  <a:srgbClr val="9DB5A8"/>
                </a:solidFill>
                <a:latin typeface="Malgun Gothic" charset="0"/>
                <a:ea typeface="Malgun Gothic" charset="0"/>
              </a:rPr>
              <a:t>가</a:t>
            </a:r>
            <a:r>
              <a:rPr lang="ko-KR" sz="1700" b="1" strike="noStrike">
                <a:solidFill>
                  <a:srgbClr val="9DB5A8"/>
                </a:solidFill>
                <a:latin typeface="Malgun Gothic" charset="0"/>
                <a:ea typeface="Malgun Gothic" charset="0"/>
              </a:rPr>
              <a:t> </a:t>
            </a:r>
            <a:r>
              <a:rPr lang="ko-KR" sz="1700" b="1" strike="noStrike">
                <a:solidFill>
                  <a:srgbClr val="9DB5A8"/>
                </a:solidFill>
                <a:latin typeface="Malgun Gothic" charset="0"/>
                <a:ea typeface="Malgun Gothic" charset="0"/>
              </a:rPr>
              <a:t>계산한</a:t>
            </a:r>
            <a:r>
              <a:rPr lang="ko-KR" sz="1700" b="1" strike="noStrike">
                <a:solidFill>
                  <a:srgbClr val="9DB5A8"/>
                </a:solidFill>
                <a:latin typeface="Malgun Gothic" charset="0"/>
                <a:ea typeface="Malgun Gothic" charset="0"/>
              </a:rPr>
              <a:t> </a:t>
            </a:r>
            <a:r>
              <a:rPr lang="ko-KR" sz="1700" b="1" strike="noStrike">
                <a:solidFill>
                  <a:srgbClr val="9DB5A8"/>
                </a:solidFill>
                <a:latin typeface="Malgun Gothic" charset="0"/>
                <a:ea typeface="Malgun Gothic" charset="0"/>
              </a:rPr>
              <a:t>확률</a:t>
            </a:r>
            <a:r>
              <a:rPr lang="en-US" sz="1700" b="1" strike="noStrike">
                <a:solidFill>
                  <a:srgbClr val="9DB5A8"/>
                </a:solidFill>
                <a:latin typeface="Malgun Gothic" charset="0"/>
                <a:ea typeface="Malgun Gothic" charset="0"/>
              </a:rPr>
              <a:t>?</a:t>
            </a:r>
            <a:endParaRPr lang="ko-KR" altLang="en-US" sz="1700" b="1" strike="noStrike">
              <a:solidFill>
                <a:srgbClr val="9DB5A8"/>
              </a:solidFill>
              <a:latin typeface="Malgun Gothic" charset="0"/>
              <a:ea typeface="Malgun Gothic" charset="0"/>
            </a:endParaRPr>
          </a:p>
        </p:txBody>
      </p:sp>
      <p:sp>
        <p:nvSpPr>
          <p:cNvPr id="289" name="Text 45"/>
          <p:cNvSpPr/>
          <p:nvPr/>
        </p:nvSpPr>
        <p:spPr>
          <a:xfrm>
            <a:off x="8412480" y="3749040"/>
            <a:ext cx="3016885" cy="456565"/>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1" lang="ko-KR" sz="2400" spc="-1" strike="noStrike">
                <a:solidFill>
                  <a:srgbClr val="d9a441"/>
                </a:solidFill>
                <a:latin typeface="Malgun Gothic"/>
                <a:ea typeface="Malgun Gothic"/>
              </a:rPr>
              <a:t>아니요</a:t>
            </a:r>
            <a:r>
              <a:rPr b="1" lang="en-US" sz="2400" spc="-1" strike="noStrike">
                <a:solidFill>
                  <a:srgbClr val="d9a441"/>
                </a:solidFill>
                <a:latin typeface="Malgun Gothic"/>
                <a:ea typeface="Malgun Gothic"/>
              </a:rPr>
              <a:t>.</a:t>
            </a:r>
            <a:endParaRPr b="0" lang="en-US" sz="2400" spc="-1" strike="noStrike">
              <a:solidFill>
                <a:srgbClr val="000000"/>
              </a:solidFill>
              <a:latin typeface="Noto Sans KR"/>
            </a:endParaRPr>
          </a:p>
        </p:txBody>
      </p:sp>
      <p:sp>
        <p:nvSpPr>
          <p:cNvPr id="290" name="Text 46"/>
          <p:cNvSpPr/>
          <p:nvPr/>
        </p:nvSpPr>
        <p:spPr>
          <a:xfrm>
            <a:off x="8412480" y="4297680"/>
            <a:ext cx="3016885" cy="822325"/>
          </a:xfrm>
          <a:prstGeom prst="rect">
            <a:avLst/>
          </a:prstGeom>
          <a:noFill/>
          <a:ln w="0">
            <a:noFill/>
          </a:ln>
        </p:spPr>
        <p:style>
          <a:lnRef idx="0"/>
          <a:fillRef idx="0"/>
          <a:effectRef idx="0"/>
          <a:fontRef idx="minor"/>
        </p:style>
        <p:txBody>
          <a:bodyPr lIns="0" rIns="0" tIns="0" bIns="0" anchor="t">
            <a:noAutofit/>
          </a:bodyPr>
          <a:p>
            <a:pPr defTabSz="914400">
              <a:lnSpc>
                <a:spcPct val="110000"/>
              </a:lnSpc>
              <a:tabLst>
                <a:tab algn="l" pos="0"/>
              </a:tabLst>
            </a:pPr>
            <a:r>
              <a:rPr b="1" lang="ko-KR" sz="2000" spc="-1" strike="noStrike">
                <a:solidFill>
                  <a:srgbClr val="ffffff"/>
                </a:solidFill>
                <a:latin typeface="Malgun Gothic"/>
                <a:ea typeface="Malgun Gothic"/>
              </a:rPr>
              <a:t>팀이 설정한</a:t>
            </a:r>
            <a:endParaRPr b="0" lang="en-US" sz="2000" spc="-1" strike="noStrike">
              <a:solidFill>
                <a:srgbClr val="000000"/>
              </a:solidFill>
              <a:latin typeface="Noto Sans KR"/>
            </a:endParaRPr>
          </a:p>
          <a:p>
            <a:pPr defTabSz="914400">
              <a:lnSpc>
                <a:spcPct val="110000"/>
              </a:lnSpc>
              <a:tabLst>
                <a:tab algn="l" pos="0"/>
              </a:tabLst>
            </a:pPr>
            <a:r>
              <a:rPr b="1" lang="ko-KR" sz="2000" spc="-1" strike="noStrike">
                <a:solidFill>
                  <a:srgbClr val="ffffff"/>
                </a:solidFill>
                <a:latin typeface="Malgun Gothic"/>
                <a:ea typeface="Malgun Gothic"/>
              </a:rPr>
              <a:t>규칙 기반 우선순위</a:t>
            </a:r>
            <a:endParaRPr b="0" lang="en-US" sz="2000" spc="-1" strike="noStrike">
              <a:solidFill>
                <a:srgbClr val="000000"/>
              </a:solidFill>
              <a:latin typeface="Noto Sans KR"/>
            </a:endParaRPr>
          </a:p>
        </p:txBody>
      </p:sp>
      <p:sp>
        <p:nvSpPr>
          <p:cNvPr id="291" name="Text 47"/>
          <p:cNvSpPr/>
          <p:nvPr/>
        </p:nvSpPr>
        <p:spPr>
          <a:xfrm>
            <a:off x="8412480" y="5212080"/>
            <a:ext cx="3016885" cy="593725"/>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1" lang="ko-KR" sz="1250" spc="-1" strike="noStrike">
                <a:solidFill>
                  <a:srgbClr val="cfe0d5"/>
                </a:solidFill>
                <a:latin typeface="Malgun Gothic"/>
                <a:ea typeface="Malgun Gothic"/>
              </a:rPr>
              <a:t>추천 카드에 점수의 이유를 함께 보여줄 수 있습니다</a:t>
            </a:r>
            <a:endParaRPr b="0" lang="en-US" sz="1250" spc="-1" strike="noStrike">
              <a:solidFill>
                <a:srgbClr val="000000"/>
              </a:solidFill>
              <a:latin typeface="Noto Sans KR"/>
            </a:endParaRPr>
          </a:p>
        </p:txBody>
      </p:sp>
      <p:sp>
        <p:nvSpPr>
          <p:cNvPr id="292" name="Text 48"/>
          <p:cNvSpPr/>
          <p:nvPr/>
        </p:nvSpPr>
        <p:spPr>
          <a:xfrm>
            <a:off x="548640" y="6144895"/>
            <a:ext cx="7588885" cy="255905"/>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1" lang="en-US" sz="1150" spc="-1" strike="noStrike">
                <a:solidFill>
                  <a:srgbClr val="5e5b52"/>
                </a:solidFill>
                <a:latin typeface="Malgun Gothic"/>
                <a:ea typeface="Malgun Gothic"/>
              </a:rPr>
              <a:t>※ </a:t>
            </a:r>
            <a:r>
              <a:rPr b="1" lang="ko-KR" sz="1150" spc="-1" strike="noStrike">
                <a:solidFill>
                  <a:srgbClr val="5e5b52"/>
                </a:solidFill>
                <a:latin typeface="Malgun Gothic"/>
                <a:ea typeface="Malgun Gothic"/>
              </a:rPr>
              <a:t>일반 시설 추천 경로 기준 </a:t>
            </a:r>
            <a:r>
              <a:rPr b="1" lang="en-US" sz="1150" spc="-1" strike="noStrike">
                <a:solidFill>
                  <a:srgbClr val="5e5b52"/>
                </a:solidFill>
                <a:latin typeface="Malgun Gothic"/>
                <a:ea typeface="Malgun Gothic"/>
              </a:rPr>
              <a:t>· </a:t>
            </a:r>
            <a:r>
              <a:rPr b="1" lang="ko-KR" sz="1150" spc="-1" strike="noStrike">
                <a:solidFill>
                  <a:srgbClr val="5e5b52"/>
                </a:solidFill>
                <a:latin typeface="Malgun Gothic"/>
                <a:ea typeface="Malgun Gothic"/>
              </a:rPr>
              <a:t>카카오 검색으로 보완하는 후보는 별도 점수식 사용</a:t>
            </a:r>
            <a:endParaRPr b="0" lang="en-US" sz="1150" spc="-1" strike="noStrike">
              <a:solidFill>
                <a:srgbClr val="000000"/>
              </a:solidFill>
              <a:latin typeface="Noto Sans KR"/>
            </a:endParaRPr>
          </a:p>
        </p:txBody>
      </p:sp>
      <p:sp>
        <p:nvSpPr>
          <p:cNvPr id="293" name="Text 49"/>
          <p:cNvSpPr/>
          <p:nvPr/>
        </p:nvSpPr>
        <p:spPr>
          <a:xfrm>
            <a:off x="548640" y="6446520"/>
            <a:ext cx="4571365" cy="227965"/>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1" lang="en-US" sz="900" spc="199" strike="noStrike">
                <a:solidFill>
                  <a:srgbClr val="9a907c"/>
                </a:solidFill>
                <a:latin typeface="Malgun Gothic"/>
                <a:ea typeface="Malgun Gothic"/>
              </a:rPr>
              <a:t>WOOSIMWOONKKA · MY MOVE CLUB</a:t>
            </a:r>
            <a:endParaRPr b="0" lang="en-US" sz="900" spc="-1" strike="noStrike">
              <a:solidFill>
                <a:srgbClr val="000000"/>
              </a:solidFill>
              <a:latin typeface="Noto Sans KR"/>
            </a:endParaRPr>
          </a:p>
        </p:txBody>
      </p:sp>
      <p:sp>
        <p:nvSpPr>
          <p:cNvPr id="294" name="Text 50"/>
          <p:cNvSpPr/>
          <p:nvPr/>
        </p:nvSpPr>
        <p:spPr>
          <a:xfrm>
            <a:off x="11182985" y="6446520"/>
            <a:ext cx="456565" cy="227965"/>
          </a:xfrm>
          <a:prstGeom prst="rect">
            <a:avLst/>
          </a:prstGeom>
          <a:noFill/>
          <a:ln w="0">
            <a:noFill/>
          </a:ln>
        </p:spPr>
        <p:style>
          <a:lnRef idx="0"/>
          <a:fillRef idx="0"/>
          <a:effectRef idx="0"/>
          <a:fontRef idx="minor"/>
        </p:style>
        <p:txBody>
          <a:bodyPr lIns="0" rIns="0" tIns="0" bIns="0" anchor="t">
            <a:noAutofit/>
          </a:bodyPr>
          <a:p>
            <a:pPr algn="r" defTabSz="914400">
              <a:lnSpc>
                <a:spcPct val="100000"/>
              </a:lnSpc>
              <a:tabLst>
                <a:tab algn="l" pos="0"/>
              </a:tabLst>
            </a:pPr>
            <a:r>
              <a:rPr b="1" lang="en-US" sz="900" spc="-1" strike="noStrike">
                <a:solidFill>
                  <a:srgbClr val="9a907c"/>
                </a:solidFill>
                <a:latin typeface="Malgun Gothic"/>
                <a:ea typeface="Malgun Gothic"/>
              </a:rPr>
              <a:t>10</a:t>
            </a:r>
            <a:endParaRPr b="0" lang="en-US" sz="900" spc="-1" strike="noStrike">
              <a:solidFill>
                <a:srgbClr val="000000"/>
              </a:solidFill>
              <a:latin typeface="Noto Sans KR"/>
            </a:endParaRPr>
          </a:p>
        </p:txBody>
      </p:sp>
    </p:spTree>
  </p:cSld>
  <mc:AlternateContent xmlns:mc="http://schemas.openxmlformats.org/markup-compatibility/2006">
    <mc:Choice xmlns:p14="http://schemas.microsoft.com/office/powerpoint/2010/main" Requires="p14">
      <p:transition spd="slow" p14:dur="2000"/>
    </mc:Choice>
    <mc:Fallback>
      <p:transition spd="slow"/>
    </mc:Fallback>
  </mc:AlternateContent>
  <p:timing>
    <p:tnLst>
      <p:par>
        <p:cTn id="1" dur="indefinite" restart="never" nodeType="tmRoot"/>
      </p:par>
    </p:tnLst>
  </p:timing>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7F1E6"/>
        </a:solidFill>
      </p:bgPr>
    </p:bg>
    <p:spTree>
      <p:nvGrpSpPr>
        <p:cNvPr id="1" name=""/>
        <p:cNvGrpSpPr/>
        <p:nvPr/>
      </p:nvGrpSpPr>
      <p:grpSpPr>
        <a:xfrm>
          <a:off x="0" y="0"/>
          <a:ext cx="0" cy="0"/>
          <a:chOff x="0" y="0"/>
          <a:chExt cx="0" cy="0"/>
        </a:xfrm>
      </p:grpSpPr>
      <p:sp>
        <p:nvSpPr>
          <p:cNvPr id="295" name="Shape 0"/>
          <p:cNvSpPr/>
          <p:nvPr/>
        </p:nvSpPr>
        <p:spPr>
          <a:xfrm>
            <a:off x="548640" y="384175"/>
            <a:ext cx="383540" cy="383540"/>
          </a:xfrm>
          <a:prstGeom prst="ellipse">
            <a:avLst/>
          </a:prstGeom>
          <a:solidFill>
            <a:srgbClr val="2e5a46"/>
          </a:solidFill>
          <a:ln w="12700">
            <a:solidFill>
              <a:srgbClr val="2e5a46"/>
            </a:solidFill>
            <a:round/>
          </a:ln>
        </p:spPr>
        <p:style>
          <a:lnRef idx="0"/>
          <a:fillRef idx="0"/>
          <a:effectRef idx="0"/>
          <a:fontRef idx="minor"/>
        </p:style>
        <p:txBody>
          <a:bodyPr lIns="90000" rIns="90000" tIns="45000" bIns="45000" anchor="t">
            <a:noAutofit/>
          </a:bodyPr>
          <a:p>
            <a:endParaRPr b="0" lang="en-US" sz="1800" spc="-1" strike="noStrike">
              <a:solidFill>
                <a:srgbClr val="000000"/>
              </a:solidFill>
              <a:latin typeface="Noto Sans KR"/>
            </a:endParaRPr>
          </a:p>
        </p:txBody>
      </p:sp>
      <p:sp>
        <p:nvSpPr>
          <p:cNvPr id="296" name="Text 1"/>
          <p:cNvSpPr/>
          <p:nvPr/>
        </p:nvSpPr>
        <p:spPr>
          <a:xfrm>
            <a:off x="548640" y="384175"/>
            <a:ext cx="383540" cy="38354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300" spc="-1" strike="noStrike">
                <a:solidFill>
                  <a:srgbClr val="ffffff"/>
                </a:solidFill>
                <a:latin typeface="Malgun Gothic"/>
                <a:ea typeface="Malgun Gothic"/>
              </a:rPr>
              <a:t>04</a:t>
            </a:r>
            <a:endParaRPr b="0" lang="en-US" sz="1300" spc="-1" strike="noStrike">
              <a:solidFill>
                <a:srgbClr val="000000"/>
              </a:solidFill>
              <a:latin typeface="Noto Sans KR"/>
            </a:endParaRPr>
          </a:p>
        </p:txBody>
      </p:sp>
      <p:sp>
        <p:nvSpPr>
          <p:cNvPr id="297" name="Text 2"/>
          <p:cNvSpPr/>
          <p:nvPr/>
        </p:nvSpPr>
        <p:spPr>
          <a:xfrm>
            <a:off x="1042670" y="384175"/>
            <a:ext cx="5485765" cy="3835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400" spc="199" strike="noStrike">
                <a:solidFill>
                  <a:srgbClr val="b5654a"/>
                </a:solidFill>
                <a:latin typeface="Malgun Gothic"/>
                <a:ea typeface="Malgun Gothic"/>
              </a:rPr>
              <a:t>SCORE · </a:t>
            </a:r>
            <a:r>
              <a:rPr b="1" lang="ko-KR" sz="1400" spc="199" strike="noStrike">
                <a:solidFill>
                  <a:srgbClr val="b5654a"/>
                </a:solidFill>
                <a:latin typeface="Malgun Gothic"/>
                <a:ea typeface="Malgun Gothic"/>
              </a:rPr>
              <a:t>계산 예시</a:t>
            </a:r>
            <a:endParaRPr b="0" lang="en-US" sz="1400" spc="-1" strike="noStrike">
              <a:solidFill>
                <a:srgbClr val="000000"/>
              </a:solidFill>
              <a:latin typeface="Noto Sans KR"/>
            </a:endParaRPr>
          </a:p>
        </p:txBody>
      </p:sp>
      <p:sp>
        <p:nvSpPr>
          <p:cNvPr id="298" name="Text 3"/>
          <p:cNvSpPr/>
          <p:nvPr/>
        </p:nvSpPr>
        <p:spPr>
          <a:xfrm>
            <a:off x="548640" y="895985"/>
            <a:ext cx="11063605" cy="730885"/>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ko-KR" sz="3400" spc="-1" strike="noStrike">
                <a:solidFill>
                  <a:srgbClr val="1e2621"/>
                </a:solidFill>
                <a:latin typeface="Malgun Gothic"/>
                <a:ea typeface="Malgun Gothic"/>
              </a:rPr>
              <a:t>같은 </a:t>
            </a:r>
            <a:r>
              <a:rPr b="1" lang="en-US" sz="3400" spc="-1" strike="noStrike">
                <a:solidFill>
                  <a:srgbClr val="1e2621"/>
                </a:solidFill>
                <a:latin typeface="Malgun Gothic"/>
                <a:ea typeface="Malgun Gothic"/>
              </a:rPr>
              <a:t>1km, </a:t>
            </a:r>
            <a:r>
              <a:rPr b="1" lang="ko-KR" sz="3400" spc="-1" strike="noStrike">
                <a:solidFill>
                  <a:srgbClr val="1e2621"/>
                </a:solidFill>
                <a:latin typeface="Malgun Gothic"/>
                <a:ea typeface="Malgun Gothic"/>
              </a:rPr>
              <a:t>비 오고 미세먼지 나쁜 날이라면</a:t>
            </a:r>
            <a:r>
              <a:rPr b="1" lang="en-US" sz="3400" spc="-1" strike="noStrike">
                <a:solidFill>
                  <a:srgbClr val="1e2621"/>
                </a:solidFill>
                <a:latin typeface="Malgun Gothic"/>
                <a:ea typeface="Malgun Gothic"/>
              </a:rPr>
              <a:t>?</a:t>
            </a:r>
            <a:endParaRPr b="0" lang="en-US" sz="3400" spc="-1" strike="noStrike">
              <a:solidFill>
                <a:srgbClr val="000000"/>
              </a:solidFill>
              <a:latin typeface="Noto Sans KR"/>
            </a:endParaRPr>
          </a:p>
        </p:txBody>
      </p:sp>
      <p:sp>
        <p:nvSpPr>
          <p:cNvPr id="299" name="Shape 4"/>
          <p:cNvSpPr/>
          <p:nvPr/>
        </p:nvSpPr>
        <p:spPr>
          <a:xfrm>
            <a:off x="548640" y="1828800"/>
            <a:ext cx="5449570" cy="3977005"/>
          </a:xfrm>
          <a:prstGeom prst="roundRect">
            <a:avLst>
              <a:gd name="adj" fmla="val 3218"/>
            </a:avLst>
          </a:prstGeom>
          <a:solidFill>
            <a:srgbClr val="fffcf6"/>
          </a:solidFill>
          <a:ln w="12700">
            <a:solidFill>
              <a:srgbClr val="d8cbb2"/>
            </a:solidFill>
            <a:round/>
          </a:ln>
          <a:effectLst>
            <a:outerShdw algn="bl" blurRad="101520" dir="5400000" dist="25560" kx="0" ky="0" rotWithShape="0" sx="100000" sy="100000">
              <a:srgbClr val="8a7a5c">
                <a:alpha val="18000"/>
              </a:srgbClr>
            </a:outerShdw>
          </a:effectLst>
        </p:spPr>
        <p:style>
          <a:lnRef idx="0"/>
          <a:fillRef idx="0"/>
          <a:effectRef idx="0"/>
          <a:fontRef idx="minor"/>
        </p:style>
        <p:txBody>
          <a:bodyPr lIns="90000" rIns="90000" tIns="45000" bIns="45000" anchor="t">
            <a:noAutofit/>
          </a:bodyPr>
          <a:p>
            <a:endParaRPr b="0" lang="en-US" sz="1800" spc="-1" strike="noStrike">
              <a:solidFill>
                <a:srgbClr val="000000"/>
              </a:solidFill>
              <a:latin typeface="Noto Sans KR"/>
            </a:endParaRPr>
          </a:p>
        </p:txBody>
      </p:sp>
      <p:sp>
        <p:nvSpPr>
          <p:cNvPr id="300" name="Text 5"/>
          <p:cNvSpPr/>
          <p:nvPr/>
        </p:nvSpPr>
        <p:spPr>
          <a:xfrm>
            <a:off x="868680" y="2011680"/>
            <a:ext cx="2742565" cy="456565"/>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1" lang="ko-KR" sz="2200" spc="-1" strike="noStrike">
                <a:solidFill>
                  <a:srgbClr val="2e5a46"/>
                </a:solidFill>
                <a:latin typeface="Malgun Gothic"/>
                <a:ea typeface="Malgun Gothic"/>
              </a:rPr>
              <a:t>실내 시설</a:t>
            </a:r>
            <a:endParaRPr b="0" lang="en-US" sz="2200" spc="-1" strike="noStrike">
              <a:solidFill>
                <a:srgbClr val="000000"/>
              </a:solidFill>
              <a:latin typeface="Noto Sans KR"/>
            </a:endParaRPr>
          </a:p>
        </p:txBody>
      </p:sp>
      <p:sp>
        <p:nvSpPr>
          <p:cNvPr id="301" name="Text 6"/>
          <p:cNvSpPr/>
          <p:nvPr/>
        </p:nvSpPr>
        <p:spPr>
          <a:xfrm>
            <a:off x="3291840" y="1783080"/>
            <a:ext cx="2422525" cy="1142365"/>
          </a:xfrm>
          <a:prstGeom prst="rect">
            <a:avLst/>
          </a:prstGeom>
          <a:noFill/>
          <a:ln w="0">
            <a:noFill/>
          </a:ln>
        </p:spPr>
        <p:style>
          <a:lnRef idx="0"/>
          <a:fillRef idx="0"/>
          <a:effectRef idx="0"/>
          <a:fontRef idx="minor"/>
        </p:style>
        <p:txBody>
          <a:bodyPr lIns="0" rIns="0" tIns="0" bIns="0" anchor="ctr">
            <a:noAutofit/>
          </a:bodyPr>
          <a:p>
            <a:pPr algn="r" defTabSz="914400">
              <a:lnSpc>
                <a:spcPct val="100000"/>
              </a:lnSpc>
              <a:tabLst>
                <a:tab algn="l" pos="0"/>
              </a:tabLst>
            </a:pPr>
            <a:r>
              <a:rPr b="1" lang="en-US" sz="7200" spc="-1" strike="noStrike">
                <a:solidFill>
                  <a:srgbClr val="2e5a46"/>
                </a:solidFill>
                <a:latin typeface="Malgun Gothic"/>
                <a:ea typeface="Malgun Gothic"/>
              </a:rPr>
              <a:t>89</a:t>
            </a:r>
            <a:r>
              <a:rPr b="1" lang="en-US" sz="2400" spc="-1" strike="noStrike">
                <a:solidFill>
                  <a:srgbClr val="2e5a46"/>
                </a:solidFill>
                <a:latin typeface="Malgun Gothic"/>
                <a:ea typeface="Malgun Gothic"/>
              </a:rPr>
              <a:t> </a:t>
            </a:r>
            <a:r>
              <a:rPr b="1" lang="ko-KR" sz="2400" spc="-1" strike="noStrike">
                <a:solidFill>
                  <a:srgbClr val="2e5a46"/>
                </a:solidFill>
                <a:latin typeface="Malgun Gothic"/>
                <a:ea typeface="Malgun Gothic"/>
              </a:rPr>
              <a:t>점</a:t>
            </a:r>
            <a:endParaRPr b="0" lang="en-US" sz="2400" spc="-1" strike="noStrike">
              <a:solidFill>
                <a:srgbClr val="000000"/>
              </a:solidFill>
              <a:latin typeface="Noto Sans KR"/>
            </a:endParaRPr>
          </a:p>
        </p:txBody>
      </p:sp>
      <p:sp>
        <p:nvSpPr>
          <p:cNvPr id="302" name="Text 7"/>
          <p:cNvSpPr/>
          <p:nvPr/>
        </p:nvSpPr>
        <p:spPr>
          <a:xfrm>
            <a:off x="868680" y="3017520"/>
            <a:ext cx="3199765" cy="410845"/>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ko-KR" sz="1600" spc="-1" strike="noStrike">
                <a:solidFill>
                  <a:srgbClr val="5e5b52"/>
                </a:solidFill>
                <a:latin typeface="Malgun Gothic"/>
                <a:ea typeface="Malgun Gothic"/>
              </a:rPr>
              <a:t>기본 점수</a:t>
            </a:r>
            <a:endParaRPr b="0" lang="en-US" sz="1600" spc="-1" strike="noStrike">
              <a:solidFill>
                <a:srgbClr val="000000"/>
              </a:solidFill>
              <a:latin typeface="Noto Sans KR"/>
            </a:endParaRPr>
          </a:p>
        </p:txBody>
      </p:sp>
      <p:sp>
        <p:nvSpPr>
          <p:cNvPr id="303" name="Text 8"/>
          <p:cNvSpPr/>
          <p:nvPr/>
        </p:nvSpPr>
        <p:spPr>
          <a:xfrm>
            <a:off x="4206240" y="3017520"/>
            <a:ext cx="1462405" cy="410845"/>
          </a:xfrm>
          <a:prstGeom prst="rect">
            <a:avLst/>
          </a:prstGeom>
          <a:noFill/>
          <a:ln w="0">
            <a:noFill/>
          </a:ln>
        </p:spPr>
        <p:style>
          <a:lnRef idx="0"/>
          <a:fillRef idx="0"/>
          <a:effectRef idx="0"/>
          <a:fontRef idx="minor"/>
        </p:style>
        <p:txBody>
          <a:bodyPr lIns="0" rIns="0" tIns="0" bIns="0" anchor="ctr">
            <a:noAutofit/>
          </a:bodyPr>
          <a:p>
            <a:pPr algn="r" defTabSz="914400">
              <a:lnSpc>
                <a:spcPct val="100000"/>
              </a:lnSpc>
              <a:tabLst>
                <a:tab algn="l" pos="0"/>
              </a:tabLst>
            </a:pPr>
            <a:r>
              <a:rPr b="1" lang="en-US" sz="2000" spc="-1" strike="noStrike">
                <a:solidFill>
                  <a:srgbClr val="1e2621"/>
                </a:solidFill>
                <a:latin typeface="Malgun Gothic"/>
                <a:ea typeface="Malgun Gothic"/>
              </a:rPr>
              <a:t>45</a:t>
            </a:r>
            <a:endParaRPr b="0" lang="en-US" sz="2000" spc="-1" strike="noStrike">
              <a:solidFill>
                <a:srgbClr val="000000"/>
              </a:solidFill>
              <a:latin typeface="Noto Sans KR"/>
            </a:endParaRPr>
          </a:p>
        </p:txBody>
      </p:sp>
      <p:sp>
        <p:nvSpPr>
          <p:cNvPr id="304" name="Text 9"/>
          <p:cNvSpPr/>
          <p:nvPr/>
        </p:nvSpPr>
        <p:spPr>
          <a:xfrm>
            <a:off x="868680" y="3520440"/>
            <a:ext cx="3199765" cy="410845"/>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ko-KR" sz="1600" spc="-1" strike="noStrike">
                <a:solidFill>
                  <a:srgbClr val="5e5b52"/>
                </a:solidFill>
                <a:latin typeface="Malgun Gothic"/>
                <a:ea typeface="Malgun Gothic"/>
              </a:rPr>
              <a:t>거리 점수 </a:t>
            </a:r>
            <a:r>
              <a:rPr b="1" lang="en-US" sz="1600" spc="-1" strike="noStrike">
                <a:solidFill>
                  <a:srgbClr val="5e5b52"/>
                </a:solidFill>
                <a:latin typeface="Malgun Gothic"/>
                <a:ea typeface="Malgun Gothic"/>
              </a:rPr>
              <a:t>(1km)</a:t>
            </a:r>
            <a:endParaRPr b="0" lang="en-US" sz="1600" spc="-1" strike="noStrike">
              <a:solidFill>
                <a:srgbClr val="000000"/>
              </a:solidFill>
              <a:latin typeface="Noto Sans KR"/>
            </a:endParaRPr>
          </a:p>
        </p:txBody>
      </p:sp>
      <p:sp>
        <p:nvSpPr>
          <p:cNvPr id="305" name="Text 10"/>
          <p:cNvSpPr/>
          <p:nvPr/>
        </p:nvSpPr>
        <p:spPr>
          <a:xfrm>
            <a:off x="4206240" y="3520440"/>
            <a:ext cx="1462405" cy="410845"/>
          </a:xfrm>
          <a:prstGeom prst="rect">
            <a:avLst/>
          </a:prstGeom>
          <a:noFill/>
          <a:ln w="0">
            <a:noFill/>
          </a:ln>
        </p:spPr>
        <p:style>
          <a:lnRef idx="0"/>
          <a:fillRef idx="0"/>
          <a:effectRef idx="0"/>
          <a:fontRef idx="minor"/>
        </p:style>
        <p:txBody>
          <a:bodyPr lIns="0" rIns="0" tIns="0" bIns="0" anchor="ctr">
            <a:noAutofit/>
          </a:bodyPr>
          <a:p>
            <a:pPr algn="r" defTabSz="914400">
              <a:lnSpc>
                <a:spcPct val="100000"/>
              </a:lnSpc>
              <a:tabLst>
                <a:tab algn="l" pos="0"/>
              </a:tabLst>
            </a:pPr>
            <a:r>
              <a:rPr b="1" lang="en-US" sz="2000" spc="-1" strike="noStrike">
                <a:solidFill>
                  <a:srgbClr val="1e2621"/>
                </a:solidFill>
                <a:latin typeface="Malgun Gothic"/>
                <a:ea typeface="Malgun Gothic"/>
              </a:rPr>
              <a:t>+22</a:t>
            </a:r>
            <a:endParaRPr b="0" lang="en-US" sz="2000" spc="-1" strike="noStrike">
              <a:solidFill>
                <a:srgbClr val="000000"/>
              </a:solidFill>
              <a:latin typeface="Noto Sans KR"/>
            </a:endParaRPr>
          </a:p>
        </p:txBody>
      </p:sp>
      <p:sp>
        <p:nvSpPr>
          <p:cNvPr id="306" name="Text 11"/>
          <p:cNvSpPr/>
          <p:nvPr/>
        </p:nvSpPr>
        <p:spPr>
          <a:xfrm>
            <a:off x="868680" y="4023360"/>
            <a:ext cx="3199765" cy="410845"/>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ko-KR" sz="1600" spc="-1" strike="noStrike">
                <a:solidFill>
                  <a:srgbClr val="5e5b52"/>
                </a:solidFill>
                <a:latin typeface="Malgun Gothic"/>
                <a:ea typeface="Malgun Gothic"/>
              </a:rPr>
              <a:t>강수 보정</a:t>
            </a:r>
            <a:endParaRPr b="0" lang="en-US" sz="1600" spc="-1" strike="noStrike">
              <a:solidFill>
                <a:srgbClr val="000000"/>
              </a:solidFill>
              <a:latin typeface="Noto Sans KR"/>
            </a:endParaRPr>
          </a:p>
        </p:txBody>
      </p:sp>
      <p:sp>
        <p:nvSpPr>
          <p:cNvPr id="307" name="Text 12"/>
          <p:cNvSpPr/>
          <p:nvPr/>
        </p:nvSpPr>
        <p:spPr>
          <a:xfrm>
            <a:off x="4206240" y="4023360"/>
            <a:ext cx="1462405" cy="410845"/>
          </a:xfrm>
          <a:prstGeom prst="rect">
            <a:avLst/>
          </a:prstGeom>
          <a:noFill/>
          <a:ln w="0">
            <a:noFill/>
          </a:ln>
        </p:spPr>
        <p:style>
          <a:lnRef idx="0"/>
          <a:fillRef idx="0"/>
          <a:effectRef idx="0"/>
          <a:fontRef idx="minor"/>
        </p:style>
        <p:txBody>
          <a:bodyPr lIns="0" rIns="0" tIns="0" bIns="0" anchor="ctr">
            <a:noAutofit/>
          </a:bodyPr>
          <a:p>
            <a:pPr algn="r" defTabSz="914400">
              <a:lnSpc>
                <a:spcPct val="100000"/>
              </a:lnSpc>
              <a:tabLst>
                <a:tab algn="l" pos="0"/>
              </a:tabLst>
            </a:pPr>
            <a:r>
              <a:rPr b="1" lang="en-US" sz="2000" spc="-1" strike="noStrike">
                <a:solidFill>
                  <a:srgbClr val="1e2621"/>
                </a:solidFill>
                <a:latin typeface="Malgun Gothic"/>
                <a:ea typeface="Malgun Gothic"/>
              </a:rPr>
              <a:t>+8</a:t>
            </a:r>
            <a:endParaRPr b="0" lang="en-US" sz="2000" spc="-1" strike="noStrike">
              <a:solidFill>
                <a:srgbClr val="000000"/>
              </a:solidFill>
              <a:latin typeface="Noto Sans KR"/>
            </a:endParaRPr>
          </a:p>
        </p:txBody>
      </p:sp>
      <p:sp>
        <p:nvSpPr>
          <p:cNvPr id="308" name="Text 13"/>
          <p:cNvSpPr/>
          <p:nvPr/>
        </p:nvSpPr>
        <p:spPr>
          <a:xfrm>
            <a:off x="868680" y="4526280"/>
            <a:ext cx="3199765" cy="410845"/>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ko-KR" sz="1600" spc="-1" strike="noStrike">
                <a:solidFill>
                  <a:srgbClr val="5e5b52"/>
                </a:solidFill>
                <a:latin typeface="Malgun Gothic"/>
                <a:ea typeface="Malgun Gothic"/>
              </a:rPr>
              <a:t>미세먼지 실내 가점</a:t>
            </a:r>
            <a:endParaRPr b="0" lang="en-US" sz="1600" spc="-1" strike="noStrike">
              <a:solidFill>
                <a:srgbClr val="000000"/>
              </a:solidFill>
              <a:latin typeface="Noto Sans KR"/>
            </a:endParaRPr>
          </a:p>
        </p:txBody>
      </p:sp>
      <p:sp>
        <p:nvSpPr>
          <p:cNvPr id="309" name="Text 14"/>
          <p:cNvSpPr/>
          <p:nvPr/>
        </p:nvSpPr>
        <p:spPr>
          <a:xfrm>
            <a:off x="4206240" y="4526280"/>
            <a:ext cx="1462405" cy="410845"/>
          </a:xfrm>
          <a:prstGeom prst="rect">
            <a:avLst/>
          </a:prstGeom>
          <a:noFill/>
          <a:ln w="0">
            <a:noFill/>
          </a:ln>
        </p:spPr>
        <p:style>
          <a:lnRef idx="0"/>
          <a:fillRef idx="0"/>
          <a:effectRef idx="0"/>
          <a:fontRef idx="minor"/>
        </p:style>
        <p:txBody>
          <a:bodyPr lIns="0" rIns="0" tIns="0" bIns="0" anchor="ctr">
            <a:noAutofit/>
          </a:bodyPr>
          <a:p>
            <a:pPr algn="r" defTabSz="914400">
              <a:lnSpc>
                <a:spcPct val="100000"/>
              </a:lnSpc>
              <a:tabLst>
                <a:tab algn="l" pos="0"/>
              </a:tabLst>
            </a:pPr>
            <a:r>
              <a:rPr b="1" lang="en-US" sz="2000" spc="-1" strike="noStrike">
                <a:solidFill>
                  <a:srgbClr val="1e2621"/>
                </a:solidFill>
                <a:latin typeface="Malgun Gothic"/>
                <a:ea typeface="Malgun Gothic"/>
              </a:rPr>
              <a:t>+14</a:t>
            </a:r>
            <a:endParaRPr b="0" lang="en-US" sz="2000" spc="-1" strike="noStrike">
              <a:solidFill>
                <a:srgbClr val="000000"/>
              </a:solidFill>
              <a:latin typeface="Noto Sans KR"/>
            </a:endParaRPr>
          </a:p>
        </p:txBody>
      </p:sp>
      <p:sp>
        <p:nvSpPr>
          <p:cNvPr id="310" name="Shape 15"/>
          <p:cNvSpPr>
            <a:spLocks/>
          </p:cNvSpPr>
          <p:nvPr/>
        </p:nvSpPr>
        <p:spPr>
          <a:xfrm rot="0">
            <a:off x="868680" y="5166360"/>
            <a:ext cx="4810125" cy="329565"/>
          </a:xfrm>
          <a:prstGeom prst="roundRect">
            <a:avLst>
              <a:gd name="adj" fmla="val 50000"/>
            </a:avLst>
          </a:prstGeom>
          <a:solidFill>
            <a:srgbClr val="EADFCB"/>
          </a:solidFill>
          <a:ln w="12700" cap="flat" cmpd="sng">
            <a:solidFill>
              <a:srgbClr val="EADFCB">
                <a:alpha val="100000"/>
              </a:srgbClr>
            </a:solidFill>
            <a:prstDash val="solid"/>
            <a:round/>
          </a:ln>
        </p:spPr>
        <p:style>
          <a:lnRef idx="0"/>
          <a:fillRef idx="0"/>
          <a:effectRef idx="0"/>
          <a:fontRef idx="minor"/>
        </p:style>
        <p:txBody>
          <a:bodyPr wrap="square" lIns="90170" tIns="45085" rIns="90170" bIns="45085" numCol="1" vert="horz" anchor="t">
            <a:noAutofit/>
          </a:bodyPr>
          <a:lstStyle/>
          <a:p>
            <a:pPr marL="0" indent="0">
              <a:buFontTx/>
              <a:buNone/>
            </a:pPr>
            <a:endParaRPr lang="ko-KR" altLang="en-US" sz="1800" b="0" strike="noStrike">
              <a:solidFill>
                <a:srgbClr val="000000"/>
              </a:solidFill>
              <a:latin typeface="Noto Sans KR" charset="0"/>
            </a:endParaRPr>
          </a:p>
        </p:txBody>
      </p:sp>
      <p:sp>
        <p:nvSpPr>
          <p:cNvPr id="311" name="Shape 16"/>
          <p:cNvSpPr>
            <a:spLocks/>
          </p:cNvSpPr>
          <p:nvPr/>
        </p:nvSpPr>
        <p:spPr>
          <a:xfrm rot="0">
            <a:off x="868680" y="5166360"/>
            <a:ext cx="4324350" cy="321310"/>
          </a:xfrm>
          <a:prstGeom prst="roundRect">
            <a:avLst>
              <a:gd name="adj" fmla="val 50000"/>
            </a:avLst>
          </a:prstGeom>
          <a:solidFill>
            <a:srgbClr val="2E5A46"/>
          </a:solidFill>
          <a:ln w="12700" cap="flat" cmpd="sng">
            <a:solidFill>
              <a:srgbClr val="2E5A46">
                <a:alpha val="100000"/>
              </a:srgbClr>
            </a:solidFill>
            <a:prstDash val="solid"/>
            <a:round/>
          </a:ln>
        </p:spPr>
        <p:style>
          <a:lnRef idx="0"/>
          <a:fillRef idx="0"/>
          <a:effectRef idx="0"/>
          <a:fontRef idx="minor"/>
        </p:style>
        <p:txBody>
          <a:bodyPr wrap="square" lIns="90170" tIns="45085" rIns="90170" bIns="45085" numCol="1" vert="horz" anchor="t">
            <a:noAutofit/>
          </a:bodyPr>
          <a:lstStyle/>
          <a:p>
            <a:pPr marL="0" indent="0">
              <a:buFontTx/>
              <a:buNone/>
            </a:pPr>
            <a:endParaRPr lang="ko-KR" altLang="en-US" sz="1800" b="0" strike="noStrike">
              <a:solidFill>
                <a:srgbClr val="000000"/>
              </a:solidFill>
              <a:latin typeface="Noto Sans KR" charset="0"/>
            </a:endParaRPr>
          </a:p>
        </p:txBody>
      </p:sp>
      <p:sp>
        <p:nvSpPr>
          <p:cNvPr id="312" name="Shape 17"/>
          <p:cNvSpPr/>
          <p:nvPr/>
        </p:nvSpPr>
        <p:spPr>
          <a:xfrm>
            <a:off x="6190615" y="1828800"/>
            <a:ext cx="5449570" cy="3977005"/>
          </a:xfrm>
          <a:prstGeom prst="roundRect">
            <a:avLst>
              <a:gd name="adj" fmla="val 3218"/>
            </a:avLst>
          </a:prstGeom>
          <a:solidFill>
            <a:srgbClr val="fffcf6"/>
          </a:solidFill>
          <a:ln w="12700">
            <a:solidFill>
              <a:srgbClr val="d8cbb2"/>
            </a:solidFill>
            <a:round/>
          </a:ln>
          <a:effectLst>
            <a:outerShdw algn="bl" blurRad="101520" dir="5400000" dist="25560" kx="0" ky="0" rotWithShape="0" sx="100000" sy="100000">
              <a:srgbClr val="8a7a5c">
                <a:alpha val="18000"/>
              </a:srgbClr>
            </a:outerShdw>
          </a:effectLst>
        </p:spPr>
        <p:style>
          <a:lnRef idx="0"/>
          <a:fillRef idx="0"/>
          <a:effectRef idx="0"/>
          <a:fontRef idx="minor"/>
        </p:style>
        <p:txBody>
          <a:bodyPr lIns="90000" rIns="90000" tIns="45000" bIns="45000" anchor="t">
            <a:noAutofit/>
          </a:bodyPr>
          <a:p>
            <a:endParaRPr b="0" lang="en-US" sz="1800" spc="-1" strike="noStrike">
              <a:solidFill>
                <a:srgbClr val="000000"/>
              </a:solidFill>
              <a:latin typeface="Noto Sans KR"/>
            </a:endParaRPr>
          </a:p>
        </p:txBody>
      </p:sp>
      <p:sp>
        <p:nvSpPr>
          <p:cNvPr id="313" name="Text 18"/>
          <p:cNvSpPr/>
          <p:nvPr/>
        </p:nvSpPr>
        <p:spPr>
          <a:xfrm>
            <a:off x="6510655" y="2011680"/>
            <a:ext cx="2742565" cy="456565"/>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1" lang="ko-KR" sz="2200" spc="-1" strike="noStrike">
                <a:solidFill>
                  <a:srgbClr val="b5654a"/>
                </a:solidFill>
                <a:latin typeface="Malgun Gothic"/>
                <a:ea typeface="Malgun Gothic"/>
              </a:rPr>
              <a:t>실외 시설</a:t>
            </a:r>
            <a:endParaRPr b="0" lang="en-US" sz="2200" spc="-1" strike="noStrike">
              <a:solidFill>
                <a:srgbClr val="000000"/>
              </a:solidFill>
              <a:latin typeface="Noto Sans KR"/>
            </a:endParaRPr>
          </a:p>
        </p:txBody>
      </p:sp>
      <p:sp>
        <p:nvSpPr>
          <p:cNvPr id="314" name="Text 19"/>
          <p:cNvSpPr/>
          <p:nvPr/>
        </p:nvSpPr>
        <p:spPr>
          <a:xfrm>
            <a:off x="8933815" y="1783080"/>
            <a:ext cx="2422525" cy="1142365"/>
          </a:xfrm>
          <a:prstGeom prst="rect">
            <a:avLst/>
          </a:prstGeom>
          <a:noFill/>
          <a:ln w="0">
            <a:noFill/>
          </a:ln>
        </p:spPr>
        <p:style>
          <a:lnRef idx="0"/>
          <a:fillRef idx="0"/>
          <a:effectRef idx="0"/>
          <a:fontRef idx="minor"/>
        </p:style>
        <p:txBody>
          <a:bodyPr lIns="0" rIns="0" tIns="0" bIns="0" anchor="ctr">
            <a:noAutofit/>
          </a:bodyPr>
          <a:p>
            <a:pPr algn="r" defTabSz="914400">
              <a:lnSpc>
                <a:spcPct val="100000"/>
              </a:lnSpc>
              <a:tabLst>
                <a:tab algn="l" pos="0"/>
              </a:tabLst>
            </a:pPr>
            <a:r>
              <a:rPr b="1" lang="en-US" sz="7200" spc="-1" strike="noStrike">
                <a:solidFill>
                  <a:srgbClr val="b5654a"/>
                </a:solidFill>
                <a:latin typeface="Malgun Gothic"/>
                <a:ea typeface="Malgun Gothic"/>
              </a:rPr>
              <a:t>43</a:t>
            </a:r>
            <a:r>
              <a:rPr b="1" lang="en-US" sz="2400" spc="-1" strike="noStrike">
                <a:solidFill>
                  <a:srgbClr val="b5654a"/>
                </a:solidFill>
                <a:latin typeface="Malgun Gothic"/>
                <a:ea typeface="Malgun Gothic"/>
              </a:rPr>
              <a:t> </a:t>
            </a:r>
            <a:r>
              <a:rPr b="1" lang="ko-KR" sz="2400" spc="-1" strike="noStrike">
                <a:solidFill>
                  <a:srgbClr val="b5654a"/>
                </a:solidFill>
                <a:latin typeface="Malgun Gothic"/>
                <a:ea typeface="Malgun Gothic"/>
              </a:rPr>
              <a:t>점</a:t>
            </a:r>
            <a:endParaRPr b="0" lang="en-US" sz="2400" spc="-1" strike="noStrike">
              <a:solidFill>
                <a:srgbClr val="000000"/>
              </a:solidFill>
              <a:latin typeface="Noto Sans KR"/>
            </a:endParaRPr>
          </a:p>
        </p:txBody>
      </p:sp>
      <p:sp>
        <p:nvSpPr>
          <p:cNvPr id="315" name="Text 20"/>
          <p:cNvSpPr/>
          <p:nvPr/>
        </p:nvSpPr>
        <p:spPr>
          <a:xfrm>
            <a:off x="6510655" y="3017520"/>
            <a:ext cx="3199765" cy="410845"/>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ko-KR" sz="1600" spc="-1" strike="noStrike">
                <a:solidFill>
                  <a:srgbClr val="5e5b52"/>
                </a:solidFill>
                <a:latin typeface="Malgun Gothic"/>
                <a:ea typeface="Malgun Gothic"/>
              </a:rPr>
              <a:t>기본 점수</a:t>
            </a:r>
            <a:endParaRPr b="0" lang="en-US" sz="1600" spc="-1" strike="noStrike">
              <a:solidFill>
                <a:srgbClr val="000000"/>
              </a:solidFill>
              <a:latin typeface="Noto Sans KR"/>
            </a:endParaRPr>
          </a:p>
        </p:txBody>
      </p:sp>
      <p:sp>
        <p:nvSpPr>
          <p:cNvPr id="316" name="Text 21"/>
          <p:cNvSpPr/>
          <p:nvPr/>
        </p:nvSpPr>
        <p:spPr>
          <a:xfrm>
            <a:off x="9848215" y="3017520"/>
            <a:ext cx="1462405" cy="410845"/>
          </a:xfrm>
          <a:prstGeom prst="rect">
            <a:avLst/>
          </a:prstGeom>
          <a:noFill/>
          <a:ln w="0">
            <a:noFill/>
          </a:ln>
        </p:spPr>
        <p:style>
          <a:lnRef idx="0"/>
          <a:fillRef idx="0"/>
          <a:effectRef idx="0"/>
          <a:fontRef idx="minor"/>
        </p:style>
        <p:txBody>
          <a:bodyPr lIns="0" rIns="0" tIns="0" bIns="0" anchor="ctr">
            <a:noAutofit/>
          </a:bodyPr>
          <a:p>
            <a:pPr algn="r" defTabSz="914400">
              <a:lnSpc>
                <a:spcPct val="100000"/>
              </a:lnSpc>
              <a:tabLst>
                <a:tab algn="l" pos="0"/>
              </a:tabLst>
            </a:pPr>
            <a:r>
              <a:rPr b="1" lang="en-US" sz="2000" spc="-1" strike="noStrike">
                <a:solidFill>
                  <a:srgbClr val="1e2621"/>
                </a:solidFill>
                <a:latin typeface="Malgun Gothic"/>
                <a:ea typeface="Malgun Gothic"/>
              </a:rPr>
              <a:t>45</a:t>
            </a:r>
            <a:endParaRPr b="0" lang="en-US" sz="2000" spc="-1" strike="noStrike">
              <a:solidFill>
                <a:srgbClr val="000000"/>
              </a:solidFill>
              <a:latin typeface="Noto Sans KR"/>
            </a:endParaRPr>
          </a:p>
        </p:txBody>
      </p:sp>
      <p:sp>
        <p:nvSpPr>
          <p:cNvPr id="317" name="Text 22"/>
          <p:cNvSpPr/>
          <p:nvPr/>
        </p:nvSpPr>
        <p:spPr>
          <a:xfrm>
            <a:off x="6510655" y="3520440"/>
            <a:ext cx="3199765" cy="410845"/>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ko-KR" sz="1600" spc="-1" strike="noStrike">
                <a:solidFill>
                  <a:srgbClr val="5e5b52"/>
                </a:solidFill>
                <a:latin typeface="Malgun Gothic"/>
                <a:ea typeface="Malgun Gothic"/>
              </a:rPr>
              <a:t>거리 점수 </a:t>
            </a:r>
            <a:r>
              <a:rPr b="1" lang="en-US" sz="1600" spc="-1" strike="noStrike">
                <a:solidFill>
                  <a:srgbClr val="5e5b52"/>
                </a:solidFill>
                <a:latin typeface="Malgun Gothic"/>
                <a:ea typeface="Malgun Gothic"/>
              </a:rPr>
              <a:t>(1km)</a:t>
            </a:r>
            <a:endParaRPr b="0" lang="en-US" sz="1600" spc="-1" strike="noStrike">
              <a:solidFill>
                <a:srgbClr val="000000"/>
              </a:solidFill>
              <a:latin typeface="Noto Sans KR"/>
            </a:endParaRPr>
          </a:p>
        </p:txBody>
      </p:sp>
      <p:sp>
        <p:nvSpPr>
          <p:cNvPr id="318" name="Text 23"/>
          <p:cNvSpPr/>
          <p:nvPr/>
        </p:nvSpPr>
        <p:spPr>
          <a:xfrm>
            <a:off x="9848215" y="3520440"/>
            <a:ext cx="1462405" cy="410845"/>
          </a:xfrm>
          <a:prstGeom prst="rect">
            <a:avLst/>
          </a:prstGeom>
          <a:noFill/>
          <a:ln w="0">
            <a:noFill/>
          </a:ln>
        </p:spPr>
        <p:style>
          <a:lnRef idx="0"/>
          <a:fillRef idx="0"/>
          <a:effectRef idx="0"/>
          <a:fontRef idx="minor"/>
        </p:style>
        <p:txBody>
          <a:bodyPr lIns="0" rIns="0" tIns="0" bIns="0" anchor="ctr">
            <a:noAutofit/>
          </a:bodyPr>
          <a:p>
            <a:pPr algn="r" defTabSz="914400">
              <a:lnSpc>
                <a:spcPct val="100000"/>
              </a:lnSpc>
              <a:tabLst>
                <a:tab algn="l" pos="0"/>
              </a:tabLst>
            </a:pPr>
            <a:r>
              <a:rPr b="1" lang="en-US" sz="2000" spc="-1" strike="noStrike">
                <a:solidFill>
                  <a:srgbClr val="1e2621"/>
                </a:solidFill>
                <a:latin typeface="Malgun Gothic"/>
                <a:ea typeface="Malgun Gothic"/>
              </a:rPr>
              <a:t>+22</a:t>
            </a:r>
            <a:endParaRPr b="0" lang="en-US" sz="2000" spc="-1" strike="noStrike">
              <a:solidFill>
                <a:srgbClr val="000000"/>
              </a:solidFill>
              <a:latin typeface="Noto Sans KR"/>
            </a:endParaRPr>
          </a:p>
        </p:txBody>
      </p:sp>
      <p:sp>
        <p:nvSpPr>
          <p:cNvPr id="319" name="Text 24"/>
          <p:cNvSpPr/>
          <p:nvPr/>
        </p:nvSpPr>
        <p:spPr>
          <a:xfrm>
            <a:off x="6510655" y="4023360"/>
            <a:ext cx="3199765" cy="410845"/>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ko-KR" sz="1600" spc="-1" strike="noStrike">
                <a:solidFill>
                  <a:srgbClr val="5e5b52"/>
                </a:solidFill>
                <a:latin typeface="Malgun Gothic"/>
                <a:ea typeface="Malgun Gothic"/>
              </a:rPr>
              <a:t>강수 보정</a:t>
            </a:r>
            <a:endParaRPr b="0" lang="en-US" sz="1600" spc="-1" strike="noStrike">
              <a:solidFill>
                <a:srgbClr val="000000"/>
              </a:solidFill>
              <a:latin typeface="Noto Sans KR"/>
            </a:endParaRPr>
          </a:p>
        </p:txBody>
      </p:sp>
      <p:sp>
        <p:nvSpPr>
          <p:cNvPr id="320" name="Text 25"/>
          <p:cNvSpPr/>
          <p:nvPr/>
        </p:nvSpPr>
        <p:spPr>
          <a:xfrm>
            <a:off x="9848215" y="4023360"/>
            <a:ext cx="1462405" cy="410845"/>
          </a:xfrm>
          <a:prstGeom prst="rect">
            <a:avLst/>
          </a:prstGeom>
          <a:noFill/>
          <a:ln w="0">
            <a:noFill/>
          </a:ln>
        </p:spPr>
        <p:style>
          <a:lnRef idx="0"/>
          <a:fillRef idx="0"/>
          <a:effectRef idx="0"/>
          <a:fontRef idx="minor"/>
        </p:style>
        <p:txBody>
          <a:bodyPr lIns="0" rIns="0" tIns="0" bIns="0" anchor="ctr">
            <a:noAutofit/>
          </a:bodyPr>
          <a:p>
            <a:pPr algn="r" defTabSz="914400">
              <a:lnSpc>
                <a:spcPct val="100000"/>
              </a:lnSpc>
              <a:tabLst>
                <a:tab algn="l" pos="0"/>
              </a:tabLst>
            </a:pPr>
            <a:r>
              <a:rPr b="1" lang="en-US" sz="2000" spc="-1" strike="noStrike">
                <a:solidFill>
                  <a:srgbClr val="b5654a"/>
                </a:solidFill>
                <a:latin typeface="Malgun Gothic"/>
                <a:ea typeface="Malgun Gothic"/>
              </a:rPr>
              <a:t>–</a:t>
            </a:r>
            <a:r>
              <a:rPr b="1" lang="en-US" sz="2000" spc="-1" strike="noStrike">
                <a:solidFill>
                  <a:srgbClr val="b5654a"/>
                </a:solidFill>
                <a:latin typeface="Malgun Gothic"/>
                <a:ea typeface="Malgun Gothic"/>
              </a:rPr>
              <a:t>24</a:t>
            </a:r>
            <a:endParaRPr b="0" lang="en-US" sz="2000" spc="-1" strike="noStrike">
              <a:solidFill>
                <a:srgbClr val="000000"/>
              </a:solidFill>
              <a:latin typeface="Noto Sans KR"/>
            </a:endParaRPr>
          </a:p>
        </p:txBody>
      </p:sp>
      <p:sp>
        <p:nvSpPr>
          <p:cNvPr id="321" name="Text 26"/>
          <p:cNvSpPr/>
          <p:nvPr/>
        </p:nvSpPr>
        <p:spPr>
          <a:xfrm>
            <a:off x="6510655" y="4526280"/>
            <a:ext cx="3199765" cy="410845"/>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ko-KR" sz="1600" spc="-1" strike="noStrike">
                <a:solidFill>
                  <a:srgbClr val="5e5b52"/>
                </a:solidFill>
                <a:latin typeface="Malgun Gothic"/>
                <a:ea typeface="Malgun Gothic"/>
              </a:rPr>
              <a:t>미세먼지 실내 가점</a:t>
            </a:r>
            <a:endParaRPr b="0" lang="en-US" sz="1600" spc="-1" strike="noStrike">
              <a:solidFill>
                <a:srgbClr val="000000"/>
              </a:solidFill>
              <a:latin typeface="Noto Sans KR"/>
            </a:endParaRPr>
          </a:p>
        </p:txBody>
      </p:sp>
      <p:sp>
        <p:nvSpPr>
          <p:cNvPr id="322" name="Text 27"/>
          <p:cNvSpPr/>
          <p:nvPr/>
        </p:nvSpPr>
        <p:spPr>
          <a:xfrm>
            <a:off x="9848215" y="4526280"/>
            <a:ext cx="1462405" cy="410845"/>
          </a:xfrm>
          <a:prstGeom prst="rect">
            <a:avLst/>
          </a:prstGeom>
          <a:noFill/>
          <a:ln w="0">
            <a:noFill/>
          </a:ln>
        </p:spPr>
        <p:style>
          <a:lnRef idx="0"/>
          <a:fillRef idx="0"/>
          <a:effectRef idx="0"/>
          <a:fontRef idx="minor"/>
        </p:style>
        <p:txBody>
          <a:bodyPr lIns="0" rIns="0" tIns="0" bIns="0" anchor="ctr">
            <a:noAutofit/>
          </a:bodyPr>
          <a:p>
            <a:pPr algn="r" defTabSz="914400">
              <a:lnSpc>
                <a:spcPct val="100000"/>
              </a:lnSpc>
              <a:tabLst>
                <a:tab algn="l" pos="0"/>
              </a:tabLst>
            </a:pPr>
            <a:r>
              <a:rPr b="1" lang="en-US" sz="2000" spc="-1" strike="noStrike">
                <a:solidFill>
                  <a:srgbClr val="1e2621"/>
                </a:solidFill>
                <a:latin typeface="Malgun Gothic"/>
                <a:ea typeface="Malgun Gothic"/>
              </a:rPr>
              <a:t>0</a:t>
            </a:r>
            <a:endParaRPr b="0" lang="en-US" sz="2000" spc="-1" strike="noStrike">
              <a:solidFill>
                <a:srgbClr val="000000"/>
              </a:solidFill>
              <a:latin typeface="Noto Sans KR"/>
            </a:endParaRPr>
          </a:p>
        </p:txBody>
      </p:sp>
      <p:sp>
        <p:nvSpPr>
          <p:cNvPr id="323" name="Shape 28"/>
          <p:cNvSpPr/>
          <p:nvPr/>
        </p:nvSpPr>
        <p:spPr>
          <a:xfrm>
            <a:off x="6510655" y="5166360"/>
            <a:ext cx="4809490" cy="328930"/>
          </a:xfrm>
          <a:prstGeom prst="roundRect">
            <a:avLst>
              <a:gd name="adj" fmla="val 50000"/>
            </a:avLst>
          </a:prstGeom>
          <a:solidFill>
            <a:srgbClr val="eadfcb"/>
          </a:solidFill>
          <a:ln w="12700">
            <a:solidFill>
              <a:srgbClr val="eadfcb"/>
            </a:solidFill>
            <a:round/>
          </a:ln>
        </p:spPr>
        <p:style>
          <a:lnRef idx="0"/>
          <a:fillRef idx="0"/>
          <a:effectRef idx="0"/>
          <a:fontRef idx="minor"/>
        </p:style>
        <p:txBody>
          <a:bodyPr lIns="90000" rIns="90000" tIns="45000" bIns="45000" anchor="t">
            <a:noAutofit/>
          </a:bodyPr>
          <a:p>
            <a:endParaRPr b="0" lang="en-US" sz="1800" spc="-1" strike="noStrike">
              <a:solidFill>
                <a:srgbClr val="000000"/>
              </a:solidFill>
              <a:latin typeface="Noto Sans KR"/>
            </a:endParaRPr>
          </a:p>
        </p:txBody>
      </p:sp>
      <p:sp>
        <p:nvSpPr>
          <p:cNvPr id="324" name="Shape 29"/>
          <p:cNvSpPr/>
          <p:nvPr/>
        </p:nvSpPr>
        <p:spPr>
          <a:xfrm>
            <a:off x="6510655" y="5166360"/>
            <a:ext cx="2088515" cy="328930"/>
          </a:xfrm>
          <a:prstGeom prst="roundRect">
            <a:avLst>
              <a:gd name="adj" fmla="val 50000"/>
            </a:avLst>
          </a:prstGeom>
          <a:solidFill>
            <a:srgbClr val="b5654a"/>
          </a:solidFill>
          <a:ln w="12700">
            <a:solidFill>
              <a:srgbClr val="b5654a"/>
            </a:solidFill>
            <a:round/>
          </a:ln>
        </p:spPr>
        <p:style>
          <a:lnRef idx="0"/>
          <a:fillRef idx="0"/>
          <a:effectRef idx="0"/>
          <a:fontRef idx="minor"/>
        </p:style>
        <p:txBody>
          <a:bodyPr lIns="90000" rIns="90000" tIns="45000" bIns="45000" anchor="t">
            <a:noAutofit/>
          </a:bodyPr>
          <a:p>
            <a:endParaRPr b="0" lang="en-US" sz="1800" spc="-1" strike="noStrike">
              <a:solidFill>
                <a:srgbClr val="000000"/>
              </a:solidFill>
              <a:latin typeface="Noto Sans KR"/>
            </a:endParaRPr>
          </a:p>
        </p:txBody>
      </p:sp>
      <p:sp>
        <p:nvSpPr>
          <p:cNvPr id="325" name="Text 30"/>
          <p:cNvSpPr>
            <a:spLocks/>
          </p:cNvSpPr>
          <p:nvPr/>
        </p:nvSpPr>
        <p:spPr>
          <a:xfrm rot="0">
            <a:off x="548640" y="6000750"/>
            <a:ext cx="11064240" cy="365760"/>
          </a:xfrm>
          <a:prstGeom prst="rect"/>
          <a:noFill/>
          <a:ln>
            <a:noFill/>
            <a:prstDash/>
          </a:ln>
        </p:spPr>
        <p:style>
          <a:lnRef idx="0"/>
          <a:fillRef idx="0"/>
          <a:effectRef idx="0"/>
          <a:fontRef idx="minor"/>
        </p:style>
        <p:txBody>
          <a:bodyPr wrap="square" lIns="0" tIns="0" rIns="0" bIns="0" numCol="1" vert="horz" anchor="t">
            <a:noAutofit/>
          </a:bodyPr>
          <a:lstStyle/>
          <a:p>
            <a:pPr marL="0" indent="0" algn="ctr" defTabSz="914400">
              <a:lnSpc>
                <a:spcPct val="100000"/>
              </a:lnSpc>
              <a:buFontTx/>
              <a:buNone/>
              <a:tabLst>
                <a:tab pos="0" algn="l"/>
              </a:tabLst>
            </a:pPr>
            <a:r>
              <a:rPr lang="ko-KR" sz="2000" b="1" strike="noStrike">
                <a:solidFill>
                  <a:srgbClr val="2E5A46"/>
                </a:solidFill>
                <a:latin typeface="Malgun Gothic" charset="0"/>
                <a:ea typeface="Malgun Gothic" charset="0"/>
              </a:rPr>
              <a:t>같은</a:t>
            </a:r>
            <a:r>
              <a:rPr lang="ko-KR" sz="2000" b="1" strike="noStrike">
                <a:solidFill>
                  <a:srgbClr val="2E5A46"/>
                </a:solidFill>
                <a:latin typeface="Malgun Gothic" charset="0"/>
                <a:ea typeface="Malgun Gothic" charset="0"/>
              </a:rPr>
              <a:t> </a:t>
            </a:r>
            <a:r>
              <a:rPr lang="ko-KR" sz="2000" b="1" strike="noStrike">
                <a:solidFill>
                  <a:srgbClr val="2E5A46"/>
                </a:solidFill>
                <a:latin typeface="Malgun Gothic" charset="0"/>
                <a:ea typeface="Malgun Gothic" charset="0"/>
              </a:rPr>
              <a:t>거리여도</a:t>
            </a:r>
            <a:r>
              <a:rPr lang="en-US" sz="2000" b="1" strike="noStrike">
                <a:solidFill>
                  <a:srgbClr val="2E5A46"/>
                </a:solidFill>
                <a:latin typeface="Malgun Gothic" charset="0"/>
                <a:ea typeface="Malgun Gothic" charset="0"/>
              </a:rPr>
              <a:t>, </a:t>
            </a:r>
            <a:r>
              <a:rPr lang="ko-KR" sz="2000" b="1" strike="noStrike">
                <a:solidFill>
                  <a:srgbClr val="2E5A46"/>
                </a:solidFill>
                <a:latin typeface="Malgun Gothic" charset="0"/>
                <a:ea typeface="Malgun Gothic" charset="0"/>
              </a:rPr>
              <a:t>오늘의 환경에 맞는 장소를 먼저 보여줍니다</a:t>
            </a:r>
            <a:endParaRPr lang="ko-KR" altLang="en-US" sz="2000" b="1" strike="noStrike">
              <a:solidFill>
                <a:srgbClr val="2E5A46"/>
              </a:solidFill>
              <a:latin typeface="Malgun Gothic" charset="0"/>
              <a:ea typeface="Malgun Gothic" charset="0"/>
            </a:endParaRPr>
          </a:p>
        </p:txBody>
      </p:sp>
      <p:sp>
        <p:nvSpPr>
          <p:cNvPr id="326" name="Text 31"/>
          <p:cNvSpPr>
            <a:spLocks/>
          </p:cNvSpPr>
          <p:nvPr/>
        </p:nvSpPr>
        <p:spPr>
          <a:xfrm rot="0">
            <a:off x="548640" y="6443345"/>
            <a:ext cx="11064240" cy="228600"/>
          </a:xfrm>
          <a:prstGeom prst="rect"/>
          <a:noFill/>
          <a:ln>
            <a:noFill/>
            <a:prstDash/>
          </a:ln>
        </p:spPr>
        <p:style>
          <a:lnRef idx="0"/>
          <a:fillRef idx="0"/>
          <a:effectRef idx="0"/>
          <a:fontRef idx="minor"/>
        </p:style>
        <p:txBody>
          <a:bodyPr wrap="square" lIns="0" tIns="0" rIns="0" bIns="0" numCol="1" vert="horz" anchor="t">
            <a:noAutofit/>
          </a:bodyPr>
          <a:lstStyle/>
          <a:p>
            <a:pPr marL="0" indent="0" algn="ctr" defTabSz="914400">
              <a:lnSpc>
                <a:spcPct val="100000"/>
              </a:lnSpc>
              <a:buFontTx/>
              <a:buNone/>
              <a:tabLst>
                <a:tab pos="0" algn="l"/>
              </a:tabLst>
            </a:pPr>
            <a:r>
              <a:rPr lang="en-US" sz="1100" b="1" strike="noStrike">
                <a:solidFill>
                  <a:srgbClr val="5E5B52"/>
                </a:solidFill>
                <a:latin typeface="Malgun Gothic" charset="0"/>
                <a:ea typeface="Malgun Gothic" charset="0"/>
              </a:rPr>
              <a:t>※ </a:t>
            </a:r>
            <a:r>
              <a:rPr lang="ko-KR" sz="1100" b="1" strike="noStrike">
                <a:solidFill>
                  <a:srgbClr val="5E5B52"/>
                </a:solidFill>
                <a:latin typeface="Malgun Gothic" charset="0"/>
                <a:ea typeface="Malgun Gothic" charset="0"/>
              </a:rPr>
              <a:t>설명용</a:t>
            </a:r>
            <a:r>
              <a:rPr lang="ko-KR" sz="1100" b="1" strike="noStrike">
                <a:solidFill>
                  <a:srgbClr val="5E5B52"/>
                </a:solidFill>
                <a:latin typeface="Malgun Gothic" charset="0"/>
                <a:ea typeface="Malgun Gothic" charset="0"/>
              </a:rPr>
              <a:t> </a:t>
            </a:r>
            <a:r>
              <a:rPr lang="ko-KR" sz="1100" b="1" strike="noStrike">
                <a:solidFill>
                  <a:srgbClr val="5E5B52"/>
                </a:solidFill>
                <a:latin typeface="Malgun Gothic" charset="0"/>
                <a:ea typeface="Malgun Gothic" charset="0"/>
              </a:rPr>
              <a:t>예시</a:t>
            </a:r>
            <a:r>
              <a:rPr lang="ko-KR" sz="1100" b="1" strike="noStrike">
                <a:solidFill>
                  <a:srgbClr val="5E5B52"/>
                </a:solidFill>
                <a:latin typeface="Malgun Gothic" charset="0"/>
                <a:ea typeface="Malgun Gothic" charset="0"/>
              </a:rPr>
              <a:t> </a:t>
            </a:r>
            <a:r>
              <a:rPr lang="ko-KR" sz="1100" b="1" strike="noStrike">
                <a:solidFill>
                  <a:srgbClr val="5E5B52"/>
                </a:solidFill>
                <a:latin typeface="Malgun Gothic" charset="0"/>
                <a:ea typeface="Malgun Gothic" charset="0"/>
              </a:rPr>
              <a:t>—</a:t>
            </a:r>
            <a:r>
              <a:rPr lang="ko-KR" sz="1100" b="1" strike="noStrike">
                <a:solidFill>
                  <a:srgbClr val="5E5B52"/>
                </a:solidFill>
                <a:latin typeface="Malgun Gothic" charset="0"/>
                <a:ea typeface="Malgun Gothic" charset="0"/>
              </a:rPr>
              <a:t> </a:t>
            </a:r>
            <a:r>
              <a:rPr lang="ko-KR" sz="1100" b="1" strike="noStrike">
                <a:solidFill>
                  <a:srgbClr val="5E5B52"/>
                </a:solidFill>
                <a:latin typeface="Malgun Gothic" charset="0"/>
                <a:ea typeface="Malgun Gothic" charset="0"/>
              </a:rPr>
              <a:t>기온</a:t>
            </a:r>
            <a:r>
              <a:rPr lang="en-US" sz="1100" b="1" strike="noStrike">
                <a:solidFill>
                  <a:srgbClr val="5E5B52"/>
                </a:solidFill>
                <a:latin typeface="Malgun Gothic" charset="0"/>
                <a:ea typeface="Malgun Gothic" charset="0"/>
              </a:rPr>
              <a:t>·</a:t>
            </a:r>
            <a:r>
              <a:rPr lang="ko-KR" sz="1100" b="1" strike="noStrike">
                <a:solidFill>
                  <a:srgbClr val="5E5B52"/>
                </a:solidFill>
                <a:latin typeface="Malgun Gothic" charset="0"/>
                <a:ea typeface="Malgun Gothic" charset="0"/>
              </a:rPr>
              <a:t>습도</a:t>
            </a:r>
            <a:r>
              <a:rPr lang="en-US" sz="1100" b="1" strike="noStrike">
                <a:solidFill>
                  <a:srgbClr val="5E5B52"/>
                </a:solidFill>
                <a:latin typeface="Malgun Gothic" charset="0"/>
                <a:ea typeface="Malgun Gothic" charset="0"/>
              </a:rPr>
              <a:t>·</a:t>
            </a:r>
            <a:r>
              <a:rPr lang="ko-KR" sz="1100" b="1" strike="noStrike">
                <a:solidFill>
                  <a:srgbClr val="5E5B52"/>
                </a:solidFill>
                <a:latin typeface="Malgun Gothic" charset="0"/>
                <a:ea typeface="Malgun Gothic" charset="0"/>
              </a:rPr>
              <a:t>풍속 등 다른 환경 보정과 휴무 감점이 없다고 가정</a:t>
            </a:r>
            <a:endParaRPr lang="ko-KR" altLang="en-US" sz="1100" b="1" strike="noStrike">
              <a:solidFill>
                <a:srgbClr val="5E5B52"/>
              </a:solidFill>
              <a:latin typeface="Malgun Gothic" charset="0"/>
              <a:ea typeface="Malgun Gothic" charset="0"/>
            </a:endParaRPr>
          </a:p>
        </p:txBody>
      </p:sp>
    </p:spTree>
  </p:cSld>
  <mc:AlternateContent xmlns:mc="http://schemas.openxmlformats.org/markup-compatibility/2006">
    <mc:Choice xmlns:p14="http://schemas.microsoft.com/office/powerpoint/2010/main" Requires="p14">
      <p:transition spd="slow" p14:dur="2000"/>
    </mc:Choice>
    <mc:Fallback>
      <p:transition spd="slow"/>
    </mc:Fallback>
  </mc:AlternateContent>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
    <p:bg>
      <p:bgPr>
        <a:solidFill>
          <a:srgbClr val="F7F1E6"/>
        </a:solidFill>
      </p:bgPr>
    </p:bg>
    <p:spTree>
      <p:nvGrpSpPr>
        <p:cNvPr id="1" name=""/>
        <p:cNvGrpSpPr/>
        <p:nvPr/>
      </p:nvGrpSpPr>
      <p:grpSpPr>
        <a:xfrm>
          <a:off x="0" y="0"/>
          <a:ext cx="0" cy="0"/>
          <a:chOff x="0" y="0"/>
          <a:chExt cx="0" cy="0"/>
        </a:xfrm>
      </p:grpSpPr>
      <p:sp>
        <p:nvSpPr>
          <p:cNvPr id="2" name="Shape 0"/>
          <p:cNvSpPr/>
          <p:nvPr/>
        </p:nvSpPr>
        <p:spPr>
          <a:xfrm>
            <a:off x="548640" y="384048"/>
            <a:ext cx="384048" cy="384048"/>
          </a:xfrm>
          <a:prstGeom prst="ellipse">
            <a:avLst/>
          </a:prstGeom>
          <a:solidFill>
            <a:srgbClr val="2E5A46"/>
          </a:solidFill>
          <a:ln w="12700">
            <a:solidFill>
              <a:srgbClr val="2E5A46"/>
            </a:solidFill>
            <a:prstDash val="solid"/>
          </a:ln>
        </p:spPr>
      </p:sp>
      <p:sp>
        <p:nvSpPr>
          <p:cNvPr id="3" name="Text 1"/>
          <p:cNvSpPr txBox="1"/>
          <p:nvPr/>
        </p:nvSpPr>
        <p:spPr>
          <a:xfrm>
            <a:off x="548640" y="38404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algun Gothic" pitchFamily="34" charset="0"/>
                <a:ea typeface="Malgun Gothic" pitchFamily="34" charset="-122"/>
                <a:cs typeface="Malgun Gothic" pitchFamily="34" charset="-120"/>
              </a:rPr>
              <a:t>05</a:t>
            </a:r>
            <a:endParaRPr lang="en-US" sz="1300" dirty="0"/>
          </a:p>
        </p:txBody>
      </p:sp>
      <p:sp>
        <p:nvSpPr>
          <p:cNvPr id="4" name="Text 2"/>
          <p:cNvSpPr txBox="1"/>
          <p:nvPr/>
        </p:nvSpPr>
        <p:spPr>
          <a:xfrm>
            <a:off x="1042416" y="384048"/>
            <a:ext cx="5486400" cy="384048"/>
          </a:xfrm>
          <a:prstGeom prst="rect">
            <a:avLst/>
          </a:prstGeom>
          <a:noFill/>
          <a:ln/>
        </p:spPr>
        <p:txBody>
          <a:bodyPr wrap="square" lIns="0" tIns="0" rIns="0" bIns="0" rtlCol="0" anchor="ctr"/>
          <a:lstStyle/>
          <a:p>
            <a:pPr indent="0" marL="0">
              <a:buNone/>
            </a:pPr>
            <a:r>
              <a:rPr lang="en-US" sz="1400" b="1" spc="200" kern="0" dirty="0">
                <a:solidFill>
                  <a:srgbClr val="B5654A"/>
                </a:solidFill>
                <a:latin typeface="Malgun Gothic" pitchFamily="34" charset="0"/>
                <a:ea typeface="Malgun Gothic" pitchFamily="34" charset="-122"/>
                <a:cs typeface="Malgun Gothic" pitchFamily="34" charset="-120"/>
              </a:rPr>
              <a:t>PIPELINE · 데이터 파이프라인</a:t>
            </a:r>
            <a:endParaRPr lang="en-US" sz="1400" dirty="0"/>
          </a:p>
        </p:txBody>
      </p:sp>
      <p:sp>
        <p:nvSpPr>
          <p:cNvPr id="5" name="Text 3"/>
          <p:cNvSpPr txBox="1"/>
          <p:nvPr/>
        </p:nvSpPr>
        <p:spPr>
          <a:xfrm>
            <a:off x="548640" y="896112"/>
            <a:ext cx="11064240" cy="731520"/>
          </a:xfrm>
          <a:prstGeom prst="rect">
            <a:avLst/>
          </a:prstGeom>
          <a:noFill/>
          <a:ln/>
        </p:spPr>
        <p:txBody>
          <a:bodyPr wrap="square" lIns="0" tIns="0" rIns="0" bIns="0" rtlCol="0" anchor="ctr"/>
          <a:lstStyle/>
          <a:p>
            <a:pPr indent="0" marL="0">
              <a:buNone/>
            </a:pPr>
            <a:r>
              <a:rPr lang="en-US" sz="3400" b="1" dirty="0">
                <a:solidFill>
                  <a:srgbClr val="1E2621"/>
                </a:solidFill>
                <a:latin typeface="Malgun Gothic" pitchFamily="34" charset="0"/>
                <a:ea typeface="Malgun Gothic" pitchFamily="34" charset="-122"/>
                <a:cs typeface="Malgun Gothic" pitchFamily="34" charset="-120"/>
              </a:rPr>
              <a:t>이 정보를 매번 사람이 모을 수는 없으니까요</a:t>
            </a:r>
            <a:endParaRPr lang="en-US" sz="3400" dirty="0"/>
          </a:p>
        </p:txBody>
      </p:sp>
      <p:sp>
        <p:nvSpPr>
          <p:cNvPr id="6" name="Shape 4"/>
          <p:cNvSpPr/>
          <p:nvPr/>
        </p:nvSpPr>
        <p:spPr>
          <a:xfrm>
            <a:off x="548640" y="1828800"/>
            <a:ext cx="2532888" cy="1783080"/>
          </a:xfrm>
          <a:prstGeom prst="roundRect">
            <a:avLst>
              <a:gd name="adj" fmla="val 7179"/>
            </a:avLst>
          </a:prstGeom>
          <a:solidFill>
            <a:srgbClr val="FFFCF6"/>
          </a:solidFill>
          <a:ln w="12700">
            <a:solidFill>
              <a:srgbClr val="D8CBB2"/>
            </a:solidFill>
            <a:prstDash val="solid"/>
          </a:ln>
          <a:effectLst>
            <a:outerShdw sx="100000" sy="100000" kx="0" ky="0" algn="bl" rotWithShape="0" blurRad="101600" dist="25400" dir="5400000">
              <a:srgbClr val="8A7A5C">
                <a:alpha val="18000"/>
              </a:srgbClr>
            </a:outerShdw>
          </a:effectLst>
        </p:spPr>
      </p:sp>
      <p:sp>
        <p:nvSpPr>
          <p:cNvPr id="7" name="Shape 5"/>
          <p:cNvSpPr/>
          <p:nvPr/>
        </p:nvSpPr>
        <p:spPr>
          <a:xfrm>
            <a:off x="713232" y="1993392"/>
            <a:ext cx="384048" cy="384048"/>
          </a:xfrm>
          <a:prstGeom prst="ellipse">
            <a:avLst/>
          </a:prstGeom>
          <a:solidFill>
            <a:srgbClr val="2E5A46"/>
          </a:solidFill>
          <a:ln w="12700">
            <a:solidFill>
              <a:srgbClr val="2E5A46"/>
            </a:solidFill>
            <a:prstDash val="solid"/>
          </a:ln>
        </p:spPr>
      </p:sp>
      <p:sp>
        <p:nvSpPr>
          <p:cNvPr id="8" name="Text 6"/>
          <p:cNvSpPr txBox="1"/>
          <p:nvPr/>
        </p:nvSpPr>
        <p:spPr>
          <a:xfrm>
            <a:off x="713232" y="199339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Malgun Gothic" pitchFamily="34" charset="0"/>
                <a:ea typeface="Malgun Gothic" pitchFamily="34" charset="-122"/>
                <a:cs typeface="Malgun Gothic" pitchFamily="34" charset="-120"/>
              </a:rPr>
              <a:t>1</a:t>
            </a:r>
            <a:endParaRPr lang="en-US" sz="1400" dirty="0"/>
          </a:p>
        </p:txBody>
      </p:sp>
      <p:sp>
        <p:nvSpPr>
          <p:cNvPr id="9" name="Text 7"/>
          <p:cNvSpPr txBox="1"/>
          <p:nvPr/>
        </p:nvSpPr>
        <p:spPr>
          <a:xfrm>
            <a:off x="1170432" y="1993392"/>
            <a:ext cx="1847088" cy="384048"/>
          </a:xfrm>
          <a:prstGeom prst="rect">
            <a:avLst/>
          </a:prstGeom>
          <a:noFill/>
          <a:ln/>
        </p:spPr>
        <p:txBody>
          <a:bodyPr wrap="square" lIns="0" tIns="0" rIns="0" bIns="0" rtlCol="0" anchor="ctr"/>
          <a:lstStyle/>
          <a:p>
            <a:pPr indent="0" marL="0">
              <a:buNone/>
            </a:pPr>
            <a:r>
              <a:rPr lang="en-US" sz="1600" b="1" dirty="0">
                <a:solidFill>
                  <a:srgbClr val="1E2621"/>
                </a:solidFill>
                <a:latin typeface="Malgun Gothic" pitchFamily="34" charset="0"/>
                <a:ea typeface="Malgun Gothic" pitchFamily="34" charset="-122"/>
                <a:cs typeface="Malgun Gothic" pitchFamily="34" charset="-120"/>
              </a:rPr>
              <a:t>수집</a:t>
            </a:r>
            <a:endParaRPr lang="en-US" sz="1600" dirty="0"/>
          </a:p>
        </p:txBody>
      </p:sp>
      <p:sp>
        <p:nvSpPr>
          <p:cNvPr id="10" name="Text 8"/>
          <p:cNvSpPr txBox="1"/>
          <p:nvPr/>
        </p:nvSpPr>
        <p:spPr>
          <a:xfrm>
            <a:off x="731520" y="2542032"/>
            <a:ext cx="2258568" cy="960120"/>
          </a:xfrm>
          <a:prstGeom prst="rect">
            <a:avLst/>
          </a:prstGeom>
          <a:noFill/>
          <a:ln/>
        </p:spPr>
        <p:txBody>
          <a:bodyPr wrap="square" lIns="0" tIns="0" rIns="0" bIns="0" rtlCol="0" anchor="t"/>
          <a:lstStyle/>
          <a:p>
            <a:pPr indent="0" marL="0">
              <a:lnSpc>
                <a:spcPct val="115000"/>
              </a:lnSpc>
              <a:buNone/>
            </a:pPr>
            <a:r>
              <a:rPr lang="en-US" sz="1200" b="1" dirty="0">
                <a:solidFill>
                  <a:srgbClr val="5E5B52"/>
                </a:solidFill>
                <a:latin typeface="Malgun Gothic" pitchFamily="34" charset="0"/>
                <a:ea typeface="Malgun Gothic" pitchFamily="34" charset="-122"/>
                <a:cs typeface="Malgun Gothic" pitchFamily="34" charset="-120"/>
              </a:rPr>
              <a:t>공공데이터 API 수집</a:t>
            </a:r>
            <a:endParaRPr lang="en-US" sz="1200" dirty="0"/>
          </a:p>
          <a:p>
            <a:pPr indent="0" marL="0">
              <a:lnSpc>
                <a:spcPct val="115000"/>
              </a:lnSpc>
              <a:buNone/>
            </a:pPr>
            <a:r>
              <a:rPr lang="en-US" sz="1200" b="1" dirty="0">
                <a:solidFill>
                  <a:srgbClr val="5E5B52"/>
                </a:solidFill>
                <a:latin typeface="Malgun Gothic" pitchFamily="34" charset="0"/>
                <a:ea typeface="Malgun Gothic" pitchFamily="34" charset="-122"/>
                <a:cs typeface="Malgun Gothic" pitchFamily="34" charset="-120"/>
              </a:rPr>
              <a:t>+ Selenium 크롤링</a:t>
            </a:r>
            <a:endParaRPr lang="en-US" sz="1200" dirty="0"/>
          </a:p>
        </p:txBody>
      </p:sp>
      <p:sp>
        <p:nvSpPr>
          <p:cNvPr id="11" name="Shape 9"/>
          <p:cNvSpPr/>
          <p:nvPr/>
        </p:nvSpPr>
        <p:spPr>
          <a:xfrm>
            <a:off x="3118104" y="2587752"/>
            <a:ext cx="246888" cy="274320"/>
          </a:xfrm>
          <a:prstGeom prst="rightArrow">
            <a:avLst/>
          </a:prstGeom>
          <a:solidFill>
            <a:srgbClr val="B5654A"/>
          </a:solidFill>
          <a:ln w="12700">
            <a:solidFill>
              <a:srgbClr val="B5654A"/>
            </a:solidFill>
            <a:prstDash val="solid"/>
          </a:ln>
        </p:spPr>
      </p:sp>
      <p:sp>
        <p:nvSpPr>
          <p:cNvPr id="12" name="Shape 10"/>
          <p:cNvSpPr/>
          <p:nvPr/>
        </p:nvSpPr>
        <p:spPr>
          <a:xfrm>
            <a:off x="3401568" y="1828800"/>
            <a:ext cx="2532888" cy="1783080"/>
          </a:xfrm>
          <a:prstGeom prst="roundRect">
            <a:avLst>
              <a:gd name="adj" fmla="val 7179"/>
            </a:avLst>
          </a:prstGeom>
          <a:solidFill>
            <a:srgbClr val="FFFCF6"/>
          </a:solidFill>
          <a:ln w="12700">
            <a:solidFill>
              <a:srgbClr val="D8CBB2"/>
            </a:solidFill>
            <a:prstDash val="solid"/>
          </a:ln>
          <a:effectLst>
            <a:outerShdw sx="100000" sy="100000" kx="0" ky="0" algn="bl" rotWithShape="0" blurRad="101600" dist="25400" dir="5400000">
              <a:srgbClr val="8A7A5C">
                <a:alpha val="18000"/>
              </a:srgbClr>
            </a:outerShdw>
          </a:effectLst>
        </p:spPr>
      </p:sp>
      <p:sp>
        <p:nvSpPr>
          <p:cNvPr id="13" name="Shape 11"/>
          <p:cNvSpPr/>
          <p:nvPr/>
        </p:nvSpPr>
        <p:spPr>
          <a:xfrm>
            <a:off x="3566160" y="1993392"/>
            <a:ext cx="384048" cy="384048"/>
          </a:xfrm>
          <a:prstGeom prst="ellipse">
            <a:avLst/>
          </a:prstGeom>
          <a:solidFill>
            <a:srgbClr val="B5654A"/>
          </a:solidFill>
          <a:ln w="12700">
            <a:solidFill>
              <a:srgbClr val="B5654A"/>
            </a:solidFill>
            <a:prstDash val="solid"/>
          </a:ln>
        </p:spPr>
      </p:sp>
      <p:sp>
        <p:nvSpPr>
          <p:cNvPr id="14" name="Text 12"/>
          <p:cNvSpPr txBox="1"/>
          <p:nvPr/>
        </p:nvSpPr>
        <p:spPr>
          <a:xfrm>
            <a:off x="3566160" y="199339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Malgun Gothic" pitchFamily="34" charset="0"/>
                <a:ea typeface="Malgun Gothic" pitchFamily="34" charset="-122"/>
                <a:cs typeface="Malgun Gothic" pitchFamily="34" charset="-120"/>
              </a:rPr>
              <a:t>2</a:t>
            </a:r>
            <a:endParaRPr lang="en-US" sz="1400" dirty="0"/>
          </a:p>
        </p:txBody>
      </p:sp>
      <p:sp>
        <p:nvSpPr>
          <p:cNvPr id="15" name="Text 13"/>
          <p:cNvSpPr txBox="1"/>
          <p:nvPr/>
        </p:nvSpPr>
        <p:spPr>
          <a:xfrm>
            <a:off x="4023360" y="1993392"/>
            <a:ext cx="1847088" cy="384048"/>
          </a:xfrm>
          <a:prstGeom prst="rect">
            <a:avLst/>
          </a:prstGeom>
          <a:noFill/>
          <a:ln/>
        </p:spPr>
        <p:txBody>
          <a:bodyPr wrap="square" lIns="0" tIns="0" rIns="0" bIns="0" rtlCol="0" anchor="ctr"/>
          <a:lstStyle/>
          <a:p>
            <a:pPr indent="0" marL="0">
              <a:buNone/>
            </a:pPr>
            <a:r>
              <a:rPr lang="en-US" sz="1600" b="1" dirty="0">
                <a:solidFill>
                  <a:srgbClr val="1E2621"/>
                </a:solidFill>
                <a:latin typeface="Malgun Gothic" pitchFamily="34" charset="0"/>
                <a:ea typeface="Malgun Gothic" pitchFamily="34" charset="-122"/>
                <a:cs typeface="Malgun Gothic" pitchFamily="34" charset="-120"/>
              </a:rPr>
              <a:t>예외처리 · 복구</a:t>
            </a:r>
            <a:endParaRPr lang="en-US" sz="1600" dirty="0"/>
          </a:p>
        </p:txBody>
      </p:sp>
      <p:sp>
        <p:nvSpPr>
          <p:cNvPr id="16" name="Text 14"/>
          <p:cNvSpPr txBox="1"/>
          <p:nvPr/>
        </p:nvSpPr>
        <p:spPr>
          <a:xfrm>
            <a:off x="3584448" y="2542032"/>
            <a:ext cx="2258568" cy="960120"/>
          </a:xfrm>
          <a:prstGeom prst="rect">
            <a:avLst/>
          </a:prstGeom>
          <a:noFill/>
          <a:ln/>
        </p:spPr>
        <p:txBody>
          <a:bodyPr wrap="square" lIns="0" tIns="0" rIns="0" bIns="0" rtlCol="0" anchor="t"/>
          <a:lstStyle/>
          <a:p>
            <a:pPr indent="0" marL="0">
              <a:lnSpc>
                <a:spcPct val="115000"/>
              </a:lnSpc>
              <a:buNone/>
            </a:pPr>
            <a:r>
              <a:rPr lang="en-US" sz="1200" b="1" dirty="0">
                <a:solidFill>
                  <a:srgbClr val="5E5B52"/>
                </a:solidFill>
                <a:latin typeface="Malgun Gothic" pitchFamily="34" charset="0"/>
                <a:ea typeface="Malgun Gothic" pitchFamily="34" charset="-122"/>
                <a:cs typeface="Malgun Gothic" pitchFamily="34" charset="-120"/>
              </a:rPr>
              <a:t>오류 유형 구분 → 재시도 ·</a:t>
            </a:r>
            <a:endParaRPr lang="en-US" sz="1200" dirty="0"/>
          </a:p>
          <a:p>
            <a:pPr indent="0" marL="0">
              <a:lnSpc>
                <a:spcPct val="115000"/>
              </a:lnSpc>
              <a:buNone/>
            </a:pPr>
            <a:r>
              <a:rPr lang="en-US" sz="1200" b="1" dirty="0">
                <a:solidFill>
                  <a:srgbClr val="5E5B52"/>
                </a:solidFill>
                <a:latin typeface="Malgun Gothic" pitchFamily="34" charset="0"/>
                <a:ea typeface="Malgun Gothic" pitchFamily="34" charset="-122"/>
                <a:cs typeface="Malgun Gothic" pitchFamily="34" charset="-120"/>
              </a:rPr>
              <a:t>Checkpoint / Resume</a:t>
            </a:r>
            <a:endParaRPr lang="en-US" sz="1200" dirty="0"/>
          </a:p>
        </p:txBody>
      </p:sp>
      <p:sp>
        <p:nvSpPr>
          <p:cNvPr id="17" name="Shape 15"/>
          <p:cNvSpPr/>
          <p:nvPr/>
        </p:nvSpPr>
        <p:spPr>
          <a:xfrm>
            <a:off x="5971032" y="2587752"/>
            <a:ext cx="246888" cy="274320"/>
          </a:xfrm>
          <a:prstGeom prst="rightArrow">
            <a:avLst/>
          </a:prstGeom>
          <a:solidFill>
            <a:srgbClr val="B5654A"/>
          </a:solidFill>
          <a:ln w="12700">
            <a:solidFill>
              <a:srgbClr val="B5654A"/>
            </a:solidFill>
            <a:prstDash val="solid"/>
          </a:ln>
        </p:spPr>
      </p:sp>
      <p:sp>
        <p:nvSpPr>
          <p:cNvPr id="18" name="Shape 16"/>
          <p:cNvSpPr/>
          <p:nvPr/>
        </p:nvSpPr>
        <p:spPr>
          <a:xfrm>
            <a:off x="6254496" y="1828800"/>
            <a:ext cx="2532888" cy="1783080"/>
          </a:xfrm>
          <a:prstGeom prst="roundRect">
            <a:avLst>
              <a:gd name="adj" fmla="val 7179"/>
            </a:avLst>
          </a:prstGeom>
          <a:solidFill>
            <a:srgbClr val="FFFCF6"/>
          </a:solidFill>
          <a:ln w="12700">
            <a:solidFill>
              <a:srgbClr val="D8CBB2"/>
            </a:solidFill>
            <a:prstDash val="solid"/>
          </a:ln>
          <a:effectLst>
            <a:outerShdw sx="100000" sy="100000" kx="0" ky="0" algn="bl" rotWithShape="0" blurRad="101600" dist="25400" dir="5400000">
              <a:srgbClr val="8A7A5C">
                <a:alpha val="18000"/>
              </a:srgbClr>
            </a:outerShdw>
          </a:effectLst>
        </p:spPr>
      </p:sp>
      <p:sp>
        <p:nvSpPr>
          <p:cNvPr id="19" name="Shape 17"/>
          <p:cNvSpPr/>
          <p:nvPr/>
        </p:nvSpPr>
        <p:spPr>
          <a:xfrm>
            <a:off x="6419088" y="1993392"/>
            <a:ext cx="384048" cy="384048"/>
          </a:xfrm>
          <a:prstGeom prst="ellipse">
            <a:avLst/>
          </a:prstGeom>
          <a:solidFill>
            <a:srgbClr val="2E5A46"/>
          </a:solidFill>
          <a:ln w="12700">
            <a:solidFill>
              <a:srgbClr val="2E5A46"/>
            </a:solidFill>
            <a:prstDash val="solid"/>
          </a:ln>
        </p:spPr>
      </p:sp>
      <p:sp>
        <p:nvSpPr>
          <p:cNvPr id="20" name="Text 18"/>
          <p:cNvSpPr txBox="1"/>
          <p:nvPr/>
        </p:nvSpPr>
        <p:spPr>
          <a:xfrm>
            <a:off x="6419088" y="199339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Malgun Gothic" pitchFamily="34" charset="0"/>
                <a:ea typeface="Malgun Gothic" pitchFamily="34" charset="-122"/>
                <a:cs typeface="Malgun Gothic" pitchFamily="34" charset="-120"/>
              </a:rPr>
              <a:t>3</a:t>
            </a:r>
            <a:endParaRPr lang="en-US" sz="1400" dirty="0"/>
          </a:p>
        </p:txBody>
      </p:sp>
      <p:sp>
        <p:nvSpPr>
          <p:cNvPr id="21" name="Text 19"/>
          <p:cNvSpPr txBox="1"/>
          <p:nvPr/>
        </p:nvSpPr>
        <p:spPr>
          <a:xfrm>
            <a:off x="6876288" y="1993392"/>
            <a:ext cx="1847088" cy="384048"/>
          </a:xfrm>
          <a:prstGeom prst="rect">
            <a:avLst/>
          </a:prstGeom>
          <a:noFill/>
          <a:ln/>
        </p:spPr>
        <p:txBody>
          <a:bodyPr wrap="square" lIns="0" tIns="0" rIns="0" bIns="0" rtlCol="0" anchor="ctr"/>
          <a:lstStyle/>
          <a:p>
            <a:pPr indent="0" marL="0">
              <a:buNone/>
            </a:pPr>
            <a:r>
              <a:rPr lang="en-US" sz="1600" b="1" dirty="0">
                <a:solidFill>
                  <a:srgbClr val="1E2621"/>
                </a:solidFill>
                <a:latin typeface="Malgun Gothic" pitchFamily="34" charset="0"/>
                <a:ea typeface="Malgun Gothic" pitchFamily="34" charset="-122"/>
                <a:cs typeface="Malgun Gothic" pitchFamily="34" charset="-120"/>
              </a:rPr>
              <a:t>RAW 적재</a:t>
            </a:r>
            <a:endParaRPr lang="en-US" sz="1600" dirty="0"/>
          </a:p>
        </p:txBody>
      </p:sp>
      <p:sp>
        <p:nvSpPr>
          <p:cNvPr id="22" name="Text 20"/>
          <p:cNvSpPr txBox="1"/>
          <p:nvPr/>
        </p:nvSpPr>
        <p:spPr>
          <a:xfrm>
            <a:off x="6437376" y="2542032"/>
            <a:ext cx="2258568" cy="960120"/>
          </a:xfrm>
          <a:prstGeom prst="rect">
            <a:avLst/>
          </a:prstGeom>
          <a:noFill/>
          <a:ln/>
        </p:spPr>
        <p:txBody>
          <a:bodyPr wrap="square" lIns="0" tIns="0" rIns="0" bIns="0" rtlCol="0" anchor="t"/>
          <a:lstStyle/>
          <a:p>
            <a:pPr indent="0" marL="0">
              <a:lnSpc>
                <a:spcPct val="115000"/>
              </a:lnSpc>
              <a:buNone/>
            </a:pPr>
            <a:r>
              <a:rPr lang="en-US" sz="1200" b="1" dirty="0">
                <a:solidFill>
                  <a:srgbClr val="5E5B52"/>
                </a:solidFill>
                <a:latin typeface="Malgun Gothic" pitchFamily="34" charset="0"/>
                <a:ea typeface="Malgun Gothic" pitchFamily="34" charset="-122"/>
                <a:cs typeface="Malgun Gothic" pitchFamily="34" charset="-120"/>
              </a:rPr>
              <a:t>원천 데이터를 정제 전 그대로 보존</a:t>
            </a:r>
            <a:endParaRPr lang="en-US" sz="1200" dirty="0"/>
          </a:p>
          <a:p>
            <a:pPr indent="0" marL="0">
              <a:lnSpc>
                <a:spcPct val="115000"/>
              </a:lnSpc>
              <a:buNone/>
            </a:pPr>
            <a:r>
              <a:rPr lang="en-US" sz="1200" b="1" dirty="0">
                <a:solidFill>
                  <a:srgbClr val="5E5B52"/>
                </a:solidFill>
                <a:latin typeface="Malgun Gothic" pitchFamily="34" charset="0"/>
                <a:ea typeface="Malgun Gothic" pitchFamily="34" charset="-122"/>
                <a:cs typeface="Malgun Gothic" pitchFamily="34" charset="-120"/>
              </a:rPr>
              <a:t>DQ 비교 · 재처리의 기준</a:t>
            </a:r>
            <a:endParaRPr lang="en-US" sz="1200" dirty="0"/>
          </a:p>
        </p:txBody>
      </p:sp>
      <p:sp>
        <p:nvSpPr>
          <p:cNvPr id="23" name="Shape 21"/>
          <p:cNvSpPr/>
          <p:nvPr/>
        </p:nvSpPr>
        <p:spPr>
          <a:xfrm>
            <a:off x="8823960" y="2587752"/>
            <a:ext cx="246888" cy="274320"/>
          </a:xfrm>
          <a:prstGeom prst="rightArrow">
            <a:avLst/>
          </a:prstGeom>
          <a:solidFill>
            <a:srgbClr val="B5654A"/>
          </a:solidFill>
          <a:ln w="12700">
            <a:solidFill>
              <a:srgbClr val="B5654A"/>
            </a:solidFill>
            <a:prstDash val="solid"/>
          </a:ln>
        </p:spPr>
      </p:sp>
      <p:sp>
        <p:nvSpPr>
          <p:cNvPr id="24" name="Shape 22"/>
          <p:cNvSpPr/>
          <p:nvPr/>
        </p:nvSpPr>
        <p:spPr>
          <a:xfrm>
            <a:off x="9107424" y="1828800"/>
            <a:ext cx="2532888" cy="1783080"/>
          </a:xfrm>
          <a:prstGeom prst="roundRect">
            <a:avLst>
              <a:gd name="adj" fmla="val 7179"/>
            </a:avLst>
          </a:prstGeom>
          <a:solidFill>
            <a:srgbClr val="FFFCF6"/>
          </a:solidFill>
          <a:ln w="12700">
            <a:solidFill>
              <a:srgbClr val="D8CBB2"/>
            </a:solidFill>
            <a:prstDash val="solid"/>
          </a:ln>
          <a:effectLst>
            <a:outerShdw sx="100000" sy="100000" kx="0" ky="0" algn="bl" rotWithShape="0" blurRad="101600" dist="25400" dir="5400000">
              <a:srgbClr val="8A7A5C">
                <a:alpha val="18000"/>
              </a:srgbClr>
            </a:outerShdw>
          </a:effectLst>
        </p:spPr>
      </p:sp>
      <p:sp>
        <p:nvSpPr>
          <p:cNvPr id="25" name="Shape 23"/>
          <p:cNvSpPr/>
          <p:nvPr/>
        </p:nvSpPr>
        <p:spPr>
          <a:xfrm>
            <a:off x="9272016" y="1993392"/>
            <a:ext cx="384048" cy="384048"/>
          </a:xfrm>
          <a:prstGeom prst="ellipse">
            <a:avLst/>
          </a:prstGeom>
          <a:solidFill>
            <a:srgbClr val="B5654A"/>
          </a:solidFill>
          <a:ln w="12700">
            <a:solidFill>
              <a:srgbClr val="B5654A"/>
            </a:solidFill>
            <a:prstDash val="solid"/>
          </a:ln>
        </p:spPr>
      </p:sp>
      <p:sp>
        <p:nvSpPr>
          <p:cNvPr id="26" name="Text 24"/>
          <p:cNvSpPr txBox="1"/>
          <p:nvPr/>
        </p:nvSpPr>
        <p:spPr>
          <a:xfrm>
            <a:off x="9272016" y="199339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Malgun Gothic" pitchFamily="34" charset="0"/>
                <a:ea typeface="Malgun Gothic" pitchFamily="34" charset="-122"/>
                <a:cs typeface="Malgun Gothic" pitchFamily="34" charset="-120"/>
              </a:rPr>
              <a:t>4</a:t>
            </a:r>
            <a:endParaRPr lang="en-US" sz="1400" dirty="0"/>
          </a:p>
        </p:txBody>
      </p:sp>
      <p:sp>
        <p:nvSpPr>
          <p:cNvPr id="27" name="Text 25"/>
          <p:cNvSpPr txBox="1"/>
          <p:nvPr/>
        </p:nvSpPr>
        <p:spPr>
          <a:xfrm>
            <a:off x="9729216" y="1993392"/>
            <a:ext cx="1847088" cy="384048"/>
          </a:xfrm>
          <a:prstGeom prst="rect">
            <a:avLst/>
          </a:prstGeom>
          <a:noFill/>
          <a:ln/>
        </p:spPr>
        <p:txBody>
          <a:bodyPr wrap="square" lIns="0" tIns="0" rIns="0" bIns="0" rtlCol="0" anchor="ctr"/>
          <a:lstStyle/>
          <a:p>
            <a:pPr indent="0" marL="0">
              <a:buNone/>
            </a:pPr>
            <a:r>
              <a:rPr lang="en-US" sz="1450" b="1" dirty="0">
                <a:solidFill>
                  <a:srgbClr val="1E2621"/>
                </a:solidFill>
                <a:latin typeface="Malgun Gothic" pitchFamily="34" charset="0"/>
                <a:ea typeface="Malgun Gothic" pitchFamily="34" charset="-122"/>
                <a:cs typeface="Malgun Gothic" pitchFamily="34" charset="-120"/>
              </a:rPr>
              <a:t>정제 · 품질검사(DQ)</a:t>
            </a:r>
            <a:endParaRPr lang="en-US" sz="1450" dirty="0"/>
          </a:p>
        </p:txBody>
      </p:sp>
      <p:sp>
        <p:nvSpPr>
          <p:cNvPr id="28" name="Text 26"/>
          <p:cNvSpPr txBox="1"/>
          <p:nvPr/>
        </p:nvSpPr>
        <p:spPr>
          <a:xfrm>
            <a:off x="9290304" y="2542032"/>
            <a:ext cx="2258568" cy="960120"/>
          </a:xfrm>
          <a:prstGeom prst="rect">
            <a:avLst/>
          </a:prstGeom>
          <a:noFill/>
          <a:ln/>
        </p:spPr>
        <p:txBody>
          <a:bodyPr wrap="square" lIns="0" tIns="0" rIns="0" bIns="0" rtlCol="0" anchor="t"/>
          <a:lstStyle/>
          <a:p>
            <a:pPr indent="0" marL="0">
              <a:lnSpc>
                <a:spcPct val="115000"/>
              </a:lnSpc>
              <a:buNone/>
            </a:pPr>
            <a:r>
              <a:rPr lang="en-US" sz="1200" b="1" dirty="0">
                <a:solidFill>
                  <a:srgbClr val="5E5B52"/>
                </a:solidFill>
                <a:latin typeface="Malgun Gothic" pitchFamily="34" charset="0"/>
                <a:ea typeface="Malgun Gothic" pitchFamily="34" charset="-122"/>
                <a:cs typeface="Malgun Gothic" pitchFamily="34" charset="-120"/>
              </a:rPr>
              <a:t>공통 정제 + 데이터셋별 규칙</a:t>
            </a:r>
            <a:endParaRPr lang="en-US" sz="1200" dirty="0"/>
          </a:p>
          <a:p>
            <a:pPr indent="0" marL="0">
              <a:lnSpc>
                <a:spcPct val="115000"/>
              </a:lnSpc>
              <a:buNone/>
            </a:pPr>
            <a:r>
              <a:rPr lang="en-US" sz="1200" b="1" dirty="0">
                <a:solidFill>
                  <a:srgbClr val="5E5B52"/>
                </a:solidFill>
                <a:latin typeface="Malgun Gothic" pitchFamily="34" charset="0"/>
                <a:ea typeface="Malgun Gothic" pitchFamily="34" charset="-122"/>
                <a:cs typeface="Malgun Gothic" pitchFamily="34" charset="-120"/>
              </a:rPr>
              <a:t>행 수 · NULL 변화로 손실 탐지</a:t>
            </a:r>
            <a:endParaRPr lang="en-US" sz="1200" dirty="0"/>
          </a:p>
        </p:txBody>
      </p:sp>
      <p:sp>
        <p:nvSpPr>
          <p:cNvPr id="29" name="Shape 27"/>
          <p:cNvSpPr/>
          <p:nvPr/>
        </p:nvSpPr>
        <p:spPr>
          <a:xfrm>
            <a:off x="548640" y="3931920"/>
            <a:ext cx="2532888" cy="1783080"/>
          </a:xfrm>
          <a:prstGeom prst="roundRect">
            <a:avLst>
              <a:gd name="adj" fmla="val 7179"/>
            </a:avLst>
          </a:prstGeom>
          <a:solidFill>
            <a:srgbClr val="FFFCF6"/>
          </a:solidFill>
          <a:ln w="12700">
            <a:solidFill>
              <a:srgbClr val="D8CBB2"/>
            </a:solidFill>
            <a:prstDash val="solid"/>
          </a:ln>
          <a:effectLst>
            <a:outerShdw sx="100000" sy="100000" kx="0" ky="0" algn="bl" rotWithShape="0" blurRad="101600" dist="25400" dir="5400000">
              <a:srgbClr val="8A7A5C">
                <a:alpha val="18000"/>
              </a:srgbClr>
            </a:outerShdw>
          </a:effectLst>
        </p:spPr>
      </p:sp>
      <p:sp>
        <p:nvSpPr>
          <p:cNvPr id="30" name="Shape 28"/>
          <p:cNvSpPr/>
          <p:nvPr/>
        </p:nvSpPr>
        <p:spPr>
          <a:xfrm>
            <a:off x="713232" y="4096512"/>
            <a:ext cx="384048" cy="384048"/>
          </a:xfrm>
          <a:prstGeom prst="ellipse">
            <a:avLst/>
          </a:prstGeom>
          <a:solidFill>
            <a:srgbClr val="2E5A46"/>
          </a:solidFill>
          <a:ln w="12700">
            <a:solidFill>
              <a:srgbClr val="2E5A46"/>
            </a:solidFill>
            <a:prstDash val="solid"/>
          </a:ln>
        </p:spPr>
      </p:sp>
      <p:sp>
        <p:nvSpPr>
          <p:cNvPr id="31" name="Text 29"/>
          <p:cNvSpPr txBox="1"/>
          <p:nvPr/>
        </p:nvSpPr>
        <p:spPr>
          <a:xfrm>
            <a:off x="713232" y="409651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Malgun Gothic" pitchFamily="34" charset="0"/>
                <a:ea typeface="Malgun Gothic" pitchFamily="34" charset="-122"/>
                <a:cs typeface="Malgun Gothic" pitchFamily="34" charset="-120"/>
              </a:rPr>
              <a:t>5</a:t>
            </a:r>
            <a:endParaRPr lang="en-US" sz="1400" dirty="0"/>
          </a:p>
        </p:txBody>
      </p:sp>
      <p:sp>
        <p:nvSpPr>
          <p:cNvPr id="32" name="Text 30"/>
          <p:cNvSpPr txBox="1"/>
          <p:nvPr/>
        </p:nvSpPr>
        <p:spPr>
          <a:xfrm>
            <a:off x="1170432" y="4096512"/>
            <a:ext cx="1847088" cy="384048"/>
          </a:xfrm>
          <a:prstGeom prst="rect">
            <a:avLst/>
          </a:prstGeom>
          <a:noFill/>
          <a:ln/>
        </p:spPr>
        <p:txBody>
          <a:bodyPr wrap="square" lIns="0" tIns="0" rIns="0" bIns="0" rtlCol="0" anchor="ctr"/>
          <a:lstStyle/>
          <a:p>
            <a:pPr indent="0" marL="0">
              <a:buNone/>
            </a:pPr>
            <a:r>
              <a:rPr lang="en-US" sz="1450" b="1" dirty="0">
                <a:solidFill>
                  <a:srgbClr val="1E2621"/>
                </a:solidFill>
                <a:latin typeface="Malgun Gothic" pitchFamily="34" charset="0"/>
                <a:ea typeface="Malgun Gothic" pitchFamily="34" charset="-122"/>
                <a:cs typeface="Malgun Gothic" pitchFamily="34" charset="-120"/>
              </a:rPr>
              <a:t>PROCESSED 적재</a:t>
            </a:r>
            <a:endParaRPr lang="en-US" sz="1450" dirty="0"/>
          </a:p>
        </p:txBody>
      </p:sp>
      <p:sp>
        <p:nvSpPr>
          <p:cNvPr id="33" name="Text 31"/>
          <p:cNvSpPr txBox="1"/>
          <p:nvPr/>
        </p:nvSpPr>
        <p:spPr>
          <a:xfrm>
            <a:off x="731520" y="4645152"/>
            <a:ext cx="2258568" cy="960120"/>
          </a:xfrm>
          <a:prstGeom prst="rect">
            <a:avLst/>
          </a:prstGeom>
          <a:noFill/>
          <a:ln/>
        </p:spPr>
        <p:txBody>
          <a:bodyPr wrap="square" lIns="0" tIns="0" rIns="0" bIns="0" rtlCol="0" anchor="t"/>
          <a:lstStyle/>
          <a:p>
            <a:pPr indent="0" marL="0">
              <a:lnSpc>
                <a:spcPct val="115000"/>
              </a:lnSpc>
              <a:buNone/>
            </a:pPr>
            <a:r>
              <a:rPr lang="en-US" sz="1200" b="1" dirty="0">
                <a:solidFill>
                  <a:srgbClr val="5E5B52"/>
                </a:solidFill>
                <a:latin typeface="Malgun Gothic" pitchFamily="34" charset="0"/>
                <a:ea typeface="Malgun Gothic" pitchFamily="34" charset="-122"/>
                <a:cs typeface="Malgun Gothic" pitchFamily="34" charset="-120"/>
              </a:rPr>
              <a:t>DQ를 거친 데이터를 저장</a:t>
            </a:r>
            <a:endParaRPr lang="en-US" sz="1200" dirty="0"/>
          </a:p>
          <a:p>
            <a:pPr indent="0" marL="0">
              <a:lnSpc>
                <a:spcPct val="115000"/>
              </a:lnSpc>
              <a:buNone/>
            </a:pPr>
            <a:r>
              <a:rPr lang="en-US" sz="1200" b="1" dirty="0">
                <a:solidFill>
                  <a:srgbClr val="5E5B52"/>
                </a:solidFill>
                <a:latin typeface="Malgun Gothic" pitchFamily="34" charset="0"/>
                <a:ea typeface="Malgun Gothic" pitchFamily="34" charset="-122"/>
                <a:cs typeface="Malgun Gothic" pitchFamily="34" charset="-120"/>
              </a:rPr>
              <a:t>서비스 · 후속 활용 형태로 관리</a:t>
            </a:r>
            <a:endParaRPr lang="en-US" sz="1200" dirty="0"/>
          </a:p>
        </p:txBody>
      </p:sp>
      <p:sp>
        <p:nvSpPr>
          <p:cNvPr id="34" name="Shape 32"/>
          <p:cNvSpPr/>
          <p:nvPr/>
        </p:nvSpPr>
        <p:spPr>
          <a:xfrm>
            <a:off x="3118104" y="4690872"/>
            <a:ext cx="246888" cy="274320"/>
          </a:xfrm>
          <a:prstGeom prst="rightArrow">
            <a:avLst/>
          </a:prstGeom>
          <a:solidFill>
            <a:srgbClr val="B5654A"/>
          </a:solidFill>
          <a:ln w="12700">
            <a:solidFill>
              <a:srgbClr val="B5654A"/>
            </a:solidFill>
            <a:prstDash val="solid"/>
          </a:ln>
        </p:spPr>
      </p:sp>
      <p:sp>
        <p:nvSpPr>
          <p:cNvPr id="35" name="Shape 33"/>
          <p:cNvSpPr/>
          <p:nvPr/>
        </p:nvSpPr>
        <p:spPr>
          <a:xfrm>
            <a:off x="3401568" y="3931920"/>
            <a:ext cx="2532888" cy="1783080"/>
          </a:xfrm>
          <a:prstGeom prst="roundRect">
            <a:avLst>
              <a:gd name="adj" fmla="val 7179"/>
            </a:avLst>
          </a:prstGeom>
          <a:solidFill>
            <a:srgbClr val="FFFCF6"/>
          </a:solidFill>
          <a:ln w="12700">
            <a:solidFill>
              <a:srgbClr val="D8CBB2"/>
            </a:solidFill>
            <a:prstDash val="solid"/>
          </a:ln>
          <a:effectLst>
            <a:outerShdw sx="100000" sy="100000" kx="0" ky="0" algn="bl" rotWithShape="0" blurRad="101600" dist="25400" dir="5400000">
              <a:srgbClr val="8A7A5C">
                <a:alpha val="18000"/>
              </a:srgbClr>
            </a:outerShdw>
          </a:effectLst>
        </p:spPr>
      </p:sp>
      <p:sp>
        <p:nvSpPr>
          <p:cNvPr id="36" name="Shape 34"/>
          <p:cNvSpPr/>
          <p:nvPr/>
        </p:nvSpPr>
        <p:spPr>
          <a:xfrm>
            <a:off x="3566160" y="4096512"/>
            <a:ext cx="384048" cy="384048"/>
          </a:xfrm>
          <a:prstGeom prst="ellipse">
            <a:avLst/>
          </a:prstGeom>
          <a:solidFill>
            <a:srgbClr val="2E5A46"/>
          </a:solidFill>
          <a:ln w="12700">
            <a:solidFill>
              <a:srgbClr val="2E5A46"/>
            </a:solidFill>
            <a:prstDash val="solid"/>
          </a:ln>
        </p:spPr>
      </p:sp>
      <p:sp>
        <p:nvSpPr>
          <p:cNvPr id="37" name="Text 35"/>
          <p:cNvSpPr txBox="1"/>
          <p:nvPr/>
        </p:nvSpPr>
        <p:spPr>
          <a:xfrm>
            <a:off x="3566160" y="409651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Malgun Gothic" pitchFamily="34" charset="0"/>
                <a:ea typeface="Malgun Gothic" pitchFamily="34" charset="-122"/>
                <a:cs typeface="Malgun Gothic" pitchFamily="34" charset="-120"/>
              </a:rPr>
              <a:t>6</a:t>
            </a:r>
            <a:endParaRPr lang="en-US" sz="1400" dirty="0"/>
          </a:p>
        </p:txBody>
      </p:sp>
      <p:sp>
        <p:nvSpPr>
          <p:cNvPr id="38" name="Text 36"/>
          <p:cNvSpPr txBox="1"/>
          <p:nvPr/>
        </p:nvSpPr>
        <p:spPr>
          <a:xfrm>
            <a:off x="4023360" y="4096512"/>
            <a:ext cx="1847088" cy="384048"/>
          </a:xfrm>
          <a:prstGeom prst="rect">
            <a:avLst/>
          </a:prstGeom>
          <a:noFill/>
          <a:ln/>
        </p:spPr>
        <p:txBody>
          <a:bodyPr wrap="square" lIns="0" tIns="0" rIns="0" bIns="0" rtlCol="0" anchor="ctr"/>
          <a:lstStyle/>
          <a:p>
            <a:pPr indent="0" marL="0">
              <a:buNone/>
            </a:pPr>
            <a:r>
              <a:rPr lang="en-US" sz="1600" b="1" dirty="0">
                <a:solidFill>
                  <a:srgbClr val="1E2621"/>
                </a:solidFill>
                <a:latin typeface="Malgun Gothic" pitchFamily="34" charset="0"/>
                <a:ea typeface="Malgun Gothic" pitchFamily="34" charset="-122"/>
                <a:cs typeface="Malgun Gothic" pitchFamily="34" charset="-120"/>
              </a:rPr>
              <a:t>스케줄링 · 자동화</a:t>
            </a:r>
            <a:endParaRPr lang="en-US" sz="1600" dirty="0"/>
          </a:p>
        </p:txBody>
      </p:sp>
      <p:sp>
        <p:nvSpPr>
          <p:cNvPr id="39" name="Text 37"/>
          <p:cNvSpPr txBox="1"/>
          <p:nvPr/>
        </p:nvSpPr>
        <p:spPr>
          <a:xfrm>
            <a:off x="3584448" y="4645152"/>
            <a:ext cx="2258568" cy="960120"/>
          </a:xfrm>
          <a:prstGeom prst="rect">
            <a:avLst/>
          </a:prstGeom>
          <a:noFill/>
          <a:ln/>
        </p:spPr>
        <p:txBody>
          <a:bodyPr wrap="square" lIns="0" tIns="0" rIns="0" bIns="0" rtlCol="0" anchor="t"/>
          <a:lstStyle/>
          <a:p>
            <a:pPr indent="0" marL="0">
              <a:lnSpc>
                <a:spcPct val="115000"/>
              </a:lnSpc>
              <a:buNone/>
            </a:pPr>
            <a:r>
              <a:rPr lang="en-US" sz="1200" b="1" dirty="0">
                <a:solidFill>
                  <a:srgbClr val="5E5B52"/>
                </a:solidFill>
                <a:latin typeface="Malgun Gothic" pitchFamily="34" charset="0"/>
                <a:ea typeface="Malgun Gothic" pitchFamily="34" charset="-122"/>
                <a:cs typeface="Malgun Gothic" pitchFamily="34" charset="-120"/>
              </a:rPr>
              <a:t>APScheduler로 데이터셋별</a:t>
            </a:r>
            <a:endParaRPr lang="en-US" sz="1200" dirty="0"/>
          </a:p>
          <a:p>
            <a:pPr indent="0" marL="0">
              <a:lnSpc>
                <a:spcPct val="115000"/>
              </a:lnSpc>
              <a:buNone/>
            </a:pPr>
            <a:r>
              <a:rPr lang="en-US" sz="1200" b="1" dirty="0">
                <a:solidFill>
                  <a:srgbClr val="5E5B52"/>
                </a:solidFill>
                <a:latin typeface="Malgun Gothic" pitchFamily="34" charset="0"/>
                <a:ea typeface="Malgun Gothic" pitchFamily="34" charset="-122"/>
                <a:cs typeface="Malgun Gothic" pitchFamily="34" charset="-120"/>
              </a:rPr>
              <a:t>주기에 맞춰 자동 실행</a:t>
            </a:r>
            <a:endParaRPr lang="en-US" sz="1200" dirty="0"/>
          </a:p>
        </p:txBody>
      </p:sp>
      <p:sp>
        <p:nvSpPr>
          <p:cNvPr id="40" name="Shape 38"/>
          <p:cNvSpPr/>
          <p:nvPr/>
        </p:nvSpPr>
        <p:spPr>
          <a:xfrm>
            <a:off x="5971032" y="4690872"/>
            <a:ext cx="246888" cy="274320"/>
          </a:xfrm>
          <a:prstGeom prst="rightArrow">
            <a:avLst/>
          </a:prstGeom>
          <a:solidFill>
            <a:srgbClr val="B5654A"/>
          </a:solidFill>
          <a:ln w="12700">
            <a:solidFill>
              <a:srgbClr val="B5654A"/>
            </a:solidFill>
            <a:prstDash val="solid"/>
          </a:ln>
        </p:spPr>
      </p:sp>
      <p:sp>
        <p:nvSpPr>
          <p:cNvPr id="41" name="Shape 39"/>
          <p:cNvSpPr/>
          <p:nvPr/>
        </p:nvSpPr>
        <p:spPr>
          <a:xfrm>
            <a:off x="6254496" y="3931920"/>
            <a:ext cx="2532888" cy="1783080"/>
          </a:xfrm>
          <a:prstGeom prst="roundRect">
            <a:avLst>
              <a:gd name="adj" fmla="val 7179"/>
            </a:avLst>
          </a:prstGeom>
          <a:solidFill>
            <a:srgbClr val="FFFCF6"/>
          </a:solidFill>
          <a:ln w="12700">
            <a:solidFill>
              <a:srgbClr val="D8CBB2"/>
            </a:solidFill>
            <a:prstDash val="solid"/>
          </a:ln>
          <a:effectLst>
            <a:outerShdw sx="100000" sy="100000" kx="0" ky="0" algn="bl" rotWithShape="0" blurRad="101600" dist="25400" dir="5400000">
              <a:srgbClr val="8A7A5C">
                <a:alpha val="18000"/>
              </a:srgbClr>
            </a:outerShdw>
          </a:effectLst>
        </p:spPr>
      </p:sp>
      <p:sp>
        <p:nvSpPr>
          <p:cNvPr id="42" name="Shape 40"/>
          <p:cNvSpPr/>
          <p:nvPr/>
        </p:nvSpPr>
        <p:spPr>
          <a:xfrm>
            <a:off x="6419088" y="4096512"/>
            <a:ext cx="384048" cy="384048"/>
          </a:xfrm>
          <a:prstGeom prst="ellipse">
            <a:avLst/>
          </a:prstGeom>
          <a:solidFill>
            <a:srgbClr val="4F7A9A"/>
          </a:solidFill>
          <a:ln w="12700">
            <a:solidFill>
              <a:srgbClr val="4F7A9A"/>
            </a:solidFill>
            <a:prstDash val="solid"/>
          </a:ln>
        </p:spPr>
      </p:sp>
      <p:sp>
        <p:nvSpPr>
          <p:cNvPr id="43" name="Text 41"/>
          <p:cNvSpPr txBox="1"/>
          <p:nvPr/>
        </p:nvSpPr>
        <p:spPr>
          <a:xfrm>
            <a:off x="6419088" y="409651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Malgun Gothic" pitchFamily="34" charset="0"/>
                <a:ea typeface="Malgun Gothic" pitchFamily="34" charset="-122"/>
                <a:cs typeface="Malgun Gothic" pitchFamily="34" charset="-120"/>
              </a:rPr>
              <a:t>7</a:t>
            </a:r>
            <a:endParaRPr lang="en-US" sz="1400" dirty="0"/>
          </a:p>
        </p:txBody>
      </p:sp>
      <p:sp>
        <p:nvSpPr>
          <p:cNvPr id="44" name="Text 42"/>
          <p:cNvSpPr txBox="1"/>
          <p:nvPr/>
        </p:nvSpPr>
        <p:spPr>
          <a:xfrm>
            <a:off x="6876288" y="4096512"/>
            <a:ext cx="1847088" cy="384048"/>
          </a:xfrm>
          <a:prstGeom prst="rect">
            <a:avLst/>
          </a:prstGeom>
          <a:noFill/>
          <a:ln/>
        </p:spPr>
        <p:txBody>
          <a:bodyPr wrap="square" lIns="0" tIns="0" rIns="0" bIns="0" rtlCol="0" anchor="ctr"/>
          <a:lstStyle/>
          <a:p>
            <a:pPr indent="0" marL="0">
              <a:buNone/>
            </a:pPr>
            <a:r>
              <a:rPr lang="en-US" sz="1600" b="1" dirty="0">
                <a:solidFill>
                  <a:srgbClr val="1E2621"/>
                </a:solidFill>
                <a:latin typeface="Malgun Gothic" pitchFamily="34" charset="0"/>
                <a:ea typeface="Malgun Gothic" pitchFamily="34" charset="-122"/>
                <a:cs typeface="Malgun Gothic" pitchFamily="34" charset="-120"/>
              </a:rPr>
              <a:t>모니터링 · 알림</a:t>
            </a:r>
            <a:endParaRPr lang="en-US" sz="1600" dirty="0"/>
          </a:p>
        </p:txBody>
      </p:sp>
      <p:sp>
        <p:nvSpPr>
          <p:cNvPr id="45" name="Text 43"/>
          <p:cNvSpPr txBox="1"/>
          <p:nvPr/>
        </p:nvSpPr>
        <p:spPr>
          <a:xfrm>
            <a:off x="6437376" y="4645152"/>
            <a:ext cx="2258568" cy="960120"/>
          </a:xfrm>
          <a:prstGeom prst="rect">
            <a:avLst/>
          </a:prstGeom>
          <a:noFill/>
          <a:ln/>
        </p:spPr>
        <p:txBody>
          <a:bodyPr wrap="square" lIns="0" tIns="0" rIns="0" bIns="0" rtlCol="0" anchor="t"/>
          <a:lstStyle/>
          <a:p>
            <a:pPr indent="0" marL="0">
              <a:lnSpc>
                <a:spcPct val="115000"/>
              </a:lnSpc>
              <a:buNone/>
            </a:pPr>
            <a:r>
              <a:rPr lang="en-US" sz="1200" b="1" dirty="0">
                <a:solidFill>
                  <a:srgbClr val="5E5B52"/>
                </a:solidFill>
                <a:latin typeface="Malgun Gothic" pitchFamily="34" charset="0"/>
                <a:ea typeface="Malgun Gothic" pitchFamily="34" charset="-122"/>
                <a:cs typeface="Malgun Gothic" pitchFamily="34" charset="-120"/>
              </a:rPr>
              <a:t>로그 · pipeline_run_history 기록</a:t>
            </a:r>
            <a:endParaRPr lang="en-US" sz="1200" dirty="0"/>
          </a:p>
          <a:p>
            <a:pPr indent="0" marL="0">
              <a:lnSpc>
                <a:spcPct val="115000"/>
              </a:lnSpc>
              <a:buNone/>
            </a:pPr>
            <a:r>
              <a:rPr lang="en-US" sz="1200" b="1" dirty="0">
                <a:solidFill>
                  <a:srgbClr val="5E5B52"/>
                </a:solidFill>
                <a:latin typeface="Malgun Gothic" pitchFamily="34" charset="0"/>
                <a:ea typeface="Malgun Gothic" pitchFamily="34" charset="-122"/>
                <a:cs typeface="Malgun Gothic" pitchFamily="34" charset="-120"/>
              </a:rPr>
              <a:t>실패 · 이상 시 Discord 알림</a:t>
            </a:r>
            <a:endParaRPr lang="en-US" sz="1200" dirty="0"/>
          </a:p>
        </p:txBody>
      </p:sp>
      <p:sp>
        <p:nvSpPr>
          <p:cNvPr id="46" name="Shape 44"/>
          <p:cNvSpPr/>
          <p:nvPr/>
        </p:nvSpPr>
        <p:spPr>
          <a:xfrm>
            <a:off x="11155680" y="3611880"/>
            <a:ext cx="0" cy="182880"/>
          </a:xfrm>
          <a:prstGeom prst="line">
            <a:avLst/>
          </a:prstGeom>
          <a:noFill/>
          <a:ln w="25400">
            <a:solidFill>
              <a:srgbClr val="B5654A"/>
            </a:solidFill>
            <a:prstDash val="solid"/>
          </a:ln>
        </p:spPr>
      </p:sp>
      <p:sp>
        <p:nvSpPr>
          <p:cNvPr id="47" name="Shape 45"/>
          <p:cNvSpPr/>
          <p:nvPr/>
        </p:nvSpPr>
        <p:spPr>
          <a:xfrm>
            <a:off x="1810512" y="3794760"/>
            <a:ext cx="9345168" cy="0"/>
          </a:xfrm>
          <a:prstGeom prst="line">
            <a:avLst/>
          </a:prstGeom>
          <a:noFill/>
          <a:ln w="25400">
            <a:solidFill>
              <a:srgbClr val="B5654A"/>
            </a:solidFill>
            <a:prstDash val="solid"/>
          </a:ln>
        </p:spPr>
      </p:sp>
      <p:sp>
        <p:nvSpPr>
          <p:cNvPr id="48" name="Shape 46"/>
          <p:cNvSpPr/>
          <p:nvPr/>
        </p:nvSpPr>
        <p:spPr>
          <a:xfrm>
            <a:off x="1810512" y="3794760"/>
            <a:ext cx="0" cy="137160"/>
          </a:xfrm>
          <a:prstGeom prst="line">
            <a:avLst/>
          </a:prstGeom>
          <a:noFill/>
          <a:ln w="25400">
            <a:solidFill>
              <a:srgbClr val="B5654A"/>
            </a:solidFill>
            <a:prstDash val="solid"/>
            <a:tailEnd type="triangle"/>
          </a:ln>
        </p:spPr>
      </p:sp>
      <p:sp>
        <p:nvSpPr>
          <p:cNvPr id="49" name="Shape 47"/>
          <p:cNvSpPr/>
          <p:nvPr/>
        </p:nvSpPr>
        <p:spPr>
          <a:xfrm>
            <a:off x="9107424" y="3931920"/>
            <a:ext cx="2532888" cy="1783080"/>
          </a:xfrm>
          <a:prstGeom prst="roundRect">
            <a:avLst>
              <a:gd name="adj" fmla="val 7179"/>
            </a:avLst>
          </a:prstGeom>
          <a:solidFill>
            <a:srgbClr val="1E3B2F"/>
          </a:solidFill>
          <a:ln w="12700">
            <a:solidFill>
              <a:srgbClr val="1E3B2F"/>
            </a:solidFill>
            <a:prstDash val="solid"/>
          </a:ln>
          <a:effectLst>
            <a:outerShdw sx="100000" sy="100000" kx="0" ky="0" algn="bl" rotWithShape="0" blurRad="101600" dist="25400" dir="5400000">
              <a:srgbClr val="8A7A5C">
                <a:alpha val="18000"/>
              </a:srgbClr>
            </a:outerShdw>
          </a:effectLst>
        </p:spPr>
      </p:sp>
      <p:sp>
        <p:nvSpPr>
          <p:cNvPr id="50" name="Text 48"/>
          <p:cNvSpPr txBox="1"/>
          <p:nvPr/>
        </p:nvSpPr>
        <p:spPr>
          <a:xfrm>
            <a:off x="9308592" y="4041648"/>
            <a:ext cx="2167128" cy="347472"/>
          </a:xfrm>
          <a:prstGeom prst="rect">
            <a:avLst/>
          </a:prstGeom>
          <a:noFill/>
          <a:ln/>
        </p:spPr>
        <p:txBody>
          <a:bodyPr wrap="square" lIns="0" tIns="0" rIns="0" bIns="0" rtlCol="0" anchor="t"/>
          <a:lstStyle/>
          <a:p>
            <a:pPr indent="0" marL="0">
              <a:buNone/>
            </a:pPr>
            <a:r>
              <a:rPr lang="en-US" sz="1400" b="1" dirty="0">
                <a:solidFill>
                  <a:srgbClr val="D9A441"/>
                </a:solidFill>
                <a:latin typeface="Malgun Gothic" pitchFamily="34" charset="0"/>
                <a:ea typeface="Malgun Gothic" pitchFamily="34" charset="-122"/>
                <a:cs typeface="Malgun Gothic" pitchFamily="34" charset="-120"/>
              </a:rPr>
              <a:t>이어서 자세히</a:t>
            </a:r>
            <a:endParaRPr lang="en-US" sz="1400" dirty="0"/>
          </a:p>
        </p:txBody>
      </p:sp>
      <p:sp>
        <p:nvSpPr>
          <p:cNvPr id="51" name="Text 49"/>
          <p:cNvSpPr txBox="1"/>
          <p:nvPr/>
        </p:nvSpPr>
        <p:spPr>
          <a:xfrm>
            <a:off x="9308592" y="4434840"/>
            <a:ext cx="2167128" cy="1143000"/>
          </a:xfrm>
          <a:prstGeom prst="rect">
            <a:avLst/>
          </a:prstGeom>
          <a:noFill/>
          <a:ln/>
        </p:spPr>
        <p:txBody>
          <a:bodyPr wrap="square" lIns="0" tIns="0" rIns="0" bIns="0" rtlCol="0" anchor="t"/>
          <a:lstStyle/>
          <a:p>
            <a:pPr indent="0" marL="0">
              <a:lnSpc>
                <a:spcPct val="130000"/>
              </a:lnSpc>
              <a:buNone/>
            </a:pPr>
            <a:r>
              <a:rPr lang="en-US" sz="1450" b="1" dirty="0">
                <a:solidFill>
                  <a:srgbClr val="FFFFFF"/>
                </a:solidFill>
                <a:latin typeface="Malgun Gothic" pitchFamily="34" charset="0"/>
                <a:ea typeface="Malgun Gothic" pitchFamily="34" charset="-122"/>
                <a:cs typeface="Malgun Gothic" pitchFamily="34" charset="-120"/>
              </a:rPr>
              <a:t>06  크롤링</a:t>
            </a:r>
            <a:endParaRPr lang="en-US" sz="1450" dirty="0"/>
          </a:p>
          <a:p>
            <a:pPr indent="0" marL="0">
              <a:lnSpc>
                <a:spcPct val="130000"/>
              </a:lnSpc>
              <a:buNone/>
            </a:pPr>
            <a:r>
              <a:rPr lang="en-US" sz="1450" b="1" dirty="0">
                <a:solidFill>
                  <a:srgbClr val="FFFFFF"/>
                </a:solidFill>
                <a:latin typeface="Malgun Gothic" pitchFamily="34" charset="0"/>
                <a:ea typeface="Malgun Gothic" pitchFamily="34" charset="-122"/>
                <a:cs typeface="Malgun Gothic" pitchFamily="34" charset="-120"/>
              </a:rPr>
              <a:t>07  예외처리 · 복구</a:t>
            </a:r>
            <a:endParaRPr lang="en-US" sz="1450" dirty="0"/>
          </a:p>
          <a:p>
            <a:pPr indent="0" marL="0">
              <a:lnSpc>
                <a:spcPct val="130000"/>
              </a:lnSpc>
              <a:buNone/>
            </a:pPr>
            <a:r>
              <a:rPr lang="en-US" sz="1450" b="1" dirty="0">
                <a:solidFill>
                  <a:srgbClr val="FFFFFF"/>
                </a:solidFill>
                <a:latin typeface="Malgun Gothic" pitchFamily="34" charset="0"/>
                <a:ea typeface="Malgun Gothic" pitchFamily="34" charset="-122"/>
                <a:cs typeface="Malgun Gothic" pitchFamily="34" charset="-120"/>
              </a:rPr>
              <a:t>08  실행 결과</a:t>
            </a:r>
            <a:endParaRPr lang="en-US" sz="1450" dirty="0"/>
          </a:p>
        </p:txBody>
      </p:sp>
      <p:sp>
        <p:nvSpPr>
          <p:cNvPr id="52" name="Text 50"/>
          <p:cNvSpPr txBox="1"/>
          <p:nvPr/>
        </p:nvSpPr>
        <p:spPr>
          <a:xfrm>
            <a:off x="548640" y="5943600"/>
            <a:ext cx="11064240" cy="292608"/>
          </a:xfrm>
          <a:prstGeom prst="rect">
            <a:avLst/>
          </a:prstGeom>
          <a:noFill/>
          <a:ln/>
        </p:spPr>
        <p:txBody>
          <a:bodyPr wrap="square" lIns="0" tIns="0" rIns="0" bIns="0" rtlCol="0" anchor="t"/>
          <a:lstStyle/>
          <a:p>
            <a:pPr indent="0" marL="0">
              <a:buNone/>
            </a:pPr>
            <a:r>
              <a:rPr lang="en-US" sz="1350" b="1" dirty="0">
                <a:solidFill>
                  <a:srgbClr val="B5654A"/>
                </a:solidFill>
                <a:latin typeface="Malgun Gothic" pitchFamily="34" charset="0"/>
                <a:ea typeface="Malgun Gothic" pitchFamily="34" charset="-122"/>
                <a:cs typeface="Malgun Gothic" pitchFamily="34" charset="-120"/>
              </a:rPr>
              <a:t>구분  </a:t>
            </a:r>
            <a:pPr indent="0" marL="0">
              <a:buNone/>
            </a:pPr>
            <a:r>
              <a:rPr lang="en-US" sz="1350" b="1" dirty="0">
                <a:solidFill>
                  <a:srgbClr val="2E5A46"/>
                </a:solidFill>
                <a:latin typeface="Malgun Gothic" pitchFamily="34" charset="0"/>
                <a:ea typeface="Malgun Gothic" pitchFamily="34" charset="-122"/>
                <a:cs typeface="Malgun Gothic" pitchFamily="34" charset="-120"/>
              </a:rPr>
              <a:t>정기 수집 파이프라인(스케줄 실행)  ≠  추천 시점 운영정보 크롤링(요청 시 실행)</a:t>
            </a:r>
            <a:endParaRPr lang="en-US" sz="1350" dirty="0"/>
          </a:p>
        </p:txBody>
      </p:sp>
      <p:sp>
        <p:nvSpPr>
          <p:cNvPr id="53" name="Text 51"/>
          <p:cNvSpPr txBox="1"/>
          <p:nvPr/>
        </p:nvSpPr>
        <p:spPr>
          <a:xfrm>
            <a:off x="548640" y="6446520"/>
            <a:ext cx="4572000" cy="228600"/>
          </a:xfrm>
          <a:prstGeom prst="rect">
            <a:avLst/>
          </a:prstGeom>
          <a:noFill/>
          <a:ln/>
        </p:spPr>
        <p:txBody>
          <a:bodyPr wrap="square" lIns="0" tIns="0" rIns="0" bIns="0" rtlCol="0" anchor="t"/>
          <a:lstStyle/>
          <a:p>
            <a:pPr indent="0" marL="0">
              <a:buNone/>
            </a:pPr>
            <a:r>
              <a:rPr lang="en-US" sz="900" b="1" spc="200" kern="0" dirty="0">
                <a:solidFill>
                  <a:srgbClr val="9A907C"/>
                </a:solidFill>
                <a:latin typeface="Malgun Gothic" pitchFamily="34" charset="0"/>
                <a:ea typeface="Malgun Gothic" pitchFamily="34" charset="-122"/>
                <a:cs typeface="Malgun Gothic" pitchFamily="34" charset="-120"/>
              </a:rPr>
              <a:t>WOOSIMWOONKKA · MY MOVE CLUB</a:t>
            </a:r>
            <a:endParaRPr lang="en-US" sz="900" dirty="0"/>
          </a:p>
        </p:txBody>
      </p:sp>
      <p:sp>
        <p:nvSpPr>
          <p:cNvPr id="54" name="Text 52"/>
          <p:cNvSpPr txBox="1"/>
          <p:nvPr/>
        </p:nvSpPr>
        <p:spPr>
          <a:xfrm>
            <a:off x="11183112" y="6446520"/>
            <a:ext cx="457200" cy="228600"/>
          </a:xfrm>
          <a:prstGeom prst="rect">
            <a:avLst/>
          </a:prstGeom>
          <a:noFill/>
          <a:ln/>
        </p:spPr>
        <p:txBody>
          <a:bodyPr wrap="square" lIns="0" tIns="0" rIns="0" bIns="0" rtlCol="0" anchor="t"/>
          <a:lstStyle/>
          <a:p>
            <a:pPr algn="r" indent="0" marL="0">
              <a:buNone/>
            </a:pPr>
            <a:r>
              <a:rPr lang="en-US" sz="900" b="1" dirty="0">
                <a:solidFill>
                  <a:srgbClr val="9A907C"/>
                </a:solidFill>
                <a:latin typeface="Malgun Gothic" pitchFamily="34" charset="0"/>
                <a:ea typeface="Malgun Gothic" pitchFamily="34" charset="-122"/>
                <a:cs typeface="Malgun Gothic"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2">
    <p:bg>
      <p:bgPr>
        <a:solidFill>
          <a:srgbClr val="F7F1E6"/>
        </a:solidFill>
      </p:bgPr>
    </p:bg>
    <p:spTree>
      <p:nvGrpSpPr>
        <p:cNvPr id="1" name=""/>
        <p:cNvGrpSpPr/>
        <p:nvPr/>
      </p:nvGrpSpPr>
      <p:grpSpPr>
        <a:xfrm>
          <a:off x="0" y="0"/>
          <a:ext cx="0" cy="0"/>
          <a:chOff x="0" y="0"/>
          <a:chExt cx="0" cy="0"/>
        </a:xfrm>
      </p:grpSpPr>
      <p:sp>
        <p:nvSpPr>
          <p:cNvPr id="2" name="Shape 0"/>
          <p:cNvSpPr/>
          <p:nvPr/>
        </p:nvSpPr>
        <p:spPr>
          <a:xfrm>
            <a:off x="548640" y="384048"/>
            <a:ext cx="384048" cy="384048"/>
          </a:xfrm>
          <a:prstGeom prst="ellipse">
            <a:avLst/>
          </a:prstGeom>
          <a:solidFill>
            <a:srgbClr val="2E5A46"/>
          </a:solidFill>
          <a:ln w="12700">
            <a:solidFill>
              <a:srgbClr val="2E5A46"/>
            </a:solidFill>
            <a:prstDash val="solid"/>
          </a:ln>
        </p:spPr>
      </p:sp>
      <p:sp>
        <p:nvSpPr>
          <p:cNvPr id="3" name="Text 1"/>
          <p:cNvSpPr txBox="1"/>
          <p:nvPr/>
        </p:nvSpPr>
        <p:spPr>
          <a:xfrm>
            <a:off x="548640" y="38404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algun Gothic" pitchFamily="34" charset="0"/>
                <a:ea typeface="Malgun Gothic" pitchFamily="34" charset="-122"/>
                <a:cs typeface="Malgun Gothic" pitchFamily="34" charset="-120"/>
              </a:rPr>
              <a:t>05</a:t>
            </a:r>
            <a:endParaRPr lang="en-US" sz="1300" dirty="0"/>
          </a:p>
        </p:txBody>
      </p:sp>
      <p:sp>
        <p:nvSpPr>
          <p:cNvPr id="4" name="Text 2"/>
          <p:cNvSpPr txBox="1"/>
          <p:nvPr/>
        </p:nvSpPr>
        <p:spPr>
          <a:xfrm>
            <a:off x="1042416" y="384048"/>
            <a:ext cx="5486400" cy="384048"/>
          </a:xfrm>
          <a:prstGeom prst="rect">
            <a:avLst/>
          </a:prstGeom>
          <a:noFill/>
          <a:ln/>
        </p:spPr>
        <p:txBody>
          <a:bodyPr wrap="square" lIns="0" tIns="0" rIns="0" bIns="0" rtlCol="0" anchor="ctr"/>
          <a:lstStyle/>
          <a:p>
            <a:pPr indent="0" marL="0">
              <a:buNone/>
            </a:pPr>
            <a:r>
              <a:rPr lang="en-US" sz="1400" b="1" spc="200" kern="0" dirty="0">
                <a:solidFill>
                  <a:srgbClr val="B5654A"/>
                </a:solidFill>
                <a:latin typeface="Malgun Gothic" pitchFamily="34" charset="0"/>
                <a:ea typeface="Malgun Gothic" pitchFamily="34" charset="-122"/>
                <a:cs typeface="Malgun Gothic" pitchFamily="34" charset="-120"/>
              </a:rPr>
              <a:t>PIPELINE · 정제 · 품질검사(DQ)</a:t>
            </a:r>
            <a:endParaRPr lang="en-US" sz="1400" dirty="0"/>
          </a:p>
        </p:txBody>
      </p:sp>
      <p:sp>
        <p:nvSpPr>
          <p:cNvPr id="5" name="Text 3"/>
          <p:cNvSpPr txBox="1"/>
          <p:nvPr/>
        </p:nvSpPr>
        <p:spPr>
          <a:xfrm>
            <a:off x="548640" y="896112"/>
            <a:ext cx="11064240" cy="731520"/>
          </a:xfrm>
          <a:prstGeom prst="rect">
            <a:avLst/>
          </a:prstGeom>
          <a:noFill/>
          <a:ln/>
        </p:spPr>
        <p:txBody>
          <a:bodyPr wrap="square" lIns="0" tIns="0" rIns="0" bIns="0" rtlCol="0" anchor="ctr"/>
          <a:lstStyle/>
          <a:p>
            <a:pPr indent="0" marL="0">
              <a:buNone/>
            </a:pPr>
            <a:r>
              <a:rPr lang="en-US" sz="3400" b="1" dirty="0">
                <a:solidFill>
                  <a:srgbClr val="1E2621"/>
                </a:solidFill>
                <a:latin typeface="Malgun Gothic" pitchFamily="34" charset="0"/>
                <a:ea typeface="Malgun Gothic" pitchFamily="34" charset="-122"/>
                <a:cs typeface="Malgun Gothic" pitchFamily="34" charset="-120"/>
              </a:rPr>
              <a:t>원본은 남기고, 정제 결과는 검사합니다</a:t>
            </a:r>
            <a:endParaRPr lang="en-US" sz="3400" dirty="0"/>
          </a:p>
        </p:txBody>
      </p:sp>
      <p:sp>
        <p:nvSpPr>
          <p:cNvPr id="6" name="Shape 4"/>
          <p:cNvSpPr/>
          <p:nvPr/>
        </p:nvSpPr>
        <p:spPr>
          <a:xfrm>
            <a:off x="548640" y="1783080"/>
            <a:ext cx="5257800" cy="3520440"/>
          </a:xfrm>
          <a:prstGeom prst="roundRect">
            <a:avLst>
              <a:gd name="adj" fmla="val 3636"/>
            </a:avLst>
          </a:prstGeom>
          <a:solidFill>
            <a:srgbClr val="FFFCF6"/>
          </a:solidFill>
          <a:ln w="12700">
            <a:solidFill>
              <a:srgbClr val="D8CBB2"/>
            </a:solidFill>
            <a:prstDash val="solid"/>
          </a:ln>
          <a:effectLst>
            <a:outerShdw sx="100000" sy="100000" kx="0" ky="0" algn="bl" rotWithShape="0" blurRad="101600" dist="25400" dir="5400000">
              <a:srgbClr val="8A7A5C">
                <a:alpha val="18000"/>
              </a:srgbClr>
            </a:outerShdw>
          </a:effectLst>
        </p:spPr>
      </p:sp>
      <p:sp>
        <p:nvSpPr>
          <p:cNvPr id="7" name="Text 5"/>
          <p:cNvSpPr txBox="1"/>
          <p:nvPr/>
        </p:nvSpPr>
        <p:spPr>
          <a:xfrm>
            <a:off x="777240" y="1901952"/>
            <a:ext cx="2743200" cy="329184"/>
          </a:xfrm>
          <a:prstGeom prst="rect">
            <a:avLst/>
          </a:prstGeom>
          <a:noFill/>
          <a:ln/>
        </p:spPr>
        <p:txBody>
          <a:bodyPr wrap="square" lIns="0" tIns="0" rIns="0" bIns="0" rtlCol="0" anchor="t"/>
          <a:lstStyle/>
          <a:p>
            <a:pPr indent="0" marL="0">
              <a:buNone/>
            </a:pPr>
            <a:r>
              <a:rPr lang="en-US" sz="1500" b="1" dirty="0">
                <a:solidFill>
                  <a:srgbClr val="B5654A"/>
                </a:solidFill>
                <a:latin typeface="Malgun Gothic" pitchFamily="34" charset="0"/>
                <a:ea typeface="Malgun Gothic" pitchFamily="34" charset="-122"/>
                <a:cs typeface="Malgun Gothic" pitchFamily="34" charset="-120"/>
              </a:rPr>
              <a:t>정제 규칙</a:t>
            </a:r>
            <a:endParaRPr lang="en-US" sz="1500" dirty="0"/>
          </a:p>
        </p:txBody>
      </p:sp>
      <p:sp>
        <p:nvSpPr>
          <p:cNvPr id="8" name="Text 6"/>
          <p:cNvSpPr txBox="1"/>
          <p:nvPr/>
        </p:nvSpPr>
        <p:spPr>
          <a:xfrm>
            <a:off x="2011680" y="1901952"/>
            <a:ext cx="3657600" cy="329184"/>
          </a:xfrm>
          <a:prstGeom prst="rect">
            <a:avLst/>
          </a:prstGeom>
          <a:noFill/>
          <a:ln/>
        </p:spPr>
        <p:txBody>
          <a:bodyPr wrap="square" lIns="0" tIns="0" rIns="0" bIns="0" rtlCol="0" anchor="ctr"/>
          <a:lstStyle/>
          <a:p>
            <a:pPr indent="0" marL="0">
              <a:buNone/>
            </a:pPr>
            <a:r>
              <a:rPr lang="en-US" sz="1100" b="1" dirty="0">
                <a:solidFill>
                  <a:srgbClr val="5E5B52"/>
                </a:solidFill>
                <a:latin typeface="Malgun Gothic" pitchFamily="34" charset="0"/>
                <a:ea typeface="Malgun Gothic" pitchFamily="34" charset="-122"/>
                <a:cs typeface="Malgun Gothic" pitchFamily="34" charset="-120"/>
              </a:rPr>
              <a:t>공통 원칙 + 원천 데이터 특성에 따른 데이터셋별 규칙</a:t>
            </a:r>
            <a:endParaRPr lang="en-US" sz="1100" dirty="0"/>
          </a:p>
        </p:txBody>
      </p:sp>
      <p:sp>
        <p:nvSpPr>
          <p:cNvPr id="9" name="Shape 7"/>
          <p:cNvSpPr/>
          <p:nvPr/>
        </p:nvSpPr>
        <p:spPr>
          <a:xfrm>
            <a:off x="777240" y="2359152"/>
            <a:ext cx="1234440" cy="420624"/>
          </a:xfrm>
          <a:prstGeom prst="roundRect">
            <a:avLst>
              <a:gd name="adj" fmla="val 50000"/>
            </a:avLst>
          </a:prstGeom>
          <a:solidFill>
            <a:srgbClr val="2E5A46"/>
          </a:solidFill>
          <a:ln w="12700">
            <a:solidFill>
              <a:srgbClr val="2E5A46"/>
            </a:solidFill>
            <a:prstDash val="solid"/>
          </a:ln>
        </p:spPr>
      </p:sp>
      <p:sp>
        <p:nvSpPr>
          <p:cNvPr id="10" name="Text 8"/>
          <p:cNvSpPr txBox="1"/>
          <p:nvPr/>
        </p:nvSpPr>
        <p:spPr>
          <a:xfrm>
            <a:off x="777240" y="2359152"/>
            <a:ext cx="1234440"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Malgun Gothic" pitchFamily="34" charset="0"/>
                <a:ea typeface="Malgun Gothic" pitchFamily="34" charset="-122"/>
                <a:cs typeface="Malgun Gothic" pitchFamily="34" charset="-120"/>
              </a:rPr>
              <a:t>좌표</a:t>
            </a:r>
            <a:endParaRPr lang="en-US" sz="1300" dirty="0"/>
          </a:p>
        </p:txBody>
      </p:sp>
      <p:sp>
        <p:nvSpPr>
          <p:cNvPr id="11" name="Text 9"/>
          <p:cNvSpPr txBox="1"/>
          <p:nvPr/>
        </p:nvSpPr>
        <p:spPr>
          <a:xfrm>
            <a:off x="2148840" y="2359152"/>
            <a:ext cx="3566160" cy="420624"/>
          </a:xfrm>
          <a:prstGeom prst="rect">
            <a:avLst/>
          </a:prstGeom>
          <a:noFill/>
          <a:ln/>
        </p:spPr>
        <p:txBody>
          <a:bodyPr wrap="square" lIns="0" tIns="0" rIns="0" bIns="0" rtlCol="0" anchor="ctr"/>
          <a:lstStyle/>
          <a:p>
            <a:pPr indent="0" marL="0">
              <a:buNone/>
            </a:pPr>
            <a:r>
              <a:rPr lang="en-US" sz="1250" b="1" dirty="0">
                <a:solidFill>
                  <a:srgbClr val="1E2621"/>
                </a:solidFill>
                <a:latin typeface="Malgun Gothic" pitchFamily="34" charset="0"/>
                <a:ea typeface="Malgun Gothic" pitchFamily="34" charset="-122"/>
                <a:cs typeface="Malgun Gothic" pitchFamily="34" charset="-120"/>
              </a:rPr>
              <a:t>결측 · 비정상 · 국내 범위 밖 좌표 제거</a:t>
            </a:r>
            <a:endParaRPr lang="en-US" sz="1250" dirty="0"/>
          </a:p>
        </p:txBody>
      </p:sp>
      <p:sp>
        <p:nvSpPr>
          <p:cNvPr id="12" name="Shape 10"/>
          <p:cNvSpPr/>
          <p:nvPr/>
        </p:nvSpPr>
        <p:spPr>
          <a:xfrm>
            <a:off x="777240" y="2935224"/>
            <a:ext cx="1234440" cy="420624"/>
          </a:xfrm>
          <a:prstGeom prst="roundRect">
            <a:avLst>
              <a:gd name="adj" fmla="val 50000"/>
            </a:avLst>
          </a:prstGeom>
          <a:solidFill>
            <a:srgbClr val="2E5A46"/>
          </a:solidFill>
          <a:ln w="12700">
            <a:solidFill>
              <a:srgbClr val="2E5A46"/>
            </a:solidFill>
            <a:prstDash val="solid"/>
          </a:ln>
        </p:spPr>
      </p:sp>
      <p:sp>
        <p:nvSpPr>
          <p:cNvPr id="13" name="Text 11"/>
          <p:cNvSpPr txBox="1"/>
          <p:nvPr/>
        </p:nvSpPr>
        <p:spPr>
          <a:xfrm>
            <a:off x="777240" y="2935224"/>
            <a:ext cx="1234440"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Malgun Gothic" pitchFamily="34" charset="0"/>
                <a:ea typeface="Malgun Gothic" pitchFamily="34" charset="-122"/>
                <a:cs typeface="Malgun Gothic" pitchFamily="34" charset="-120"/>
              </a:rPr>
              <a:t>결측값</a:t>
            </a:r>
            <a:endParaRPr lang="en-US" sz="1300" dirty="0"/>
          </a:p>
        </p:txBody>
      </p:sp>
      <p:sp>
        <p:nvSpPr>
          <p:cNvPr id="14" name="Text 12"/>
          <p:cNvSpPr txBox="1"/>
          <p:nvPr/>
        </p:nvSpPr>
        <p:spPr>
          <a:xfrm>
            <a:off x="2148840" y="2935224"/>
            <a:ext cx="3566160" cy="420624"/>
          </a:xfrm>
          <a:prstGeom prst="rect">
            <a:avLst/>
          </a:prstGeom>
          <a:noFill/>
          <a:ln/>
        </p:spPr>
        <p:txBody>
          <a:bodyPr wrap="square" lIns="0" tIns="0" rIns="0" bIns="0" rtlCol="0" anchor="ctr"/>
          <a:lstStyle/>
          <a:p>
            <a:pPr indent="0" marL="0">
              <a:buNone/>
            </a:pPr>
            <a:r>
              <a:rPr lang="en-US" sz="1250" b="1" dirty="0">
                <a:solidFill>
                  <a:srgbClr val="1E2621"/>
                </a:solidFill>
                <a:latin typeface="Malgun Gothic" pitchFamily="34" charset="0"/>
                <a:ea typeface="Malgun Gothic" pitchFamily="34" charset="-122"/>
                <a:cs typeface="Malgun Gothic" pitchFamily="34" charset="-120"/>
              </a:rPr>
              <a:t>표현이 제각각인 빈 값을 NULL(pd.NA)로 통일</a:t>
            </a:r>
            <a:endParaRPr lang="en-US" sz="1250" dirty="0"/>
          </a:p>
        </p:txBody>
      </p:sp>
      <p:sp>
        <p:nvSpPr>
          <p:cNvPr id="15" name="Shape 13"/>
          <p:cNvSpPr/>
          <p:nvPr/>
        </p:nvSpPr>
        <p:spPr>
          <a:xfrm>
            <a:off x="777240" y="3511296"/>
            <a:ext cx="1234440" cy="420624"/>
          </a:xfrm>
          <a:prstGeom prst="roundRect">
            <a:avLst>
              <a:gd name="adj" fmla="val 50000"/>
            </a:avLst>
          </a:prstGeom>
          <a:solidFill>
            <a:srgbClr val="2E5A46"/>
          </a:solidFill>
          <a:ln w="12700">
            <a:solidFill>
              <a:srgbClr val="2E5A46"/>
            </a:solidFill>
            <a:prstDash val="solid"/>
          </a:ln>
        </p:spPr>
      </p:sp>
      <p:sp>
        <p:nvSpPr>
          <p:cNvPr id="16" name="Text 14"/>
          <p:cNvSpPr txBox="1"/>
          <p:nvPr/>
        </p:nvSpPr>
        <p:spPr>
          <a:xfrm>
            <a:off x="777240" y="3511296"/>
            <a:ext cx="1234440"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Malgun Gothic" pitchFamily="34" charset="0"/>
                <a:ea typeface="Malgun Gothic" pitchFamily="34" charset="-122"/>
                <a:cs typeface="Malgun Gothic" pitchFamily="34" charset="-120"/>
              </a:rPr>
              <a:t>자료형</a:t>
            </a:r>
            <a:endParaRPr lang="en-US" sz="1300" dirty="0"/>
          </a:p>
        </p:txBody>
      </p:sp>
      <p:sp>
        <p:nvSpPr>
          <p:cNvPr id="17" name="Text 15"/>
          <p:cNvSpPr txBox="1"/>
          <p:nvPr/>
        </p:nvSpPr>
        <p:spPr>
          <a:xfrm>
            <a:off x="2148840" y="3511296"/>
            <a:ext cx="3566160" cy="420624"/>
          </a:xfrm>
          <a:prstGeom prst="rect">
            <a:avLst/>
          </a:prstGeom>
          <a:noFill/>
          <a:ln/>
        </p:spPr>
        <p:txBody>
          <a:bodyPr wrap="square" lIns="0" tIns="0" rIns="0" bIns="0" rtlCol="0" anchor="ctr"/>
          <a:lstStyle/>
          <a:p>
            <a:pPr indent="0" marL="0">
              <a:buNone/>
            </a:pPr>
            <a:r>
              <a:rPr lang="en-US" sz="1250" b="1" dirty="0">
                <a:solidFill>
                  <a:srgbClr val="1E2621"/>
                </a:solidFill>
                <a:latin typeface="Malgun Gothic" pitchFamily="34" charset="0"/>
                <a:ea typeface="Malgun Gothic" pitchFamily="34" charset="-122"/>
                <a:cs typeface="Malgun Gothic" pitchFamily="34" charset="-120"/>
              </a:rPr>
              <a:t>날짜 · 시간 형식 정규화, 필요한 경우 수치형 변환</a:t>
            </a:r>
            <a:endParaRPr lang="en-US" sz="1250" dirty="0"/>
          </a:p>
        </p:txBody>
      </p:sp>
      <p:sp>
        <p:nvSpPr>
          <p:cNvPr id="18" name="Shape 16"/>
          <p:cNvSpPr/>
          <p:nvPr/>
        </p:nvSpPr>
        <p:spPr>
          <a:xfrm>
            <a:off x="777240" y="4087368"/>
            <a:ext cx="1234440" cy="420624"/>
          </a:xfrm>
          <a:prstGeom prst="roundRect">
            <a:avLst>
              <a:gd name="adj" fmla="val 50000"/>
            </a:avLst>
          </a:prstGeom>
          <a:solidFill>
            <a:srgbClr val="2E5A46"/>
          </a:solidFill>
          <a:ln w="12700">
            <a:solidFill>
              <a:srgbClr val="2E5A46"/>
            </a:solidFill>
            <a:prstDash val="solid"/>
          </a:ln>
        </p:spPr>
      </p:sp>
      <p:sp>
        <p:nvSpPr>
          <p:cNvPr id="19" name="Text 17"/>
          <p:cNvSpPr txBox="1"/>
          <p:nvPr/>
        </p:nvSpPr>
        <p:spPr>
          <a:xfrm>
            <a:off x="777240" y="4087368"/>
            <a:ext cx="1234440"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Malgun Gothic" pitchFamily="34" charset="0"/>
                <a:ea typeface="Malgun Gothic" pitchFamily="34" charset="-122"/>
                <a:cs typeface="Malgun Gothic" pitchFamily="34" charset="-120"/>
              </a:rPr>
              <a:t>표기</a:t>
            </a:r>
            <a:endParaRPr lang="en-US" sz="1300" dirty="0"/>
          </a:p>
        </p:txBody>
      </p:sp>
      <p:sp>
        <p:nvSpPr>
          <p:cNvPr id="20" name="Text 18"/>
          <p:cNvSpPr txBox="1"/>
          <p:nvPr/>
        </p:nvSpPr>
        <p:spPr>
          <a:xfrm>
            <a:off x="2148840" y="4087368"/>
            <a:ext cx="3566160" cy="420624"/>
          </a:xfrm>
          <a:prstGeom prst="rect">
            <a:avLst/>
          </a:prstGeom>
          <a:noFill/>
          <a:ln/>
        </p:spPr>
        <p:txBody>
          <a:bodyPr wrap="square" lIns="0" tIns="0" rIns="0" bIns="0" rtlCol="0" anchor="ctr"/>
          <a:lstStyle/>
          <a:p>
            <a:pPr indent="0" marL="0">
              <a:buNone/>
            </a:pPr>
            <a:r>
              <a:rPr lang="en-US" sz="1250" b="1" dirty="0">
                <a:solidFill>
                  <a:srgbClr val="1E2621"/>
                </a:solidFill>
                <a:latin typeface="Malgun Gothic" pitchFamily="34" charset="0"/>
                <a:ea typeface="Malgun Gothic" pitchFamily="34" charset="-122"/>
                <a:cs typeface="Malgun Gothic" pitchFamily="34" charset="-120"/>
              </a:rPr>
              <a:t>시도 등 지역 표기 통일 (예: 서울 → 서울특별시)</a:t>
            </a:r>
            <a:endParaRPr lang="en-US" sz="1250" dirty="0"/>
          </a:p>
        </p:txBody>
      </p:sp>
      <p:sp>
        <p:nvSpPr>
          <p:cNvPr id="21" name="Shape 19"/>
          <p:cNvSpPr/>
          <p:nvPr/>
        </p:nvSpPr>
        <p:spPr>
          <a:xfrm>
            <a:off x="777240" y="4663440"/>
            <a:ext cx="1234440" cy="420624"/>
          </a:xfrm>
          <a:prstGeom prst="roundRect">
            <a:avLst>
              <a:gd name="adj" fmla="val 50000"/>
            </a:avLst>
          </a:prstGeom>
          <a:solidFill>
            <a:srgbClr val="B5654A"/>
          </a:solidFill>
          <a:ln w="12700">
            <a:solidFill>
              <a:srgbClr val="B5654A"/>
            </a:solidFill>
            <a:prstDash val="solid"/>
          </a:ln>
        </p:spPr>
      </p:sp>
      <p:sp>
        <p:nvSpPr>
          <p:cNvPr id="22" name="Text 20"/>
          <p:cNvSpPr txBox="1"/>
          <p:nvPr/>
        </p:nvSpPr>
        <p:spPr>
          <a:xfrm>
            <a:off x="777240" y="4663440"/>
            <a:ext cx="1234440"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Malgun Gothic" pitchFamily="34" charset="0"/>
                <a:ea typeface="Malgun Gothic" pitchFamily="34" charset="-122"/>
                <a:cs typeface="Malgun Gothic" pitchFamily="34" charset="-120"/>
              </a:rPr>
              <a:t>데이터셋별</a:t>
            </a:r>
            <a:endParaRPr lang="en-US" sz="1300" dirty="0"/>
          </a:p>
        </p:txBody>
      </p:sp>
      <p:sp>
        <p:nvSpPr>
          <p:cNvPr id="23" name="Text 21"/>
          <p:cNvSpPr txBox="1"/>
          <p:nvPr/>
        </p:nvSpPr>
        <p:spPr>
          <a:xfrm>
            <a:off x="2148840" y="4663440"/>
            <a:ext cx="3566160" cy="420624"/>
          </a:xfrm>
          <a:prstGeom prst="rect">
            <a:avLst/>
          </a:prstGeom>
          <a:noFill/>
          <a:ln/>
        </p:spPr>
        <p:txBody>
          <a:bodyPr wrap="square" lIns="0" tIns="0" rIns="0" bIns="0" rtlCol="0" anchor="ctr"/>
          <a:lstStyle/>
          <a:p>
            <a:pPr indent="0" marL="0">
              <a:buNone/>
            </a:pPr>
            <a:r>
              <a:rPr lang="en-US" sz="1250" b="1" dirty="0">
                <a:solidFill>
                  <a:srgbClr val="1E2621"/>
                </a:solidFill>
                <a:latin typeface="Malgun Gothic" pitchFamily="34" charset="0"/>
                <a:ea typeface="Malgun Gothic" pitchFamily="34" charset="-122"/>
                <a:cs typeface="Malgun Gothic" pitchFamily="34" charset="-120"/>
              </a:rPr>
              <a:t>중복 데이터 처리 · 원천 특성에 맞춘 개별 규칙</a:t>
            </a:r>
            <a:endParaRPr lang="en-US" sz="1250" dirty="0"/>
          </a:p>
        </p:txBody>
      </p:sp>
      <p:sp>
        <p:nvSpPr>
          <p:cNvPr id="24" name="Shape 22"/>
          <p:cNvSpPr/>
          <p:nvPr/>
        </p:nvSpPr>
        <p:spPr>
          <a:xfrm>
            <a:off x="6016752" y="1783080"/>
            <a:ext cx="5623560" cy="3520440"/>
          </a:xfrm>
          <a:prstGeom prst="roundRect">
            <a:avLst>
              <a:gd name="adj" fmla="val 3636"/>
            </a:avLst>
          </a:prstGeom>
          <a:solidFill>
            <a:srgbClr val="FFFCF6"/>
          </a:solidFill>
          <a:ln w="12700">
            <a:solidFill>
              <a:srgbClr val="D8CBB2"/>
            </a:solidFill>
            <a:prstDash val="solid"/>
          </a:ln>
          <a:effectLst>
            <a:outerShdw sx="100000" sy="100000" kx="0" ky="0" algn="bl" rotWithShape="0" blurRad="101600" dist="25400" dir="5400000">
              <a:srgbClr val="8A7A5C">
                <a:alpha val="18000"/>
              </a:srgbClr>
            </a:outerShdw>
          </a:effectLst>
        </p:spPr>
      </p:sp>
      <p:sp>
        <p:nvSpPr>
          <p:cNvPr id="25" name="Text 23"/>
          <p:cNvSpPr txBox="1"/>
          <p:nvPr/>
        </p:nvSpPr>
        <p:spPr>
          <a:xfrm>
            <a:off x="6245352" y="1901952"/>
            <a:ext cx="3657600" cy="329184"/>
          </a:xfrm>
          <a:prstGeom prst="rect">
            <a:avLst/>
          </a:prstGeom>
          <a:noFill/>
          <a:ln/>
        </p:spPr>
        <p:txBody>
          <a:bodyPr wrap="square" lIns="0" tIns="0" rIns="0" bIns="0" rtlCol="0" anchor="t"/>
          <a:lstStyle/>
          <a:p>
            <a:pPr indent="0" marL="0">
              <a:buNone/>
            </a:pPr>
            <a:r>
              <a:rPr lang="en-US" sz="1500" b="1" dirty="0">
                <a:solidFill>
                  <a:srgbClr val="B5654A"/>
                </a:solidFill>
                <a:latin typeface="Malgun Gothic" pitchFamily="34" charset="0"/>
                <a:ea typeface="Malgun Gothic" pitchFamily="34" charset="-122"/>
                <a:cs typeface="Malgun Gothic" pitchFamily="34" charset="-120"/>
              </a:rPr>
              <a:t>품질검사(DQ) 흐름</a:t>
            </a:r>
            <a:endParaRPr lang="en-US" sz="1500" dirty="0"/>
          </a:p>
        </p:txBody>
      </p:sp>
      <p:sp>
        <p:nvSpPr>
          <p:cNvPr id="26" name="Shape 24"/>
          <p:cNvSpPr/>
          <p:nvPr/>
        </p:nvSpPr>
        <p:spPr>
          <a:xfrm>
            <a:off x="6245352" y="2377440"/>
            <a:ext cx="1234440" cy="457200"/>
          </a:xfrm>
          <a:prstGeom prst="roundRect">
            <a:avLst>
              <a:gd name="adj" fmla="val 20000"/>
            </a:avLst>
          </a:prstGeom>
          <a:solidFill>
            <a:srgbClr val="EADFCB"/>
          </a:solidFill>
          <a:ln w="12700">
            <a:solidFill>
              <a:srgbClr val="EADFCB"/>
            </a:solidFill>
            <a:prstDash val="solid"/>
          </a:ln>
        </p:spPr>
      </p:sp>
      <p:sp>
        <p:nvSpPr>
          <p:cNvPr id="27" name="Text 25"/>
          <p:cNvSpPr txBox="1"/>
          <p:nvPr/>
        </p:nvSpPr>
        <p:spPr>
          <a:xfrm>
            <a:off x="6281928" y="2377440"/>
            <a:ext cx="1161288" cy="457200"/>
          </a:xfrm>
          <a:prstGeom prst="rect">
            <a:avLst/>
          </a:prstGeom>
          <a:noFill/>
          <a:ln/>
        </p:spPr>
        <p:txBody>
          <a:bodyPr wrap="square" lIns="0" tIns="0" rIns="0" bIns="0" rtlCol="0" anchor="ctr"/>
          <a:lstStyle/>
          <a:p>
            <a:pPr algn="ctr" indent="0" marL="0">
              <a:buNone/>
            </a:pPr>
            <a:r>
              <a:rPr lang="en-US" sz="1300" b="1" dirty="0">
                <a:solidFill>
                  <a:srgbClr val="1E2621"/>
                </a:solidFill>
                <a:latin typeface="Malgun Gothic" pitchFamily="34" charset="0"/>
                <a:ea typeface="Malgun Gothic" pitchFamily="34" charset="-122"/>
                <a:cs typeface="Malgun Gothic" pitchFamily="34" charset="-120"/>
              </a:rPr>
              <a:t>RAW</a:t>
            </a:r>
            <a:endParaRPr lang="en-US" sz="1300" dirty="0"/>
          </a:p>
        </p:txBody>
      </p:sp>
      <p:sp>
        <p:nvSpPr>
          <p:cNvPr id="28" name="Text 26"/>
          <p:cNvSpPr txBox="1"/>
          <p:nvPr/>
        </p:nvSpPr>
        <p:spPr>
          <a:xfrm>
            <a:off x="7498080" y="2377440"/>
            <a:ext cx="219456" cy="457200"/>
          </a:xfrm>
          <a:prstGeom prst="rect">
            <a:avLst/>
          </a:prstGeom>
          <a:noFill/>
          <a:ln/>
        </p:spPr>
        <p:txBody>
          <a:bodyPr wrap="square" lIns="0" tIns="0" rIns="0" bIns="0" rtlCol="0" anchor="ctr"/>
          <a:lstStyle/>
          <a:p>
            <a:pPr algn="ctr" indent="0" marL="0">
              <a:buNone/>
            </a:pPr>
            <a:r>
              <a:rPr lang="en-US" sz="1500" b="1" dirty="0">
                <a:solidFill>
                  <a:srgbClr val="B5654A"/>
                </a:solidFill>
                <a:latin typeface="Malgun Gothic" pitchFamily="34" charset="0"/>
                <a:ea typeface="Malgun Gothic" pitchFamily="34" charset="-122"/>
                <a:cs typeface="Malgun Gothic" pitchFamily="34" charset="-120"/>
              </a:rPr>
              <a:t>→</a:t>
            </a:r>
            <a:endParaRPr lang="en-US" sz="1500" dirty="0"/>
          </a:p>
        </p:txBody>
      </p:sp>
      <p:sp>
        <p:nvSpPr>
          <p:cNvPr id="29" name="Shape 27"/>
          <p:cNvSpPr/>
          <p:nvPr/>
        </p:nvSpPr>
        <p:spPr>
          <a:xfrm>
            <a:off x="7735824" y="2377440"/>
            <a:ext cx="1371600" cy="457200"/>
          </a:xfrm>
          <a:prstGeom prst="roundRect">
            <a:avLst>
              <a:gd name="adj" fmla="val 20000"/>
            </a:avLst>
          </a:prstGeom>
          <a:solidFill>
            <a:srgbClr val="EADFCB"/>
          </a:solidFill>
          <a:ln w="12700">
            <a:solidFill>
              <a:srgbClr val="EADFCB"/>
            </a:solidFill>
            <a:prstDash val="solid"/>
          </a:ln>
        </p:spPr>
      </p:sp>
      <p:sp>
        <p:nvSpPr>
          <p:cNvPr id="30" name="Text 28"/>
          <p:cNvSpPr txBox="1"/>
          <p:nvPr/>
        </p:nvSpPr>
        <p:spPr>
          <a:xfrm>
            <a:off x="7772400" y="2377440"/>
            <a:ext cx="1298448" cy="457200"/>
          </a:xfrm>
          <a:prstGeom prst="rect">
            <a:avLst/>
          </a:prstGeom>
          <a:noFill/>
          <a:ln/>
        </p:spPr>
        <p:txBody>
          <a:bodyPr wrap="square" lIns="0" tIns="0" rIns="0" bIns="0" rtlCol="0" anchor="ctr"/>
          <a:lstStyle/>
          <a:p>
            <a:pPr algn="ctr" indent="0" marL="0">
              <a:buNone/>
            </a:pPr>
            <a:r>
              <a:rPr lang="en-US" sz="1300" b="1" dirty="0">
                <a:solidFill>
                  <a:srgbClr val="1E2621"/>
                </a:solidFill>
                <a:latin typeface="Malgun Gothic" pitchFamily="34" charset="0"/>
                <a:ea typeface="Malgun Gothic" pitchFamily="34" charset="-122"/>
                <a:cs typeface="Malgun Gothic" pitchFamily="34" charset="-120"/>
              </a:rPr>
              <a:t>정제 결과</a:t>
            </a:r>
            <a:endParaRPr lang="en-US" sz="1300" dirty="0"/>
          </a:p>
        </p:txBody>
      </p:sp>
      <p:sp>
        <p:nvSpPr>
          <p:cNvPr id="31" name="Text 29"/>
          <p:cNvSpPr txBox="1"/>
          <p:nvPr/>
        </p:nvSpPr>
        <p:spPr>
          <a:xfrm>
            <a:off x="9125712" y="2377440"/>
            <a:ext cx="219456" cy="457200"/>
          </a:xfrm>
          <a:prstGeom prst="rect">
            <a:avLst/>
          </a:prstGeom>
          <a:noFill/>
          <a:ln/>
        </p:spPr>
        <p:txBody>
          <a:bodyPr wrap="square" lIns="0" tIns="0" rIns="0" bIns="0" rtlCol="0" anchor="ctr"/>
          <a:lstStyle/>
          <a:p>
            <a:pPr algn="ctr" indent="0" marL="0">
              <a:buNone/>
            </a:pPr>
            <a:r>
              <a:rPr lang="en-US" sz="1500" b="1" dirty="0">
                <a:solidFill>
                  <a:srgbClr val="B5654A"/>
                </a:solidFill>
                <a:latin typeface="Malgun Gothic" pitchFamily="34" charset="0"/>
                <a:ea typeface="Malgun Gothic" pitchFamily="34" charset="-122"/>
                <a:cs typeface="Malgun Gothic" pitchFamily="34" charset="-120"/>
              </a:rPr>
              <a:t>→</a:t>
            </a:r>
            <a:endParaRPr lang="en-US" sz="1500" dirty="0"/>
          </a:p>
        </p:txBody>
      </p:sp>
      <p:sp>
        <p:nvSpPr>
          <p:cNvPr id="32" name="Shape 30"/>
          <p:cNvSpPr/>
          <p:nvPr/>
        </p:nvSpPr>
        <p:spPr>
          <a:xfrm>
            <a:off x="9363456" y="2377440"/>
            <a:ext cx="2048256" cy="457200"/>
          </a:xfrm>
          <a:prstGeom prst="roundRect">
            <a:avLst>
              <a:gd name="adj" fmla="val 20000"/>
            </a:avLst>
          </a:prstGeom>
          <a:solidFill>
            <a:srgbClr val="B5654A"/>
          </a:solidFill>
          <a:ln w="12700">
            <a:solidFill>
              <a:srgbClr val="B5654A"/>
            </a:solidFill>
            <a:prstDash val="solid"/>
          </a:ln>
        </p:spPr>
      </p:sp>
      <p:sp>
        <p:nvSpPr>
          <p:cNvPr id="33" name="Text 31"/>
          <p:cNvSpPr txBox="1"/>
          <p:nvPr/>
        </p:nvSpPr>
        <p:spPr>
          <a:xfrm>
            <a:off x="9400032" y="2377440"/>
            <a:ext cx="1975104" cy="457200"/>
          </a:xfrm>
          <a:prstGeom prst="rect">
            <a:avLst/>
          </a:prstGeom>
          <a:noFill/>
          <a:ln/>
        </p:spPr>
        <p:txBody>
          <a:bodyPr wrap="square" lIns="0" tIns="0" rIns="0" bIns="0" rtlCol="0" anchor="ctr"/>
          <a:lstStyle/>
          <a:p>
            <a:pPr algn="ctr" indent="0" marL="0">
              <a:buNone/>
            </a:pPr>
            <a:r>
              <a:rPr lang="en-US" sz="1350" b="1" dirty="0">
                <a:solidFill>
                  <a:srgbClr val="FFFFFF"/>
                </a:solidFill>
                <a:latin typeface="Malgun Gothic" pitchFamily="34" charset="0"/>
                <a:ea typeface="Malgun Gothic" pitchFamily="34" charset="-122"/>
                <a:cs typeface="Malgun Gothic" pitchFamily="34" charset="-120"/>
              </a:rPr>
              <a:t>품질검사 DQ</a:t>
            </a:r>
            <a:endParaRPr lang="en-US" sz="1350" dirty="0"/>
          </a:p>
        </p:txBody>
      </p:sp>
      <p:sp>
        <p:nvSpPr>
          <p:cNvPr id="34" name="Text 32"/>
          <p:cNvSpPr txBox="1"/>
          <p:nvPr/>
        </p:nvSpPr>
        <p:spPr>
          <a:xfrm>
            <a:off x="6245352" y="3127248"/>
            <a:ext cx="1234440" cy="420624"/>
          </a:xfrm>
          <a:prstGeom prst="rect">
            <a:avLst/>
          </a:prstGeom>
          <a:noFill/>
          <a:ln/>
        </p:spPr>
        <p:txBody>
          <a:bodyPr wrap="square" lIns="0" tIns="0" rIns="0" bIns="0" rtlCol="0" anchor="ctr"/>
          <a:lstStyle/>
          <a:p>
            <a:pPr indent="0" marL="0">
              <a:buNone/>
            </a:pPr>
            <a:r>
              <a:rPr lang="en-US" sz="1300" b="1" dirty="0">
                <a:solidFill>
                  <a:srgbClr val="2E5A46"/>
                </a:solidFill>
                <a:latin typeface="Malgun Gothic" pitchFamily="34" charset="0"/>
                <a:ea typeface="Malgun Gothic" pitchFamily="34" charset="-122"/>
                <a:cs typeface="Malgun Gothic" pitchFamily="34" charset="-120"/>
              </a:rPr>
              <a:t>정상</a:t>
            </a:r>
            <a:endParaRPr lang="en-US" sz="1300" dirty="0"/>
          </a:p>
        </p:txBody>
      </p:sp>
      <p:sp>
        <p:nvSpPr>
          <p:cNvPr id="35" name="Text 33"/>
          <p:cNvSpPr txBox="1"/>
          <p:nvPr/>
        </p:nvSpPr>
        <p:spPr>
          <a:xfrm>
            <a:off x="7040880" y="3127248"/>
            <a:ext cx="2377440" cy="420624"/>
          </a:xfrm>
          <a:prstGeom prst="rect">
            <a:avLst/>
          </a:prstGeom>
          <a:noFill/>
          <a:ln/>
        </p:spPr>
        <p:txBody>
          <a:bodyPr wrap="square" lIns="0" tIns="0" rIns="0" bIns="0" rtlCol="0" anchor="ctr"/>
          <a:lstStyle/>
          <a:p>
            <a:pPr indent="0" marL="0">
              <a:buNone/>
            </a:pPr>
            <a:r>
              <a:rPr lang="en-US" sz="1100" b="1" dirty="0">
                <a:solidFill>
                  <a:srgbClr val="5E5B52"/>
                </a:solidFill>
                <a:latin typeface="Malgun Gothic" pitchFamily="34" charset="0"/>
                <a:ea typeface="Malgun Gothic" pitchFamily="34" charset="-122"/>
                <a:cs typeface="Malgun Gothic" pitchFamily="34" charset="-120"/>
              </a:rPr>
              <a:t>행 수 · NULL 변화 이상 없음</a:t>
            </a:r>
            <a:endParaRPr lang="en-US" sz="1100" dirty="0"/>
          </a:p>
        </p:txBody>
      </p:sp>
      <p:sp>
        <p:nvSpPr>
          <p:cNvPr id="36" name="Text 34"/>
          <p:cNvSpPr txBox="1"/>
          <p:nvPr/>
        </p:nvSpPr>
        <p:spPr>
          <a:xfrm>
            <a:off x="9125712" y="3108960"/>
            <a:ext cx="219456" cy="457200"/>
          </a:xfrm>
          <a:prstGeom prst="rect">
            <a:avLst/>
          </a:prstGeom>
          <a:noFill/>
          <a:ln/>
        </p:spPr>
        <p:txBody>
          <a:bodyPr wrap="square" lIns="0" tIns="0" rIns="0" bIns="0" rtlCol="0" anchor="ctr"/>
          <a:lstStyle/>
          <a:p>
            <a:pPr algn="ctr" indent="0" marL="0">
              <a:buNone/>
            </a:pPr>
            <a:r>
              <a:rPr lang="en-US" sz="1500" b="1" dirty="0">
                <a:solidFill>
                  <a:srgbClr val="2E5A46"/>
                </a:solidFill>
                <a:latin typeface="Malgun Gothic" pitchFamily="34" charset="0"/>
                <a:ea typeface="Malgun Gothic" pitchFamily="34" charset="-122"/>
                <a:cs typeface="Malgun Gothic" pitchFamily="34" charset="-120"/>
              </a:rPr>
              <a:t>→</a:t>
            </a:r>
            <a:endParaRPr lang="en-US" sz="1500" dirty="0"/>
          </a:p>
        </p:txBody>
      </p:sp>
      <p:sp>
        <p:nvSpPr>
          <p:cNvPr id="37" name="Shape 35"/>
          <p:cNvSpPr/>
          <p:nvPr/>
        </p:nvSpPr>
        <p:spPr>
          <a:xfrm>
            <a:off x="9363456" y="3108960"/>
            <a:ext cx="2048256" cy="457200"/>
          </a:xfrm>
          <a:prstGeom prst="roundRect">
            <a:avLst>
              <a:gd name="adj" fmla="val 20000"/>
            </a:avLst>
          </a:prstGeom>
          <a:solidFill>
            <a:srgbClr val="2E5A46"/>
          </a:solidFill>
          <a:ln w="12700">
            <a:solidFill>
              <a:srgbClr val="2E5A46"/>
            </a:solidFill>
            <a:prstDash val="solid"/>
          </a:ln>
        </p:spPr>
      </p:sp>
      <p:sp>
        <p:nvSpPr>
          <p:cNvPr id="38" name="Text 36"/>
          <p:cNvSpPr txBox="1"/>
          <p:nvPr/>
        </p:nvSpPr>
        <p:spPr>
          <a:xfrm>
            <a:off x="9400032" y="3108960"/>
            <a:ext cx="1975104"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Malgun Gothic" pitchFamily="34" charset="0"/>
                <a:ea typeface="Malgun Gothic" pitchFamily="34" charset="-122"/>
                <a:cs typeface="Malgun Gothic" pitchFamily="34" charset="-120"/>
              </a:rPr>
              <a:t>PROCESSED 적재</a:t>
            </a:r>
            <a:endParaRPr lang="en-US" sz="1300" dirty="0"/>
          </a:p>
        </p:txBody>
      </p:sp>
      <p:sp>
        <p:nvSpPr>
          <p:cNvPr id="39" name="Shape 37"/>
          <p:cNvSpPr/>
          <p:nvPr/>
        </p:nvSpPr>
        <p:spPr>
          <a:xfrm>
            <a:off x="6245352" y="3749040"/>
            <a:ext cx="5166360" cy="0"/>
          </a:xfrm>
          <a:prstGeom prst="line">
            <a:avLst/>
          </a:prstGeom>
          <a:noFill/>
          <a:ln w="12700">
            <a:solidFill>
              <a:srgbClr val="D8CBB2"/>
            </a:solidFill>
            <a:prstDash val="dash"/>
          </a:ln>
        </p:spPr>
      </p:sp>
      <p:sp>
        <p:nvSpPr>
          <p:cNvPr id="40" name="Text 38"/>
          <p:cNvSpPr txBox="1"/>
          <p:nvPr/>
        </p:nvSpPr>
        <p:spPr>
          <a:xfrm>
            <a:off x="6245352" y="3840480"/>
            <a:ext cx="5120640" cy="329184"/>
          </a:xfrm>
          <a:prstGeom prst="rect">
            <a:avLst/>
          </a:prstGeom>
          <a:noFill/>
          <a:ln/>
        </p:spPr>
        <p:txBody>
          <a:bodyPr wrap="square" lIns="0" tIns="0" rIns="0" bIns="0" rtlCol="0" anchor="ctr"/>
          <a:lstStyle/>
          <a:p>
            <a:pPr indent="0" marL="0">
              <a:buNone/>
            </a:pPr>
            <a:r>
              <a:rPr lang="en-US" sz="1300" b="1" dirty="0">
                <a:solidFill>
                  <a:srgbClr val="B5654A"/>
                </a:solidFill>
                <a:latin typeface="Malgun Gothic" pitchFamily="34" charset="0"/>
                <a:ea typeface="Malgun Gothic" pitchFamily="34" charset="-122"/>
                <a:cs typeface="Malgun Gothic" pitchFamily="34" charset="-120"/>
              </a:rPr>
              <a:t>이상 발견 — 예상하지 못한 값 · 행 손실</a:t>
            </a:r>
            <a:endParaRPr lang="en-US" sz="1300" dirty="0"/>
          </a:p>
        </p:txBody>
      </p:sp>
      <p:sp>
        <p:nvSpPr>
          <p:cNvPr id="41" name="Shape 39"/>
          <p:cNvSpPr/>
          <p:nvPr/>
        </p:nvSpPr>
        <p:spPr>
          <a:xfrm>
            <a:off x="6245352" y="4297680"/>
            <a:ext cx="1097280" cy="512064"/>
          </a:xfrm>
          <a:prstGeom prst="roundRect">
            <a:avLst>
              <a:gd name="adj" fmla="val 17857"/>
            </a:avLst>
          </a:prstGeom>
          <a:solidFill>
            <a:srgbClr val="F3E4DC"/>
          </a:solidFill>
          <a:ln w="12700">
            <a:solidFill>
              <a:srgbClr val="F3E4DC"/>
            </a:solidFill>
            <a:prstDash val="solid"/>
          </a:ln>
        </p:spPr>
      </p:sp>
      <p:sp>
        <p:nvSpPr>
          <p:cNvPr id="42" name="Text 40"/>
          <p:cNvSpPr txBox="1"/>
          <p:nvPr/>
        </p:nvSpPr>
        <p:spPr>
          <a:xfrm>
            <a:off x="6281928" y="4297680"/>
            <a:ext cx="1024128" cy="512064"/>
          </a:xfrm>
          <a:prstGeom prst="rect">
            <a:avLst/>
          </a:prstGeom>
          <a:noFill/>
          <a:ln/>
        </p:spPr>
        <p:txBody>
          <a:bodyPr wrap="square" lIns="0" tIns="0" rIns="0" bIns="0" rtlCol="0" anchor="ctr"/>
          <a:lstStyle/>
          <a:p>
            <a:pPr algn="ctr" indent="0" marL="0">
              <a:buNone/>
            </a:pPr>
            <a:r>
              <a:rPr lang="en-US" sz="1150" b="1" dirty="0">
                <a:solidFill>
                  <a:srgbClr val="1E2621"/>
                </a:solidFill>
                <a:latin typeface="Malgun Gothic" pitchFamily="34" charset="0"/>
                <a:ea typeface="Malgun Gothic" pitchFamily="34" charset="-122"/>
                <a:cs typeface="Malgun Gothic" pitchFamily="34" charset="-120"/>
              </a:rPr>
              <a:t>RAW와 비교</a:t>
            </a:r>
            <a:endParaRPr lang="en-US" sz="1150" dirty="0"/>
          </a:p>
        </p:txBody>
      </p:sp>
      <p:sp>
        <p:nvSpPr>
          <p:cNvPr id="43" name="Text 41"/>
          <p:cNvSpPr txBox="1"/>
          <p:nvPr/>
        </p:nvSpPr>
        <p:spPr>
          <a:xfrm>
            <a:off x="7342632" y="4325112"/>
            <a:ext cx="219456" cy="457200"/>
          </a:xfrm>
          <a:prstGeom prst="rect">
            <a:avLst/>
          </a:prstGeom>
          <a:noFill/>
          <a:ln/>
        </p:spPr>
        <p:txBody>
          <a:bodyPr wrap="square" lIns="0" tIns="0" rIns="0" bIns="0" rtlCol="0" anchor="ctr"/>
          <a:lstStyle/>
          <a:p>
            <a:pPr algn="ctr" indent="0" marL="0">
              <a:buNone/>
            </a:pPr>
            <a:r>
              <a:rPr lang="en-US" sz="1500" b="1" dirty="0">
                <a:solidFill>
                  <a:srgbClr val="B5654A"/>
                </a:solidFill>
                <a:latin typeface="Malgun Gothic" pitchFamily="34" charset="0"/>
                <a:ea typeface="Malgun Gothic" pitchFamily="34" charset="-122"/>
                <a:cs typeface="Malgun Gothic" pitchFamily="34" charset="-120"/>
              </a:rPr>
              <a:t>→</a:t>
            </a:r>
            <a:endParaRPr lang="en-US" sz="1500" dirty="0"/>
          </a:p>
        </p:txBody>
      </p:sp>
      <p:sp>
        <p:nvSpPr>
          <p:cNvPr id="44" name="Shape 42"/>
          <p:cNvSpPr/>
          <p:nvPr/>
        </p:nvSpPr>
        <p:spPr>
          <a:xfrm>
            <a:off x="7562088" y="4297680"/>
            <a:ext cx="1097280" cy="512064"/>
          </a:xfrm>
          <a:prstGeom prst="roundRect">
            <a:avLst>
              <a:gd name="adj" fmla="val 17857"/>
            </a:avLst>
          </a:prstGeom>
          <a:solidFill>
            <a:srgbClr val="F3E4DC"/>
          </a:solidFill>
          <a:ln w="12700">
            <a:solidFill>
              <a:srgbClr val="F3E4DC"/>
            </a:solidFill>
            <a:prstDash val="solid"/>
          </a:ln>
        </p:spPr>
      </p:sp>
      <p:sp>
        <p:nvSpPr>
          <p:cNvPr id="45" name="Text 43"/>
          <p:cNvSpPr txBox="1"/>
          <p:nvPr/>
        </p:nvSpPr>
        <p:spPr>
          <a:xfrm>
            <a:off x="7598664" y="4297680"/>
            <a:ext cx="1024128" cy="512064"/>
          </a:xfrm>
          <a:prstGeom prst="rect">
            <a:avLst/>
          </a:prstGeom>
          <a:noFill/>
          <a:ln/>
        </p:spPr>
        <p:txBody>
          <a:bodyPr wrap="square" lIns="0" tIns="0" rIns="0" bIns="0" rtlCol="0" anchor="ctr"/>
          <a:lstStyle/>
          <a:p>
            <a:pPr algn="ctr" indent="0" marL="0">
              <a:buNone/>
            </a:pPr>
            <a:r>
              <a:rPr lang="en-US" sz="1150" b="1" dirty="0">
                <a:solidFill>
                  <a:srgbClr val="1E2621"/>
                </a:solidFill>
                <a:latin typeface="Malgun Gothic" pitchFamily="34" charset="0"/>
                <a:ea typeface="Malgun Gothic" pitchFamily="34" charset="-122"/>
                <a:cs typeface="Malgun Gothic" pitchFamily="34" charset="-120"/>
              </a:rPr>
              <a:t>처리 로직 수정</a:t>
            </a:r>
            <a:endParaRPr lang="en-US" sz="1150" dirty="0"/>
          </a:p>
        </p:txBody>
      </p:sp>
      <p:sp>
        <p:nvSpPr>
          <p:cNvPr id="46" name="Text 44"/>
          <p:cNvSpPr txBox="1"/>
          <p:nvPr/>
        </p:nvSpPr>
        <p:spPr>
          <a:xfrm>
            <a:off x="8659368" y="4325112"/>
            <a:ext cx="219456" cy="457200"/>
          </a:xfrm>
          <a:prstGeom prst="rect">
            <a:avLst/>
          </a:prstGeom>
          <a:noFill/>
          <a:ln/>
        </p:spPr>
        <p:txBody>
          <a:bodyPr wrap="square" lIns="0" tIns="0" rIns="0" bIns="0" rtlCol="0" anchor="ctr"/>
          <a:lstStyle/>
          <a:p>
            <a:pPr algn="ctr" indent="0" marL="0">
              <a:buNone/>
            </a:pPr>
            <a:r>
              <a:rPr lang="en-US" sz="1500" b="1" dirty="0">
                <a:solidFill>
                  <a:srgbClr val="B5654A"/>
                </a:solidFill>
                <a:latin typeface="Malgun Gothic" pitchFamily="34" charset="0"/>
                <a:ea typeface="Malgun Gothic" pitchFamily="34" charset="-122"/>
                <a:cs typeface="Malgun Gothic" pitchFamily="34" charset="-120"/>
              </a:rPr>
              <a:t>→</a:t>
            </a:r>
            <a:endParaRPr lang="en-US" sz="1500" dirty="0"/>
          </a:p>
        </p:txBody>
      </p:sp>
      <p:sp>
        <p:nvSpPr>
          <p:cNvPr id="47" name="Shape 45"/>
          <p:cNvSpPr/>
          <p:nvPr/>
        </p:nvSpPr>
        <p:spPr>
          <a:xfrm>
            <a:off x="8878824" y="4297680"/>
            <a:ext cx="1097280" cy="512064"/>
          </a:xfrm>
          <a:prstGeom prst="roundRect">
            <a:avLst>
              <a:gd name="adj" fmla="val 17857"/>
            </a:avLst>
          </a:prstGeom>
          <a:solidFill>
            <a:srgbClr val="F3E4DC"/>
          </a:solidFill>
          <a:ln w="12700">
            <a:solidFill>
              <a:srgbClr val="F3E4DC"/>
            </a:solidFill>
            <a:prstDash val="solid"/>
          </a:ln>
        </p:spPr>
      </p:sp>
      <p:sp>
        <p:nvSpPr>
          <p:cNvPr id="48" name="Text 46"/>
          <p:cNvSpPr txBox="1"/>
          <p:nvPr/>
        </p:nvSpPr>
        <p:spPr>
          <a:xfrm>
            <a:off x="8915400" y="4297680"/>
            <a:ext cx="1024128" cy="512064"/>
          </a:xfrm>
          <a:prstGeom prst="rect">
            <a:avLst/>
          </a:prstGeom>
          <a:noFill/>
          <a:ln/>
        </p:spPr>
        <p:txBody>
          <a:bodyPr wrap="square" lIns="0" tIns="0" rIns="0" bIns="0" rtlCol="0" anchor="ctr"/>
          <a:lstStyle/>
          <a:p>
            <a:pPr algn="ctr" indent="0" marL="0">
              <a:buNone/>
            </a:pPr>
            <a:r>
              <a:rPr lang="en-US" sz="1150" b="1" dirty="0">
                <a:solidFill>
                  <a:srgbClr val="1E2621"/>
                </a:solidFill>
                <a:latin typeface="Malgun Gothic" pitchFamily="34" charset="0"/>
                <a:ea typeface="Malgun Gothic" pitchFamily="34" charset="-122"/>
                <a:cs typeface="Malgun Gothic" pitchFamily="34" charset="-120"/>
              </a:rPr>
              <a:t>회귀 테스트</a:t>
            </a:r>
            <a:endParaRPr lang="en-US" sz="1150" dirty="0"/>
          </a:p>
        </p:txBody>
      </p:sp>
      <p:sp>
        <p:nvSpPr>
          <p:cNvPr id="49" name="Text 47"/>
          <p:cNvSpPr txBox="1"/>
          <p:nvPr/>
        </p:nvSpPr>
        <p:spPr>
          <a:xfrm>
            <a:off x="9976104" y="4325112"/>
            <a:ext cx="219456" cy="457200"/>
          </a:xfrm>
          <a:prstGeom prst="rect">
            <a:avLst/>
          </a:prstGeom>
          <a:noFill/>
          <a:ln/>
        </p:spPr>
        <p:txBody>
          <a:bodyPr wrap="square" lIns="0" tIns="0" rIns="0" bIns="0" rtlCol="0" anchor="ctr"/>
          <a:lstStyle/>
          <a:p>
            <a:pPr algn="ctr" indent="0" marL="0">
              <a:buNone/>
            </a:pPr>
            <a:r>
              <a:rPr lang="en-US" sz="1500" b="1" dirty="0">
                <a:solidFill>
                  <a:srgbClr val="B5654A"/>
                </a:solidFill>
                <a:latin typeface="Malgun Gothic" pitchFamily="34" charset="0"/>
                <a:ea typeface="Malgun Gothic" pitchFamily="34" charset="-122"/>
                <a:cs typeface="Malgun Gothic" pitchFamily="34" charset="-120"/>
              </a:rPr>
              <a:t>→</a:t>
            </a:r>
            <a:endParaRPr lang="en-US" sz="1500" dirty="0"/>
          </a:p>
        </p:txBody>
      </p:sp>
      <p:sp>
        <p:nvSpPr>
          <p:cNvPr id="50" name="Shape 48"/>
          <p:cNvSpPr/>
          <p:nvPr/>
        </p:nvSpPr>
        <p:spPr>
          <a:xfrm>
            <a:off x="10195560" y="4297680"/>
            <a:ext cx="1097280" cy="512064"/>
          </a:xfrm>
          <a:prstGeom prst="roundRect">
            <a:avLst>
              <a:gd name="adj" fmla="val 17857"/>
            </a:avLst>
          </a:prstGeom>
          <a:solidFill>
            <a:srgbClr val="B5654A"/>
          </a:solidFill>
          <a:ln w="12700">
            <a:solidFill>
              <a:srgbClr val="B5654A"/>
            </a:solidFill>
            <a:prstDash val="solid"/>
          </a:ln>
        </p:spPr>
      </p:sp>
      <p:sp>
        <p:nvSpPr>
          <p:cNvPr id="51" name="Text 49"/>
          <p:cNvSpPr txBox="1"/>
          <p:nvPr/>
        </p:nvSpPr>
        <p:spPr>
          <a:xfrm>
            <a:off x="10232136" y="4297680"/>
            <a:ext cx="1024128" cy="512064"/>
          </a:xfrm>
          <a:prstGeom prst="rect">
            <a:avLst/>
          </a:prstGeom>
          <a:noFill/>
          <a:ln/>
        </p:spPr>
        <p:txBody>
          <a:bodyPr wrap="square" lIns="0" tIns="0" rIns="0" bIns="0" rtlCol="0" anchor="ctr"/>
          <a:lstStyle/>
          <a:p>
            <a:pPr algn="ctr" indent="0" marL="0">
              <a:buNone/>
            </a:pPr>
            <a:r>
              <a:rPr lang="en-US" sz="1150" b="1" dirty="0">
                <a:solidFill>
                  <a:srgbClr val="FFFFFF"/>
                </a:solidFill>
                <a:latin typeface="Malgun Gothic" pitchFamily="34" charset="0"/>
                <a:ea typeface="Malgun Gothic" pitchFamily="34" charset="-122"/>
                <a:cs typeface="Malgun Gothic" pitchFamily="34" charset="-120"/>
              </a:rPr>
              <a:t>재처리 · DQ</a:t>
            </a:r>
            <a:endParaRPr lang="en-US" sz="1150" dirty="0"/>
          </a:p>
        </p:txBody>
      </p:sp>
      <p:sp>
        <p:nvSpPr>
          <p:cNvPr id="52" name="Text 50"/>
          <p:cNvSpPr txBox="1"/>
          <p:nvPr/>
        </p:nvSpPr>
        <p:spPr>
          <a:xfrm>
            <a:off x="9966960" y="4846320"/>
            <a:ext cx="1463040" cy="274320"/>
          </a:xfrm>
          <a:prstGeom prst="rect">
            <a:avLst/>
          </a:prstGeom>
          <a:noFill/>
          <a:ln/>
        </p:spPr>
        <p:txBody>
          <a:bodyPr wrap="square" lIns="0" tIns="0" rIns="0" bIns="0" rtlCol="0" anchor="t"/>
          <a:lstStyle/>
          <a:p>
            <a:pPr algn="r" indent="0" marL="0">
              <a:buNone/>
            </a:pPr>
            <a:r>
              <a:rPr lang="en-US" sz="1050" b="1" dirty="0">
                <a:solidFill>
                  <a:srgbClr val="B5654A"/>
                </a:solidFill>
                <a:latin typeface="Malgun Gothic" pitchFamily="34" charset="0"/>
                <a:ea typeface="Malgun Gothic" pitchFamily="34" charset="-122"/>
                <a:cs typeface="Malgun Gothic" pitchFamily="34" charset="-120"/>
              </a:rPr>
              <a:t>→ 다시 품질검사(DQ)</a:t>
            </a:r>
            <a:endParaRPr lang="en-US" sz="1050" dirty="0"/>
          </a:p>
        </p:txBody>
      </p:sp>
      <p:sp>
        <p:nvSpPr>
          <p:cNvPr id="53" name="Shape 51"/>
          <p:cNvSpPr/>
          <p:nvPr/>
        </p:nvSpPr>
        <p:spPr>
          <a:xfrm>
            <a:off x="548640" y="5486400"/>
            <a:ext cx="5449824" cy="804672"/>
          </a:xfrm>
          <a:prstGeom prst="roundRect">
            <a:avLst>
              <a:gd name="adj" fmla="val 15909"/>
            </a:avLst>
          </a:prstGeom>
          <a:solidFill>
            <a:srgbClr val="2E5A46"/>
          </a:solidFill>
          <a:ln w="12700">
            <a:solidFill>
              <a:srgbClr val="2E5A46"/>
            </a:solidFill>
            <a:prstDash val="solid"/>
          </a:ln>
        </p:spPr>
      </p:sp>
      <p:sp>
        <p:nvSpPr>
          <p:cNvPr id="54" name="Text 52"/>
          <p:cNvSpPr txBox="1"/>
          <p:nvPr/>
        </p:nvSpPr>
        <p:spPr>
          <a:xfrm>
            <a:off x="731520" y="5486400"/>
            <a:ext cx="1600200" cy="804672"/>
          </a:xfrm>
          <a:prstGeom prst="rect">
            <a:avLst/>
          </a:prstGeom>
          <a:noFill/>
          <a:ln/>
        </p:spPr>
        <p:txBody>
          <a:bodyPr wrap="square" lIns="0" tIns="0" rIns="0" bIns="0" rtlCol="0" anchor="ctr"/>
          <a:lstStyle/>
          <a:p>
            <a:pPr indent="0" marL="0">
              <a:buNone/>
            </a:pPr>
            <a:r>
              <a:rPr lang="en-US" sz="1450" b="1" dirty="0">
                <a:solidFill>
                  <a:srgbClr val="D9A441"/>
                </a:solidFill>
                <a:latin typeface="Malgun Gothic" pitchFamily="34" charset="0"/>
                <a:ea typeface="Malgun Gothic" pitchFamily="34" charset="-122"/>
                <a:cs typeface="Malgun Gothic" pitchFamily="34" charset="-120"/>
              </a:rPr>
              <a:t>RAW 적재</a:t>
            </a:r>
            <a:endParaRPr lang="en-US" sz="1450" dirty="0"/>
          </a:p>
        </p:txBody>
      </p:sp>
      <p:sp>
        <p:nvSpPr>
          <p:cNvPr id="55" name="Text 53"/>
          <p:cNvSpPr txBox="1"/>
          <p:nvPr/>
        </p:nvSpPr>
        <p:spPr>
          <a:xfrm>
            <a:off x="2331720" y="5486400"/>
            <a:ext cx="3566160" cy="804672"/>
          </a:xfrm>
          <a:prstGeom prst="rect">
            <a:avLst/>
          </a:prstGeom>
          <a:noFill/>
          <a:ln/>
        </p:spPr>
        <p:txBody>
          <a:bodyPr wrap="square" lIns="0" tIns="0" rIns="0" bIns="0" rtlCol="0" anchor="ctr"/>
          <a:lstStyle/>
          <a:p>
            <a:pPr indent="0" marL="0">
              <a:buNone/>
            </a:pPr>
            <a:r>
              <a:rPr lang="en-US" sz="1150" b="1" dirty="0">
                <a:solidFill>
                  <a:srgbClr val="FFFFFF"/>
                </a:solidFill>
                <a:latin typeface="Malgun Gothic" pitchFamily="34" charset="0"/>
                <a:ea typeface="Malgun Gothic" pitchFamily="34" charset="-122"/>
                <a:cs typeface="Malgun Gothic" pitchFamily="34" charset="-120"/>
              </a:rPr>
              <a:t>수집한 원천 데이터를 정제 전 상태로 raw에 보존 — DQ 비교와 재처리 · 복구의 기준</a:t>
            </a:r>
            <a:endParaRPr lang="en-US" sz="1150" dirty="0"/>
          </a:p>
        </p:txBody>
      </p:sp>
      <p:sp>
        <p:nvSpPr>
          <p:cNvPr id="56" name="Shape 54"/>
          <p:cNvSpPr/>
          <p:nvPr/>
        </p:nvSpPr>
        <p:spPr>
          <a:xfrm>
            <a:off x="6190488" y="5486400"/>
            <a:ext cx="5449824" cy="804672"/>
          </a:xfrm>
          <a:prstGeom prst="roundRect">
            <a:avLst>
              <a:gd name="adj" fmla="val 15909"/>
            </a:avLst>
          </a:prstGeom>
          <a:solidFill>
            <a:srgbClr val="1E3B2F"/>
          </a:solidFill>
          <a:ln w="12700">
            <a:solidFill>
              <a:srgbClr val="1E3B2F"/>
            </a:solidFill>
            <a:prstDash val="solid"/>
          </a:ln>
        </p:spPr>
      </p:sp>
      <p:sp>
        <p:nvSpPr>
          <p:cNvPr id="57" name="Text 55"/>
          <p:cNvSpPr txBox="1"/>
          <p:nvPr/>
        </p:nvSpPr>
        <p:spPr>
          <a:xfrm>
            <a:off x="6373368" y="5486400"/>
            <a:ext cx="1600200" cy="804672"/>
          </a:xfrm>
          <a:prstGeom prst="rect">
            <a:avLst/>
          </a:prstGeom>
          <a:noFill/>
          <a:ln/>
        </p:spPr>
        <p:txBody>
          <a:bodyPr wrap="square" lIns="0" tIns="0" rIns="0" bIns="0" rtlCol="0" anchor="ctr"/>
          <a:lstStyle/>
          <a:p>
            <a:pPr indent="0" marL="0">
              <a:buNone/>
            </a:pPr>
            <a:r>
              <a:rPr lang="en-US" sz="1450" b="1" dirty="0">
                <a:solidFill>
                  <a:srgbClr val="D9A441"/>
                </a:solidFill>
                <a:latin typeface="Malgun Gothic" pitchFamily="34" charset="0"/>
                <a:ea typeface="Malgun Gothic" pitchFamily="34" charset="-122"/>
                <a:cs typeface="Malgun Gothic" pitchFamily="34" charset="-120"/>
              </a:rPr>
              <a:t>PROCESSED 적재</a:t>
            </a:r>
            <a:endParaRPr lang="en-US" sz="1450" dirty="0"/>
          </a:p>
        </p:txBody>
      </p:sp>
      <p:sp>
        <p:nvSpPr>
          <p:cNvPr id="58" name="Text 56"/>
          <p:cNvSpPr txBox="1"/>
          <p:nvPr/>
        </p:nvSpPr>
        <p:spPr>
          <a:xfrm>
            <a:off x="7973568" y="5486400"/>
            <a:ext cx="3566160" cy="804672"/>
          </a:xfrm>
          <a:prstGeom prst="rect">
            <a:avLst/>
          </a:prstGeom>
          <a:noFill/>
          <a:ln/>
        </p:spPr>
        <p:txBody>
          <a:bodyPr wrap="square" lIns="0" tIns="0" rIns="0" bIns="0" rtlCol="0" anchor="ctr"/>
          <a:lstStyle/>
          <a:p>
            <a:pPr indent="0" marL="0">
              <a:buNone/>
            </a:pPr>
            <a:r>
              <a:rPr lang="en-US" sz="1150" b="1" dirty="0">
                <a:solidFill>
                  <a:srgbClr val="FFFFFF"/>
                </a:solidFill>
                <a:latin typeface="Malgun Gothic" pitchFamily="34" charset="0"/>
                <a:ea typeface="Malgun Gothic" pitchFamily="34" charset="-122"/>
                <a:cs typeface="Malgun Gothic" pitchFamily="34" charset="-120"/>
              </a:rPr>
              <a:t>정제 · DQ를 거친 데이터를 processed에 적재 — 서비스와 후속 활용이 가능한 형태</a:t>
            </a:r>
            <a:endParaRPr lang="en-US" sz="1150" dirty="0"/>
          </a:p>
        </p:txBody>
      </p:sp>
      <p:sp>
        <p:nvSpPr>
          <p:cNvPr id="59" name="Text 57"/>
          <p:cNvSpPr txBox="1"/>
          <p:nvPr/>
        </p:nvSpPr>
        <p:spPr>
          <a:xfrm>
            <a:off x="548640" y="6446520"/>
            <a:ext cx="4572000" cy="228600"/>
          </a:xfrm>
          <a:prstGeom prst="rect">
            <a:avLst/>
          </a:prstGeom>
          <a:noFill/>
          <a:ln/>
        </p:spPr>
        <p:txBody>
          <a:bodyPr wrap="square" lIns="0" tIns="0" rIns="0" bIns="0" rtlCol="0" anchor="t"/>
          <a:lstStyle/>
          <a:p>
            <a:pPr indent="0" marL="0">
              <a:buNone/>
            </a:pPr>
            <a:r>
              <a:rPr lang="en-US" sz="900" b="1" spc="200" kern="0" dirty="0">
                <a:solidFill>
                  <a:srgbClr val="9A907C"/>
                </a:solidFill>
                <a:latin typeface="Malgun Gothic" pitchFamily="34" charset="0"/>
                <a:ea typeface="Malgun Gothic" pitchFamily="34" charset="-122"/>
                <a:cs typeface="Malgun Gothic" pitchFamily="34" charset="-120"/>
              </a:rPr>
              <a:t>WOOSIMWOONKKA · MY MOVE CLUB</a:t>
            </a:r>
            <a:endParaRPr lang="en-US" sz="900" dirty="0"/>
          </a:p>
        </p:txBody>
      </p:sp>
      <p:sp>
        <p:nvSpPr>
          <p:cNvPr id="60" name="Text 58"/>
          <p:cNvSpPr txBox="1"/>
          <p:nvPr/>
        </p:nvSpPr>
        <p:spPr>
          <a:xfrm>
            <a:off x="11183112" y="6446520"/>
            <a:ext cx="457200" cy="228600"/>
          </a:xfrm>
          <a:prstGeom prst="rect">
            <a:avLst/>
          </a:prstGeom>
          <a:noFill/>
          <a:ln/>
        </p:spPr>
        <p:txBody>
          <a:bodyPr wrap="square" lIns="0" tIns="0" rIns="0" bIns="0" rtlCol="0" anchor="t"/>
          <a:lstStyle/>
          <a:p>
            <a:pPr algn="r" indent="0" marL="0">
              <a:buNone/>
            </a:pPr>
            <a:r>
              <a:rPr lang="en-US" sz="900" b="1" dirty="0">
                <a:solidFill>
                  <a:srgbClr val="9A907C"/>
                </a:solidFill>
                <a:latin typeface="Malgun Gothic" pitchFamily="34" charset="0"/>
                <a:ea typeface="Malgun Gothic" pitchFamily="34" charset="-122"/>
                <a:cs typeface="Malgun Gothic"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3">
    <p:bg>
      <p:bgPr>
        <a:solidFill>
          <a:srgbClr val="F7F1E6"/>
        </a:solidFill>
      </p:bgPr>
    </p:bg>
    <p:spTree>
      <p:nvGrpSpPr>
        <p:cNvPr id="1" name=""/>
        <p:cNvGrpSpPr/>
        <p:nvPr/>
      </p:nvGrpSpPr>
      <p:grpSpPr>
        <a:xfrm>
          <a:off x="0" y="0"/>
          <a:ext cx="0" cy="0"/>
          <a:chOff x="0" y="0"/>
          <a:chExt cx="0" cy="0"/>
        </a:xfrm>
      </p:grpSpPr>
      <p:sp>
        <p:nvSpPr>
          <p:cNvPr id="2" name="Shape 0"/>
          <p:cNvSpPr/>
          <p:nvPr/>
        </p:nvSpPr>
        <p:spPr>
          <a:xfrm>
            <a:off x="548640" y="384048"/>
            <a:ext cx="384048" cy="384048"/>
          </a:xfrm>
          <a:prstGeom prst="ellipse">
            <a:avLst/>
          </a:prstGeom>
          <a:solidFill>
            <a:srgbClr val="2E5A46"/>
          </a:solidFill>
          <a:ln w="12700">
            <a:solidFill>
              <a:srgbClr val="2E5A46"/>
            </a:solidFill>
            <a:prstDash val="solid"/>
          </a:ln>
        </p:spPr>
      </p:sp>
      <p:sp>
        <p:nvSpPr>
          <p:cNvPr id="3" name="Text 1"/>
          <p:cNvSpPr txBox="1"/>
          <p:nvPr/>
        </p:nvSpPr>
        <p:spPr>
          <a:xfrm>
            <a:off x="548640" y="38404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algun Gothic" pitchFamily="34" charset="0"/>
                <a:ea typeface="Malgun Gothic" pitchFamily="34" charset="-122"/>
                <a:cs typeface="Malgun Gothic" pitchFamily="34" charset="-120"/>
              </a:rPr>
              <a:t>05</a:t>
            </a:r>
            <a:endParaRPr lang="en-US" sz="1300" dirty="0"/>
          </a:p>
        </p:txBody>
      </p:sp>
      <p:sp>
        <p:nvSpPr>
          <p:cNvPr id="4" name="Text 2"/>
          <p:cNvSpPr txBox="1"/>
          <p:nvPr/>
        </p:nvSpPr>
        <p:spPr>
          <a:xfrm>
            <a:off x="1042416" y="384048"/>
            <a:ext cx="5486400" cy="384048"/>
          </a:xfrm>
          <a:prstGeom prst="rect">
            <a:avLst/>
          </a:prstGeom>
          <a:noFill/>
          <a:ln/>
        </p:spPr>
        <p:txBody>
          <a:bodyPr wrap="square" lIns="0" tIns="0" rIns="0" bIns="0" rtlCol="0" anchor="ctr"/>
          <a:lstStyle/>
          <a:p>
            <a:pPr indent="0" marL="0">
              <a:buNone/>
            </a:pPr>
            <a:r>
              <a:rPr lang="en-US" sz="1400" b="1" spc="200" kern="0" dirty="0">
                <a:solidFill>
                  <a:srgbClr val="B5654A"/>
                </a:solidFill>
                <a:latin typeface="Malgun Gothic" pitchFamily="34" charset="0"/>
                <a:ea typeface="Malgun Gothic" pitchFamily="34" charset="-122"/>
                <a:cs typeface="Malgun Gothic" pitchFamily="34" charset="-120"/>
              </a:rPr>
              <a:t>PIPELINE · 스케줄링 · 모니터링</a:t>
            </a:r>
            <a:endParaRPr lang="en-US" sz="1400" dirty="0"/>
          </a:p>
        </p:txBody>
      </p:sp>
      <p:sp>
        <p:nvSpPr>
          <p:cNvPr id="5" name="Text 3"/>
          <p:cNvSpPr txBox="1"/>
          <p:nvPr/>
        </p:nvSpPr>
        <p:spPr>
          <a:xfrm>
            <a:off x="548640" y="896112"/>
            <a:ext cx="11064240" cy="731520"/>
          </a:xfrm>
          <a:prstGeom prst="rect">
            <a:avLst/>
          </a:prstGeom>
          <a:noFill/>
          <a:ln/>
        </p:spPr>
        <p:txBody>
          <a:bodyPr wrap="square" lIns="0" tIns="0" rIns="0" bIns="0" rtlCol="0" anchor="ctr"/>
          <a:lstStyle/>
          <a:p>
            <a:pPr indent="0" marL="0">
              <a:buNone/>
            </a:pPr>
            <a:r>
              <a:rPr lang="en-US" sz="3400" b="1" dirty="0">
                <a:solidFill>
                  <a:srgbClr val="1E2621"/>
                </a:solidFill>
                <a:latin typeface="Malgun Gothic" pitchFamily="34" charset="0"/>
                <a:ea typeface="Malgun Gothic" pitchFamily="34" charset="-122"/>
                <a:cs typeface="Malgun Gothic" pitchFamily="34" charset="-120"/>
              </a:rPr>
              <a:t>스스로 돌고, 멈추면 바로 알립니다</a:t>
            </a:r>
            <a:endParaRPr lang="en-US" sz="3400" dirty="0"/>
          </a:p>
        </p:txBody>
      </p:sp>
      <p:sp>
        <p:nvSpPr>
          <p:cNvPr id="6" name="Shape 4"/>
          <p:cNvSpPr/>
          <p:nvPr/>
        </p:nvSpPr>
        <p:spPr>
          <a:xfrm>
            <a:off x="548640" y="1783080"/>
            <a:ext cx="5120640" cy="4480560"/>
          </a:xfrm>
          <a:prstGeom prst="roundRect">
            <a:avLst>
              <a:gd name="adj" fmla="val 2857"/>
            </a:avLst>
          </a:prstGeom>
          <a:solidFill>
            <a:srgbClr val="FFFCF6"/>
          </a:solidFill>
          <a:ln w="12700">
            <a:solidFill>
              <a:srgbClr val="D8CBB2"/>
            </a:solidFill>
            <a:prstDash val="solid"/>
          </a:ln>
          <a:effectLst>
            <a:outerShdw sx="100000" sy="100000" kx="0" ky="0" algn="bl" rotWithShape="0" blurRad="101600" dist="25400" dir="5400000">
              <a:srgbClr val="8A7A5C">
                <a:alpha val="18000"/>
              </a:srgbClr>
            </a:outerShdw>
          </a:effectLst>
        </p:spPr>
      </p:sp>
      <p:sp>
        <p:nvSpPr>
          <p:cNvPr id="7" name="Text 5"/>
          <p:cNvSpPr txBox="1"/>
          <p:nvPr/>
        </p:nvSpPr>
        <p:spPr>
          <a:xfrm>
            <a:off x="777240" y="1920240"/>
            <a:ext cx="4663440" cy="365760"/>
          </a:xfrm>
          <a:prstGeom prst="rect">
            <a:avLst/>
          </a:prstGeom>
          <a:noFill/>
          <a:ln/>
        </p:spPr>
        <p:txBody>
          <a:bodyPr wrap="square" lIns="0" tIns="0" rIns="0" bIns="0" rtlCol="0" anchor="t"/>
          <a:lstStyle/>
          <a:p>
            <a:pPr indent="0" marL="0">
              <a:buNone/>
            </a:pPr>
            <a:r>
              <a:rPr lang="en-US" sz="1500" b="1" dirty="0">
                <a:solidFill>
                  <a:srgbClr val="B5654A"/>
                </a:solidFill>
                <a:latin typeface="Malgun Gothic" pitchFamily="34" charset="0"/>
                <a:ea typeface="Malgun Gothic" pitchFamily="34" charset="-122"/>
                <a:cs typeface="Malgun Gothic" pitchFamily="34" charset="-120"/>
              </a:rPr>
              <a:t>데이터셋별 APScheduler 실행 주기</a:t>
            </a:r>
            <a:endParaRPr lang="en-US" sz="1500" dirty="0"/>
          </a:p>
        </p:txBody>
      </p:sp>
      <p:sp>
        <p:nvSpPr>
          <p:cNvPr id="8" name="Shape 6"/>
          <p:cNvSpPr/>
          <p:nvPr/>
        </p:nvSpPr>
        <p:spPr>
          <a:xfrm>
            <a:off x="731520" y="2395728"/>
            <a:ext cx="4754880" cy="373075"/>
          </a:xfrm>
          <a:prstGeom prst="rect">
            <a:avLst/>
          </a:prstGeom>
          <a:solidFill>
            <a:srgbClr val="F4EEE2"/>
          </a:solidFill>
          <a:ln w="12700">
            <a:solidFill>
              <a:srgbClr val="F4EEE2"/>
            </a:solidFill>
            <a:prstDash val="solid"/>
          </a:ln>
        </p:spPr>
      </p:sp>
      <p:sp>
        <p:nvSpPr>
          <p:cNvPr id="9" name="Text 7"/>
          <p:cNvSpPr txBox="1"/>
          <p:nvPr/>
        </p:nvSpPr>
        <p:spPr>
          <a:xfrm>
            <a:off x="868680" y="2395728"/>
            <a:ext cx="2651760" cy="373075"/>
          </a:xfrm>
          <a:prstGeom prst="rect">
            <a:avLst/>
          </a:prstGeom>
          <a:noFill/>
          <a:ln/>
        </p:spPr>
        <p:txBody>
          <a:bodyPr wrap="square" lIns="0" tIns="0" rIns="0" bIns="0" rtlCol="0" anchor="ctr"/>
          <a:lstStyle/>
          <a:p>
            <a:pPr indent="0" marL="0">
              <a:buNone/>
            </a:pPr>
            <a:r>
              <a:rPr lang="en-US" sz="1300" b="1" dirty="0">
                <a:solidFill>
                  <a:srgbClr val="1E2621"/>
                </a:solidFill>
                <a:latin typeface="Malgun Gothic" pitchFamily="34" charset="0"/>
                <a:ea typeface="Malgun Gothic" pitchFamily="34" charset="-122"/>
                <a:cs typeface="Malgun Gothic" pitchFamily="34" charset="-120"/>
              </a:rPr>
              <a:t>기상 실황 / 초단기예보</a:t>
            </a:r>
            <a:endParaRPr lang="en-US" sz="1300" dirty="0"/>
          </a:p>
        </p:txBody>
      </p:sp>
      <p:sp>
        <p:nvSpPr>
          <p:cNvPr id="10" name="Text 8"/>
          <p:cNvSpPr txBox="1"/>
          <p:nvPr/>
        </p:nvSpPr>
        <p:spPr>
          <a:xfrm>
            <a:off x="3291840" y="2395728"/>
            <a:ext cx="2057400" cy="373075"/>
          </a:xfrm>
          <a:prstGeom prst="rect">
            <a:avLst/>
          </a:prstGeom>
          <a:noFill/>
          <a:ln/>
        </p:spPr>
        <p:txBody>
          <a:bodyPr wrap="square" lIns="0" tIns="0" rIns="0" bIns="0" rtlCol="0" anchor="ctr"/>
          <a:lstStyle/>
          <a:p>
            <a:pPr algn="r" indent="0" marL="0">
              <a:buNone/>
            </a:pPr>
            <a:r>
              <a:rPr lang="en-US" sz="1300" b="1" dirty="0">
                <a:solidFill>
                  <a:srgbClr val="2E5A46"/>
                </a:solidFill>
                <a:latin typeface="Malgun Gothic" pitchFamily="34" charset="0"/>
                <a:ea typeface="Malgun Gothic" pitchFamily="34" charset="-122"/>
                <a:cs typeface="Malgun Gothic" pitchFamily="34" charset="-120"/>
              </a:rPr>
              <a:t>매시 10분 · 40분</a:t>
            </a:r>
            <a:endParaRPr lang="en-US" sz="1300" dirty="0"/>
          </a:p>
        </p:txBody>
      </p:sp>
      <p:sp>
        <p:nvSpPr>
          <p:cNvPr id="11" name="Text 9"/>
          <p:cNvSpPr txBox="1"/>
          <p:nvPr/>
        </p:nvSpPr>
        <p:spPr>
          <a:xfrm>
            <a:off x="868680" y="2768803"/>
            <a:ext cx="2651760" cy="373075"/>
          </a:xfrm>
          <a:prstGeom prst="rect">
            <a:avLst/>
          </a:prstGeom>
          <a:noFill/>
          <a:ln/>
        </p:spPr>
        <p:txBody>
          <a:bodyPr wrap="square" lIns="0" tIns="0" rIns="0" bIns="0" rtlCol="0" anchor="ctr"/>
          <a:lstStyle/>
          <a:p>
            <a:pPr indent="0" marL="0">
              <a:buNone/>
            </a:pPr>
            <a:r>
              <a:rPr lang="en-US" sz="1300" b="1" dirty="0">
                <a:solidFill>
                  <a:srgbClr val="1E2621"/>
                </a:solidFill>
                <a:latin typeface="Malgun Gothic" pitchFamily="34" charset="0"/>
                <a:ea typeface="Malgun Gothic" pitchFamily="34" charset="-122"/>
                <a:cs typeface="Malgun Gothic" pitchFamily="34" charset="-120"/>
              </a:rPr>
              <a:t>대기질</a:t>
            </a:r>
            <a:endParaRPr lang="en-US" sz="1300" dirty="0"/>
          </a:p>
        </p:txBody>
      </p:sp>
      <p:sp>
        <p:nvSpPr>
          <p:cNvPr id="12" name="Text 10"/>
          <p:cNvSpPr txBox="1"/>
          <p:nvPr/>
        </p:nvSpPr>
        <p:spPr>
          <a:xfrm>
            <a:off x="3291840" y="2768803"/>
            <a:ext cx="2057400" cy="373075"/>
          </a:xfrm>
          <a:prstGeom prst="rect">
            <a:avLst/>
          </a:prstGeom>
          <a:noFill/>
          <a:ln/>
        </p:spPr>
        <p:txBody>
          <a:bodyPr wrap="square" lIns="0" tIns="0" rIns="0" bIns="0" rtlCol="0" anchor="ctr"/>
          <a:lstStyle/>
          <a:p>
            <a:pPr algn="r" indent="0" marL="0">
              <a:buNone/>
            </a:pPr>
            <a:r>
              <a:rPr lang="en-US" sz="1300" b="1" dirty="0">
                <a:solidFill>
                  <a:srgbClr val="2E5A46"/>
                </a:solidFill>
                <a:latin typeface="Malgun Gothic" pitchFamily="34" charset="0"/>
                <a:ea typeface="Malgun Gothic" pitchFamily="34" charset="-122"/>
                <a:cs typeface="Malgun Gothic" pitchFamily="34" charset="-120"/>
              </a:rPr>
              <a:t>매시 15분</a:t>
            </a:r>
            <a:endParaRPr lang="en-US" sz="1300" dirty="0"/>
          </a:p>
        </p:txBody>
      </p:sp>
      <p:sp>
        <p:nvSpPr>
          <p:cNvPr id="13" name="Shape 11"/>
          <p:cNvSpPr/>
          <p:nvPr/>
        </p:nvSpPr>
        <p:spPr>
          <a:xfrm>
            <a:off x="731520" y="3141878"/>
            <a:ext cx="4754880" cy="373075"/>
          </a:xfrm>
          <a:prstGeom prst="rect">
            <a:avLst/>
          </a:prstGeom>
          <a:solidFill>
            <a:srgbClr val="F4EEE2"/>
          </a:solidFill>
          <a:ln w="12700">
            <a:solidFill>
              <a:srgbClr val="F4EEE2"/>
            </a:solidFill>
            <a:prstDash val="solid"/>
          </a:ln>
        </p:spPr>
      </p:sp>
      <p:sp>
        <p:nvSpPr>
          <p:cNvPr id="14" name="Text 12"/>
          <p:cNvSpPr txBox="1"/>
          <p:nvPr/>
        </p:nvSpPr>
        <p:spPr>
          <a:xfrm>
            <a:off x="868680" y="3141878"/>
            <a:ext cx="2651760" cy="373075"/>
          </a:xfrm>
          <a:prstGeom prst="rect">
            <a:avLst/>
          </a:prstGeom>
          <a:noFill/>
          <a:ln/>
        </p:spPr>
        <p:txBody>
          <a:bodyPr wrap="square" lIns="0" tIns="0" rIns="0" bIns="0" rtlCol="0" anchor="ctr"/>
          <a:lstStyle/>
          <a:p>
            <a:pPr indent="0" marL="0">
              <a:buNone/>
            </a:pPr>
            <a:r>
              <a:rPr lang="en-US" sz="1300" b="1" dirty="0">
                <a:solidFill>
                  <a:srgbClr val="1E2621"/>
                </a:solidFill>
                <a:latin typeface="Malgun Gothic" pitchFamily="34" charset="0"/>
                <a:ea typeface="Malgun Gothic" pitchFamily="34" charset="-122"/>
                <a:cs typeface="Malgun Gothic" pitchFamily="34" charset="-120"/>
              </a:rPr>
              <a:t>기상특보</a:t>
            </a:r>
            <a:endParaRPr lang="en-US" sz="1300" dirty="0"/>
          </a:p>
        </p:txBody>
      </p:sp>
      <p:sp>
        <p:nvSpPr>
          <p:cNvPr id="15" name="Text 13"/>
          <p:cNvSpPr txBox="1"/>
          <p:nvPr/>
        </p:nvSpPr>
        <p:spPr>
          <a:xfrm>
            <a:off x="3291840" y="3141878"/>
            <a:ext cx="2057400" cy="373075"/>
          </a:xfrm>
          <a:prstGeom prst="rect">
            <a:avLst/>
          </a:prstGeom>
          <a:noFill/>
          <a:ln/>
        </p:spPr>
        <p:txBody>
          <a:bodyPr wrap="square" lIns="0" tIns="0" rIns="0" bIns="0" rtlCol="0" anchor="ctr"/>
          <a:lstStyle/>
          <a:p>
            <a:pPr algn="r" indent="0" marL="0">
              <a:buNone/>
            </a:pPr>
            <a:r>
              <a:rPr lang="en-US" sz="1300" b="1" dirty="0">
                <a:solidFill>
                  <a:srgbClr val="2E5A46"/>
                </a:solidFill>
                <a:latin typeface="Malgun Gothic" pitchFamily="34" charset="0"/>
                <a:ea typeface="Malgun Gothic" pitchFamily="34" charset="-122"/>
                <a:cs typeface="Malgun Gothic" pitchFamily="34" charset="-120"/>
              </a:rPr>
              <a:t>10분마다</a:t>
            </a:r>
            <a:endParaRPr lang="en-US" sz="1300" dirty="0"/>
          </a:p>
        </p:txBody>
      </p:sp>
      <p:sp>
        <p:nvSpPr>
          <p:cNvPr id="16" name="Text 14"/>
          <p:cNvSpPr txBox="1"/>
          <p:nvPr/>
        </p:nvSpPr>
        <p:spPr>
          <a:xfrm>
            <a:off x="868680" y="3514954"/>
            <a:ext cx="2651760" cy="373075"/>
          </a:xfrm>
          <a:prstGeom prst="rect">
            <a:avLst/>
          </a:prstGeom>
          <a:noFill/>
          <a:ln/>
        </p:spPr>
        <p:txBody>
          <a:bodyPr wrap="square" lIns="0" tIns="0" rIns="0" bIns="0" rtlCol="0" anchor="ctr"/>
          <a:lstStyle/>
          <a:p>
            <a:pPr indent="0" marL="0">
              <a:buNone/>
            </a:pPr>
            <a:r>
              <a:rPr lang="en-US" sz="1300" b="1" dirty="0">
                <a:solidFill>
                  <a:srgbClr val="1E2621"/>
                </a:solidFill>
                <a:latin typeface="Malgun Gothic" pitchFamily="34" charset="0"/>
                <a:ea typeface="Malgun Gothic" pitchFamily="34" charset="-122"/>
                <a:cs typeface="Malgun Gothic" pitchFamily="34" charset="-120"/>
              </a:rPr>
              <a:t>버스정류장</a:t>
            </a:r>
            <a:endParaRPr lang="en-US" sz="1300" dirty="0"/>
          </a:p>
        </p:txBody>
      </p:sp>
      <p:sp>
        <p:nvSpPr>
          <p:cNvPr id="17" name="Text 15"/>
          <p:cNvSpPr txBox="1"/>
          <p:nvPr/>
        </p:nvSpPr>
        <p:spPr>
          <a:xfrm>
            <a:off x="3291840" y="3514954"/>
            <a:ext cx="2057400" cy="373075"/>
          </a:xfrm>
          <a:prstGeom prst="rect">
            <a:avLst/>
          </a:prstGeom>
          <a:noFill/>
          <a:ln/>
        </p:spPr>
        <p:txBody>
          <a:bodyPr wrap="square" lIns="0" tIns="0" rIns="0" bIns="0" rtlCol="0" anchor="ctr"/>
          <a:lstStyle/>
          <a:p>
            <a:pPr algn="r" indent="0" marL="0">
              <a:buNone/>
            </a:pPr>
            <a:r>
              <a:rPr lang="en-US" sz="1300" b="1" dirty="0">
                <a:solidFill>
                  <a:srgbClr val="2E5A46"/>
                </a:solidFill>
                <a:latin typeface="Malgun Gothic" pitchFamily="34" charset="0"/>
                <a:ea typeface="Malgun Gothic" pitchFamily="34" charset="-122"/>
                <a:cs typeface="Malgun Gothic" pitchFamily="34" charset="-120"/>
              </a:rPr>
              <a:t>월 단위</a:t>
            </a:r>
            <a:endParaRPr lang="en-US" sz="1300" dirty="0"/>
          </a:p>
        </p:txBody>
      </p:sp>
      <p:sp>
        <p:nvSpPr>
          <p:cNvPr id="18" name="Shape 16"/>
          <p:cNvSpPr/>
          <p:nvPr/>
        </p:nvSpPr>
        <p:spPr>
          <a:xfrm>
            <a:off x="731520" y="3888029"/>
            <a:ext cx="4754880" cy="373075"/>
          </a:xfrm>
          <a:prstGeom prst="rect">
            <a:avLst/>
          </a:prstGeom>
          <a:solidFill>
            <a:srgbClr val="F4EEE2"/>
          </a:solidFill>
          <a:ln w="12700">
            <a:solidFill>
              <a:srgbClr val="F4EEE2"/>
            </a:solidFill>
            <a:prstDash val="solid"/>
          </a:ln>
        </p:spPr>
      </p:sp>
      <p:sp>
        <p:nvSpPr>
          <p:cNvPr id="19" name="Text 17"/>
          <p:cNvSpPr txBox="1"/>
          <p:nvPr/>
        </p:nvSpPr>
        <p:spPr>
          <a:xfrm>
            <a:off x="868680" y="3888029"/>
            <a:ext cx="2651760" cy="373075"/>
          </a:xfrm>
          <a:prstGeom prst="rect">
            <a:avLst/>
          </a:prstGeom>
          <a:noFill/>
          <a:ln/>
        </p:spPr>
        <p:txBody>
          <a:bodyPr wrap="square" lIns="0" tIns="0" rIns="0" bIns="0" rtlCol="0" anchor="ctr"/>
          <a:lstStyle/>
          <a:p>
            <a:pPr indent="0" marL="0">
              <a:buNone/>
            </a:pPr>
            <a:r>
              <a:rPr lang="en-US" sz="1300" b="1" dirty="0">
                <a:solidFill>
                  <a:srgbClr val="1E2621"/>
                </a:solidFill>
                <a:latin typeface="Malgun Gothic" pitchFamily="34" charset="0"/>
                <a:ea typeface="Malgun Gothic" pitchFamily="34" charset="-122"/>
                <a:cs typeface="Malgun Gothic" pitchFamily="34" charset="-120"/>
              </a:rPr>
              <a:t>두루누비</a:t>
            </a:r>
            <a:endParaRPr lang="en-US" sz="1300" dirty="0"/>
          </a:p>
        </p:txBody>
      </p:sp>
      <p:sp>
        <p:nvSpPr>
          <p:cNvPr id="20" name="Text 18"/>
          <p:cNvSpPr txBox="1"/>
          <p:nvPr/>
        </p:nvSpPr>
        <p:spPr>
          <a:xfrm>
            <a:off x="3291840" y="3888029"/>
            <a:ext cx="2057400" cy="373075"/>
          </a:xfrm>
          <a:prstGeom prst="rect">
            <a:avLst/>
          </a:prstGeom>
          <a:noFill/>
          <a:ln/>
        </p:spPr>
        <p:txBody>
          <a:bodyPr wrap="square" lIns="0" tIns="0" rIns="0" bIns="0" rtlCol="0" anchor="ctr"/>
          <a:lstStyle/>
          <a:p>
            <a:pPr algn="r" indent="0" marL="0">
              <a:buNone/>
            </a:pPr>
            <a:r>
              <a:rPr lang="en-US" sz="1300" b="1" dirty="0">
                <a:solidFill>
                  <a:srgbClr val="2E5A46"/>
                </a:solidFill>
                <a:latin typeface="Malgun Gothic" pitchFamily="34" charset="0"/>
                <a:ea typeface="Malgun Gothic" pitchFamily="34" charset="-122"/>
                <a:cs typeface="Malgun Gothic" pitchFamily="34" charset="-120"/>
              </a:rPr>
              <a:t>매주 월 04:00</a:t>
            </a:r>
            <a:endParaRPr lang="en-US" sz="1300" dirty="0"/>
          </a:p>
        </p:txBody>
      </p:sp>
      <p:sp>
        <p:nvSpPr>
          <p:cNvPr id="21" name="Text 19"/>
          <p:cNvSpPr txBox="1"/>
          <p:nvPr/>
        </p:nvSpPr>
        <p:spPr>
          <a:xfrm>
            <a:off x="868680" y="4261104"/>
            <a:ext cx="2651760" cy="373075"/>
          </a:xfrm>
          <a:prstGeom prst="rect">
            <a:avLst/>
          </a:prstGeom>
          <a:noFill/>
          <a:ln/>
        </p:spPr>
        <p:txBody>
          <a:bodyPr wrap="square" lIns="0" tIns="0" rIns="0" bIns="0" rtlCol="0" anchor="ctr"/>
          <a:lstStyle/>
          <a:p>
            <a:pPr indent="0" marL="0">
              <a:buNone/>
            </a:pPr>
            <a:r>
              <a:rPr lang="en-US" sz="1300" b="1" dirty="0">
                <a:solidFill>
                  <a:srgbClr val="1E2621"/>
                </a:solidFill>
                <a:latin typeface="Malgun Gothic" pitchFamily="34" charset="0"/>
                <a:ea typeface="Malgun Gothic" pitchFamily="34" charset="-122"/>
                <a:cs typeface="Malgun Gothic" pitchFamily="34" charset="-120"/>
              </a:rPr>
              <a:t>체육시설</a:t>
            </a:r>
            <a:endParaRPr lang="en-US" sz="1300" dirty="0"/>
          </a:p>
        </p:txBody>
      </p:sp>
      <p:sp>
        <p:nvSpPr>
          <p:cNvPr id="22" name="Text 20"/>
          <p:cNvSpPr txBox="1"/>
          <p:nvPr/>
        </p:nvSpPr>
        <p:spPr>
          <a:xfrm>
            <a:off x="3291840" y="4261104"/>
            <a:ext cx="2057400" cy="373075"/>
          </a:xfrm>
          <a:prstGeom prst="rect">
            <a:avLst/>
          </a:prstGeom>
          <a:noFill/>
          <a:ln/>
        </p:spPr>
        <p:txBody>
          <a:bodyPr wrap="square" lIns="0" tIns="0" rIns="0" bIns="0" rtlCol="0" anchor="ctr"/>
          <a:lstStyle/>
          <a:p>
            <a:pPr algn="r" indent="0" marL="0">
              <a:buNone/>
            </a:pPr>
            <a:r>
              <a:rPr lang="en-US" sz="1300" b="1" dirty="0">
                <a:solidFill>
                  <a:srgbClr val="2E5A46"/>
                </a:solidFill>
                <a:latin typeface="Malgun Gothic" pitchFamily="34" charset="0"/>
                <a:ea typeface="Malgun Gothic" pitchFamily="34" charset="-122"/>
                <a:cs typeface="Malgun Gothic" pitchFamily="34" charset="-120"/>
              </a:rPr>
              <a:t>매월 1일 04:00</a:t>
            </a:r>
            <a:endParaRPr lang="en-US" sz="1300" dirty="0"/>
          </a:p>
        </p:txBody>
      </p:sp>
      <p:sp>
        <p:nvSpPr>
          <p:cNvPr id="23" name="Shape 21"/>
          <p:cNvSpPr/>
          <p:nvPr/>
        </p:nvSpPr>
        <p:spPr>
          <a:xfrm>
            <a:off x="731520" y="4634179"/>
            <a:ext cx="4754880" cy="373075"/>
          </a:xfrm>
          <a:prstGeom prst="rect">
            <a:avLst/>
          </a:prstGeom>
          <a:solidFill>
            <a:srgbClr val="F4EEE2"/>
          </a:solidFill>
          <a:ln w="12700">
            <a:solidFill>
              <a:srgbClr val="F4EEE2"/>
            </a:solidFill>
            <a:prstDash val="solid"/>
          </a:ln>
        </p:spPr>
      </p:sp>
      <p:sp>
        <p:nvSpPr>
          <p:cNvPr id="24" name="Text 22"/>
          <p:cNvSpPr txBox="1"/>
          <p:nvPr/>
        </p:nvSpPr>
        <p:spPr>
          <a:xfrm>
            <a:off x="868680" y="4634179"/>
            <a:ext cx="2651760" cy="373075"/>
          </a:xfrm>
          <a:prstGeom prst="rect">
            <a:avLst/>
          </a:prstGeom>
          <a:noFill/>
          <a:ln/>
        </p:spPr>
        <p:txBody>
          <a:bodyPr wrap="square" lIns="0" tIns="0" rIns="0" bIns="0" rtlCol="0" anchor="ctr"/>
          <a:lstStyle/>
          <a:p>
            <a:pPr indent="0" marL="0">
              <a:buNone/>
            </a:pPr>
            <a:r>
              <a:rPr lang="en-US" sz="1300" b="1" dirty="0">
                <a:solidFill>
                  <a:srgbClr val="1E2621"/>
                </a:solidFill>
                <a:latin typeface="Malgun Gothic" pitchFamily="34" charset="0"/>
                <a:ea typeface="Malgun Gothic" pitchFamily="34" charset="-122"/>
                <a:cs typeface="Malgun Gothic" pitchFamily="34" charset="-120"/>
              </a:rPr>
              <a:t>공공시설개방</a:t>
            </a:r>
            <a:endParaRPr lang="en-US" sz="1300" dirty="0"/>
          </a:p>
        </p:txBody>
      </p:sp>
      <p:sp>
        <p:nvSpPr>
          <p:cNvPr id="25" name="Text 23"/>
          <p:cNvSpPr txBox="1"/>
          <p:nvPr/>
        </p:nvSpPr>
        <p:spPr>
          <a:xfrm>
            <a:off x="3291840" y="4634179"/>
            <a:ext cx="2057400" cy="373075"/>
          </a:xfrm>
          <a:prstGeom prst="rect">
            <a:avLst/>
          </a:prstGeom>
          <a:noFill/>
          <a:ln/>
        </p:spPr>
        <p:txBody>
          <a:bodyPr wrap="square" lIns="0" tIns="0" rIns="0" bIns="0" rtlCol="0" anchor="ctr"/>
          <a:lstStyle/>
          <a:p>
            <a:pPr algn="r" indent="0" marL="0">
              <a:buNone/>
            </a:pPr>
            <a:r>
              <a:rPr lang="en-US" sz="1300" b="1" dirty="0">
                <a:solidFill>
                  <a:srgbClr val="2E5A46"/>
                </a:solidFill>
                <a:latin typeface="Malgun Gothic" pitchFamily="34" charset="0"/>
                <a:ea typeface="Malgun Gothic" pitchFamily="34" charset="-122"/>
                <a:cs typeface="Malgun Gothic" pitchFamily="34" charset="-120"/>
              </a:rPr>
              <a:t>매월 1일 05:00</a:t>
            </a:r>
            <a:endParaRPr lang="en-US" sz="1300" dirty="0"/>
          </a:p>
        </p:txBody>
      </p:sp>
      <p:sp>
        <p:nvSpPr>
          <p:cNvPr id="26" name="Text 24"/>
          <p:cNvSpPr txBox="1"/>
          <p:nvPr/>
        </p:nvSpPr>
        <p:spPr>
          <a:xfrm>
            <a:off x="868680" y="5007254"/>
            <a:ext cx="2651760" cy="373075"/>
          </a:xfrm>
          <a:prstGeom prst="rect">
            <a:avLst/>
          </a:prstGeom>
          <a:noFill/>
          <a:ln/>
        </p:spPr>
        <p:txBody>
          <a:bodyPr wrap="square" lIns="0" tIns="0" rIns="0" bIns="0" rtlCol="0" anchor="ctr"/>
          <a:lstStyle/>
          <a:p>
            <a:pPr indent="0" marL="0">
              <a:buNone/>
            </a:pPr>
            <a:r>
              <a:rPr lang="en-US" sz="1300" b="1" dirty="0">
                <a:solidFill>
                  <a:srgbClr val="1E2621"/>
                </a:solidFill>
                <a:latin typeface="Malgun Gothic" pitchFamily="34" charset="0"/>
                <a:ea typeface="Malgun Gothic" pitchFamily="34" charset="-122"/>
                <a:cs typeface="Malgun Gothic" pitchFamily="34" charset="-120"/>
              </a:rPr>
              <a:t>AED</a:t>
            </a:r>
            <a:endParaRPr lang="en-US" sz="1300" dirty="0"/>
          </a:p>
        </p:txBody>
      </p:sp>
      <p:sp>
        <p:nvSpPr>
          <p:cNvPr id="27" name="Text 25"/>
          <p:cNvSpPr txBox="1"/>
          <p:nvPr/>
        </p:nvSpPr>
        <p:spPr>
          <a:xfrm>
            <a:off x="3291840" y="5007254"/>
            <a:ext cx="2057400" cy="373075"/>
          </a:xfrm>
          <a:prstGeom prst="rect">
            <a:avLst/>
          </a:prstGeom>
          <a:noFill/>
          <a:ln/>
        </p:spPr>
        <p:txBody>
          <a:bodyPr wrap="square" lIns="0" tIns="0" rIns="0" bIns="0" rtlCol="0" anchor="ctr"/>
          <a:lstStyle/>
          <a:p>
            <a:pPr algn="r" indent="0" marL="0">
              <a:buNone/>
            </a:pPr>
            <a:r>
              <a:rPr lang="en-US" sz="1300" b="1" dirty="0">
                <a:solidFill>
                  <a:srgbClr val="2E5A46"/>
                </a:solidFill>
                <a:latin typeface="Malgun Gothic" pitchFamily="34" charset="0"/>
                <a:ea typeface="Malgun Gothic" pitchFamily="34" charset="-122"/>
                <a:cs typeface="Malgun Gothic" pitchFamily="34" charset="-120"/>
              </a:rPr>
              <a:t>매월 2일 03:00</a:t>
            </a:r>
            <a:endParaRPr lang="en-US" sz="1300" dirty="0"/>
          </a:p>
        </p:txBody>
      </p:sp>
      <p:sp>
        <p:nvSpPr>
          <p:cNvPr id="28" name="Shape 26"/>
          <p:cNvSpPr/>
          <p:nvPr/>
        </p:nvSpPr>
        <p:spPr>
          <a:xfrm>
            <a:off x="731520" y="5380330"/>
            <a:ext cx="4754880" cy="373075"/>
          </a:xfrm>
          <a:prstGeom prst="rect">
            <a:avLst/>
          </a:prstGeom>
          <a:solidFill>
            <a:srgbClr val="F4EEE2"/>
          </a:solidFill>
          <a:ln w="12700">
            <a:solidFill>
              <a:srgbClr val="F4EEE2"/>
            </a:solidFill>
            <a:prstDash val="solid"/>
          </a:ln>
        </p:spPr>
      </p:sp>
      <p:sp>
        <p:nvSpPr>
          <p:cNvPr id="29" name="Text 27"/>
          <p:cNvSpPr txBox="1"/>
          <p:nvPr/>
        </p:nvSpPr>
        <p:spPr>
          <a:xfrm>
            <a:off x="868680" y="5380330"/>
            <a:ext cx="2651760" cy="373075"/>
          </a:xfrm>
          <a:prstGeom prst="rect">
            <a:avLst/>
          </a:prstGeom>
          <a:noFill/>
          <a:ln/>
        </p:spPr>
        <p:txBody>
          <a:bodyPr wrap="square" lIns="0" tIns="0" rIns="0" bIns="0" rtlCol="0" anchor="ctr"/>
          <a:lstStyle/>
          <a:p>
            <a:pPr indent="0" marL="0">
              <a:buNone/>
            </a:pPr>
            <a:r>
              <a:rPr lang="en-US" sz="1300" b="1" dirty="0">
                <a:solidFill>
                  <a:srgbClr val="1E2621"/>
                </a:solidFill>
                <a:latin typeface="Malgun Gothic" pitchFamily="34" charset="0"/>
                <a:ea typeface="Malgun Gothic" pitchFamily="34" charset="-122"/>
                <a:cs typeface="Malgun Gothic" pitchFamily="34" charset="-120"/>
              </a:rPr>
              <a:t>자전거 사고다발지역</a:t>
            </a:r>
            <a:endParaRPr lang="en-US" sz="1300" dirty="0"/>
          </a:p>
        </p:txBody>
      </p:sp>
      <p:sp>
        <p:nvSpPr>
          <p:cNvPr id="30" name="Text 28"/>
          <p:cNvSpPr txBox="1"/>
          <p:nvPr/>
        </p:nvSpPr>
        <p:spPr>
          <a:xfrm>
            <a:off x="3291840" y="5380330"/>
            <a:ext cx="2057400" cy="373075"/>
          </a:xfrm>
          <a:prstGeom prst="rect">
            <a:avLst/>
          </a:prstGeom>
          <a:noFill/>
          <a:ln/>
        </p:spPr>
        <p:txBody>
          <a:bodyPr wrap="square" lIns="0" tIns="0" rIns="0" bIns="0" rtlCol="0" anchor="ctr"/>
          <a:lstStyle/>
          <a:p>
            <a:pPr algn="r" indent="0" marL="0">
              <a:buNone/>
            </a:pPr>
            <a:r>
              <a:rPr lang="en-US" sz="1300" b="1" dirty="0">
                <a:solidFill>
                  <a:srgbClr val="2E5A46"/>
                </a:solidFill>
                <a:latin typeface="Malgun Gothic" pitchFamily="34" charset="0"/>
                <a:ea typeface="Malgun Gothic" pitchFamily="34" charset="-122"/>
                <a:cs typeface="Malgun Gothic" pitchFamily="34" charset="-120"/>
              </a:rPr>
              <a:t>매월 3일 02:00</a:t>
            </a:r>
            <a:endParaRPr lang="en-US" sz="1300" dirty="0"/>
          </a:p>
        </p:txBody>
      </p:sp>
      <p:sp>
        <p:nvSpPr>
          <p:cNvPr id="31" name="Text 29"/>
          <p:cNvSpPr txBox="1"/>
          <p:nvPr/>
        </p:nvSpPr>
        <p:spPr>
          <a:xfrm>
            <a:off x="868680" y="5753405"/>
            <a:ext cx="2651760" cy="373075"/>
          </a:xfrm>
          <a:prstGeom prst="rect">
            <a:avLst/>
          </a:prstGeom>
          <a:noFill/>
          <a:ln/>
        </p:spPr>
        <p:txBody>
          <a:bodyPr wrap="square" lIns="0" tIns="0" rIns="0" bIns="0" rtlCol="0" anchor="ctr"/>
          <a:lstStyle/>
          <a:p>
            <a:pPr indent="0" marL="0">
              <a:buNone/>
            </a:pPr>
            <a:r>
              <a:rPr lang="en-US" sz="1300" b="1" dirty="0">
                <a:solidFill>
                  <a:srgbClr val="1E2621"/>
                </a:solidFill>
                <a:latin typeface="Malgun Gothic" pitchFamily="34" charset="0"/>
                <a:ea typeface="Malgun Gothic" pitchFamily="34" charset="-122"/>
                <a:cs typeface="Malgun Gothic" pitchFamily="34" charset="-120"/>
              </a:rPr>
              <a:t>문화빅데이터</a:t>
            </a:r>
            <a:endParaRPr lang="en-US" sz="1300" dirty="0"/>
          </a:p>
        </p:txBody>
      </p:sp>
      <p:sp>
        <p:nvSpPr>
          <p:cNvPr id="32" name="Text 30"/>
          <p:cNvSpPr txBox="1"/>
          <p:nvPr/>
        </p:nvSpPr>
        <p:spPr>
          <a:xfrm>
            <a:off x="3291840" y="5753405"/>
            <a:ext cx="2057400" cy="373075"/>
          </a:xfrm>
          <a:prstGeom prst="rect">
            <a:avLst/>
          </a:prstGeom>
          <a:noFill/>
          <a:ln/>
        </p:spPr>
        <p:txBody>
          <a:bodyPr wrap="square" lIns="0" tIns="0" rIns="0" bIns="0" rtlCol="0" anchor="ctr"/>
          <a:lstStyle/>
          <a:p>
            <a:pPr algn="r" indent="0" marL="0">
              <a:buNone/>
            </a:pPr>
            <a:r>
              <a:rPr lang="en-US" sz="1300" b="1" dirty="0">
                <a:solidFill>
                  <a:srgbClr val="2E5A46"/>
                </a:solidFill>
                <a:latin typeface="Malgun Gothic" pitchFamily="34" charset="0"/>
                <a:ea typeface="Malgun Gothic" pitchFamily="34" charset="-122"/>
                <a:cs typeface="Malgun Gothic" pitchFamily="34" charset="-120"/>
              </a:rPr>
              <a:t>매월 1일 07:00</a:t>
            </a:r>
            <a:endParaRPr lang="en-US" sz="1300" dirty="0"/>
          </a:p>
        </p:txBody>
      </p:sp>
      <p:sp>
        <p:nvSpPr>
          <p:cNvPr id="33" name="Shape 31"/>
          <p:cNvSpPr/>
          <p:nvPr/>
        </p:nvSpPr>
        <p:spPr>
          <a:xfrm>
            <a:off x="5897880" y="1783080"/>
            <a:ext cx="5742432" cy="2103120"/>
          </a:xfrm>
          <a:prstGeom prst="roundRect">
            <a:avLst>
              <a:gd name="adj" fmla="val 6087"/>
            </a:avLst>
          </a:prstGeom>
          <a:solidFill>
            <a:srgbClr val="FFFCF6"/>
          </a:solidFill>
          <a:ln w="12700">
            <a:solidFill>
              <a:srgbClr val="D8CBB2"/>
            </a:solidFill>
            <a:prstDash val="solid"/>
          </a:ln>
          <a:effectLst>
            <a:outerShdw sx="100000" sy="100000" kx="0" ky="0" algn="bl" rotWithShape="0" blurRad="101600" dist="25400" dir="5400000">
              <a:srgbClr val="8A7A5C">
                <a:alpha val="18000"/>
              </a:srgbClr>
            </a:outerShdw>
          </a:effectLst>
        </p:spPr>
      </p:sp>
      <p:sp>
        <p:nvSpPr>
          <p:cNvPr id="34" name="Shape 32"/>
          <p:cNvSpPr/>
          <p:nvPr/>
        </p:nvSpPr>
        <p:spPr>
          <a:xfrm>
            <a:off x="6080760" y="1920240"/>
            <a:ext cx="457200" cy="457200"/>
          </a:xfrm>
          <a:prstGeom prst="ellipse">
            <a:avLst/>
          </a:prstGeom>
          <a:solidFill>
            <a:srgbClr val="2E5A46"/>
          </a:solidFill>
          <a:ln w="12700">
            <a:solidFill>
              <a:srgbClr val="2E5A46"/>
            </a:solidFill>
            <a:prstDash val="solid"/>
          </a:ln>
        </p:spPr>
      </p:sp>
      <p:pic>
        <p:nvPicPr>
          <p:cNvPr id="35" name="Image 0" descr="preencoded.png">    </p:cNvPr>
          <p:cNvPicPr>
            <a:picLocks noChangeAspect="1"/>
          </p:cNvPicPr>
          <p:nvPr/>
        </p:nvPicPr>
        <p:blipFill>
          <a:blip r:embed="rId1"/>
          <a:stretch>
            <a:fillRect/>
          </a:stretch>
        </p:blipFill>
        <p:spPr>
          <a:xfrm>
            <a:off x="6199632" y="2039112"/>
            <a:ext cx="219456" cy="219456"/>
          </a:xfrm>
          <a:prstGeom prst="rect">
            <a:avLst/>
          </a:prstGeom>
        </p:spPr>
      </p:pic>
      <p:sp>
        <p:nvSpPr>
          <p:cNvPr id="36" name="Text 33"/>
          <p:cNvSpPr txBox="1"/>
          <p:nvPr/>
        </p:nvSpPr>
        <p:spPr>
          <a:xfrm>
            <a:off x="6656832" y="1920240"/>
            <a:ext cx="4754880" cy="457200"/>
          </a:xfrm>
          <a:prstGeom prst="rect">
            <a:avLst/>
          </a:prstGeom>
          <a:noFill/>
          <a:ln/>
        </p:spPr>
        <p:txBody>
          <a:bodyPr wrap="square" lIns="0" tIns="0" rIns="0" bIns="0" rtlCol="0" anchor="ctr"/>
          <a:lstStyle/>
          <a:p>
            <a:pPr indent="0" marL="0">
              <a:buNone/>
            </a:pPr>
            <a:r>
              <a:rPr lang="en-US" sz="1700" b="1" dirty="0">
                <a:solidFill>
                  <a:srgbClr val="1E2621"/>
                </a:solidFill>
                <a:latin typeface="Malgun Gothic" pitchFamily="34" charset="0"/>
                <a:ea typeface="Malgun Gothic" pitchFamily="34" charset="-122"/>
                <a:cs typeface="Malgun Gothic" pitchFamily="34" charset="-120"/>
              </a:rPr>
              <a:t>스케줄링 · 자동화</a:t>
            </a:r>
            <a:endParaRPr lang="en-US" sz="1700" dirty="0"/>
          </a:p>
        </p:txBody>
      </p:sp>
      <p:sp>
        <p:nvSpPr>
          <p:cNvPr id="37" name="Text 34"/>
          <p:cNvSpPr txBox="1"/>
          <p:nvPr/>
        </p:nvSpPr>
        <p:spPr>
          <a:xfrm>
            <a:off x="6126480" y="2450592"/>
            <a:ext cx="5394960" cy="292608"/>
          </a:xfrm>
          <a:prstGeom prst="rect">
            <a:avLst/>
          </a:prstGeom>
          <a:noFill/>
          <a:ln/>
        </p:spPr>
        <p:txBody>
          <a:bodyPr wrap="square" lIns="0" tIns="0" rIns="0" bIns="0" rtlCol="0" anchor="t"/>
          <a:lstStyle/>
          <a:p>
            <a:pPr indent="0" marL="0">
              <a:buNone/>
            </a:pPr>
            <a:r>
              <a:rPr lang="en-US" sz="1200" b="1" dirty="0">
                <a:solidFill>
                  <a:srgbClr val="5E5B52"/>
                </a:solidFill>
                <a:latin typeface="Malgun Gothic" pitchFamily="34" charset="0"/>
                <a:ea typeface="Malgun Gothic" pitchFamily="34" charset="-122"/>
                <a:cs typeface="Malgun Gothic" pitchFamily="34" charset="-120"/>
              </a:rPr>
              <a:t>데이터셋별 갱신 주기에 따라 수집부터 적재까지 자동 실행</a:t>
            </a:r>
            <a:endParaRPr lang="en-US" sz="1200" dirty="0"/>
          </a:p>
        </p:txBody>
      </p:sp>
      <p:sp>
        <p:nvSpPr>
          <p:cNvPr id="38" name="Shape 35"/>
          <p:cNvSpPr/>
          <p:nvPr/>
        </p:nvSpPr>
        <p:spPr>
          <a:xfrm>
            <a:off x="6126480" y="2834640"/>
            <a:ext cx="1463040" cy="420624"/>
          </a:xfrm>
          <a:prstGeom prst="roundRect">
            <a:avLst>
              <a:gd name="adj" fmla="val 21739"/>
            </a:avLst>
          </a:prstGeom>
          <a:solidFill>
            <a:srgbClr val="2E5A46"/>
          </a:solidFill>
          <a:ln w="12700">
            <a:solidFill>
              <a:srgbClr val="2E5A46"/>
            </a:solidFill>
            <a:prstDash val="solid"/>
          </a:ln>
        </p:spPr>
      </p:sp>
      <p:sp>
        <p:nvSpPr>
          <p:cNvPr id="39" name="Text 36"/>
          <p:cNvSpPr txBox="1"/>
          <p:nvPr/>
        </p:nvSpPr>
        <p:spPr>
          <a:xfrm>
            <a:off x="6163056" y="2834640"/>
            <a:ext cx="1389888" cy="420624"/>
          </a:xfrm>
          <a:prstGeom prst="rect">
            <a:avLst/>
          </a:prstGeom>
          <a:noFill/>
          <a:ln/>
        </p:spPr>
        <p:txBody>
          <a:bodyPr wrap="square" lIns="0" tIns="0" rIns="0" bIns="0" rtlCol="0" anchor="ctr"/>
          <a:lstStyle/>
          <a:p>
            <a:pPr algn="ctr" indent="0" marL="0">
              <a:buNone/>
            </a:pPr>
            <a:r>
              <a:rPr lang="en-US" sz="1250" b="1" dirty="0">
                <a:solidFill>
                  <a:srgbClr val="FFFFFF"/>
                </a:solidFill>
                <a:latin typeface="Malgun Gothic" pitchFamily="34" charset="0"/>
                <a:ea typeface="Malgun Gothic" pitchFamily="34" charset="-122"/>
                <a:cs typeface="Malgun Gothic" pitchFamily="34" charset="-120"/>
              </a:rPr>
              <a:t>APScheduler</a:t>
            </a:r>
            <a:endParaRPr lang="en-US" sz="1250" dirty="0"/>
          </a:p>
        </p:txBody>
      </p:sp>
      <p:sp>
        <p:nvSpPr>
          <p:cNvPr id="40" name="Text 37"/>
          <p:cNvSpPr txBox="1"/>
          <p:nvPr/>
        </p:nvSpPr>
        <p:spPr>
          <a:xfrm>
            <a:off x="7607808" y="2816352"/>
            <a:ext cx="219456" cy="457200"/>
          </a:xfrm>
          <a:prstGeom prst="rect">
            <a:avLst/>
          </a:prstGeom>
          <a:noFill/>
          <a:ln/>
        </p:spPr>
        <p:txBody>
          <a:bodyPr wrap="square" lIns="0" tIns="0" rIns="0" bIns="0" rtlCol="0" anchor="ctr"/>
          <a:lstStyle/>
          <a:p>
            <a:pPr algn="ctr" indent="0" marL="0">
              <a:buNone/>
            </a:pPr>
            <a:r>
              <a:rPr lang="en-US" sz="1500" b="1" dirty="0">
                <a:solidFill>
                  <a:srgbClr val="B5654A"/>
                </a:solidFill>
                <a:latin typeface="Malgun Gothic" pitchFamily="34" charset="0"/>
                <a:ea typeface="Malgun Gothic" pitchFamily="34" charset="-122"/>
                <a:cs typeface="Malgun Gothic" pitchFamily="34" charset="-120"/>
              </a:rPr>
              <a:t>→</a:t>
            </a:r>
            <a:endParaRPr lang="en-US" sz="1500" dirty="0"/>
          </a:p>
        </p:txBody>
      </p:sp>
      <p:sp>
        <p:nvSpPr>
          <p:cNvPr id="41" name="Shape 38"/>
          <p:cNvSpPr/>
          <p:nvPr/>
        </p:nvSpPr>
        <p:spPr>
          <a:xfrm>
            <a:off x="7845552" y="2834640"/>
            <a:ext cx="1828800" cy="420624"/>
          </a:xfrm>
          <a:prstGeom prst="roundRect">
            <a:avLst>
              <a:gd name="adj" fmla="val 21739"/>
            </a:avLst>
          </a:prstGeom>
          <a:solidFill>
            <a:srgbClr val="2E5A46"/>
          </a:solidFill>
          <a:ln w="12700">
            <a:solidFill>
              <a:srgbClr val="2E5A46"/>
            </a:solidFill>
            <a:prstDash val="solid"/>
          </a:ln>
        </p:spPr>
      </p:sp>
      <p:sp>
        <p:nvSpPr>
          <p:cNvPr id="42" name="Text 39"/>
          <p:cNvSpPr txBox="1"/>
          <p:nvPr/>
        </p:nvSpPr>
        <p:spPr>
          <a:xfrm>
            <a:off x="7882128" y="2834640"/>
            <a:ext cx="1755648" cy="420624"/>
          </a:xfrm>
          <a:prstGeom prst="rect">
            <a:avLst/>
          </a:prstGeom>
          <a:noFill/>
          <a:ln/>
        </p:spPr>
        <p:txBody>
          <a:bodyPr wrap="square" lIns="0" tIns="0" rIns="0" bIns="0" rtlCol="0" anchor="ctr"/>
          <a:lstStyle/>
          <a:p>
            <a:pPr algn="ctr" indent="0" marL="0">
              <a:buNone/>
            </a:pPr>
            <a:r>
              <a:rPr lang="en-US" sz="1250" b="1" dirty="0">
                <a:solidFill>
                  <a:srgbClr val="FFFFFF"/>
                </a:solidFill>
                <a:latin typeface="Malgun Gothic" pitchFamily="34" charset="0"/>
                <a:ea typeface="Malgun Gothic" pitchFamily="34" charset="-122"/>
                <a:cs typeface="Malgun Gothic" pitchFamily="34" charset="-120"/>
              </a:rPr>
              <a:t>데이터셋별 Job 실행</a:t>
            </a:r>
            <a:endParaRPr lang="en-US" sz="1250" dirty="0"/>
          </a:p>
        </p:txBody>
      </p:sp>
      <p:sp>
        <p:nvSpPr>
          <p:cNvPr id="43" name="Text 40"/>
          <p:cNvSpPr txBox="1"/>
          <p:nvPr/>
        </p:nvSpPr>
        <p:spPr>
          <a:xfrm>
            <a:off x="9692640" y="2816352"/>
            <a:ext cx="219456" cy="457200"/>
          </a:xfrm>
          <a:prstGeom prst="rect">
            <a:avLst/>
          </a:prstGeom>
          <a:noFill/>
          <a:ln/>
        </p:spPr>
        <p:txBody>
          <a:bodyPr wrap="square" lIns="0" tIns="0" rIns="0" bIns="0" rtlCol="0" anchor="ctr"/>
          <a:lstStyle/>
          <a:p>
            <a:pPr algn="ctr" indent="0" marL="0">
              <a:buNone/>
            </a:pPr>
            <a:r>
              <a:rPr lang="en-US" sz="1500" b="1" dirty="0">
                <a:solidFill>
                  <a:srgbClr val="B5654A"/>
                </a:solidFill>
                <a:latin typeface="Malgun Gothic" pitchFamily="34" charset="0"/>
                <a:ea typeface="Malgun Gothic" pitchFamily="34" charset="-122"/>
                <a:cs typeface="Malgun Gothic" pitchFamily="34" charset="-120"/>
              </a:rPr>
              <a:t>→</a:t>
            </a:r>
            <a:endParaRPr lang="en-US" sz="1500" dirty="0"/>
          </a:p>
        </p:txBody>
      </p:sp>
      <p:sp>
        <p:nvSpPr>
          <p:cNvPr id="44" name="Shape 41"/>
          <p:cNvSpPr/>
          <p:nvPr/>
        </p:nvSpPr>
        <p:spPr>
          <a:xfrm>
            <a:off x="9930384" y="2834640"/>
            <a:ext cx="1481328" cy="420624"/>
          </a:xfrm>
          <a:prstGeom prst="roundRect">
            <a:avLst>
              <a:gd name="adj" fmla="val 21739"/>
            </a:avLst>
          </a:prstGeom>
          <a:solidFill>
            <a:srgbClr val="B5654A"/>
          </a:solidFill>
          <a:ln w="12700">
            <a:solidFill>
              <a:srgbClr val="B5654A"/>
            </a:solidFill>
            <a:prstDash val="solid"/>
          </a:ln>
        </p:spPr>
      </p:sp>
      <p:sp>
        <p:nvSpPr>
          <p:cNvPr id="45" name="Text 42"/>
          <p:cNvSpPr txBox="1"/>
          <p:nvPr/>
        </p:nvSpPr>
        <p:spPr>
          <a:xfrm>
            <a:off x="9966960" y="2834640"/>
            <a:ext cx="1408176" cy="420624"/>
          </a:xfrm>
          <a:prstGeom prst="rect">
            <a:avLst/>
          </a:prstGeom>
          <a:noFill/>
          <a:ln/>
        </p:spPr>
        <p:txBody>
          <a:bodyPr wrap="square" lIns="0" tIns="0" rIns="0" bIns="0" rtlCol="0" anchor="ctr"/>
          <a:lstStyle/>
          <a:p>
            <a:pPr algn="ctr" indent="0" marL="0">
              <a:buNone/>
            </a:pPr>
            <a:r>
              <a:rPr lang="en-US" sz="1250" b="1" dirty="0">
                <a:solidFill>
                  <a:srgbClr val="FFFFFF"/>
                </a:solidFill>
                <a:latin typeface="Malgun Gothic" pitchFamily="34" charset="0"/>
                <a:ea typeface="Malgun Gothic" pitchFamily="34" charset="-122"/>
                <a:cs typeface="Malgun Gothic" pitchFamily="34" charset="-120"/>
              </a:rPr>
              <a:t>주기마다 반복</a:t>
            </a:r>
            <a:endParaRPr lang="en-US" sz="1250" dirty="0"/>
          </a:p>
        </p:txBody>
      </p:sp>
      <p:sp>
        <p:nvSpPr>
          <p:cNvPr id="46" name="Shape 43"/>
          <p:cNvSpPr/>
          <p:nvPr/>
        </p:nvSpPr>
        <p:spPr>
          <a:xfrm>
            <a:off x="6126480" y="3346704"/>
            <a:ext cx="5285232" cy="402336"/>
          </a:xfrm>
          <a:prstGeom prst="roundRect">
            <a:avLst>
              <a:gd name="adj" fmla="val 22727"/>
            </a:avLst>
          </a:prstGeom>
          <a:solidFill>
            <a:srgbClr val="EADFCB"/>
          </a:solidFill>
          <a:ln w="12700">
            <a:solidFill>
              <a:srgbClr val="EADFCB"/>
            </a:solidFill>
            <a:prstDash val="solid"/>
          </a:ln>
        </p:spPr>
      </p:sp>
      <p:sp>
        <p:nvSpPr>
          <p:cNvPr id="47" name="Text 44"/>
          <p:cNvSpPr txBox="1"/>
          <p:nvPr/>
        </p:nvSpPr>
        <p:spPr>
          <a:xfrm>
            <a:off x="6163056" y="3346704"/>
            <a:ext cx="5212080" cy="402336"/>
          </a:xfrm>
          <a:prstGeom prst="rect">
            <a:avLst/>
          </a:prstGeom>
          <a:noFill/>
          <a:ln/>
        </p:spPr>
        <p:txBody>
          <a:bodyPr wrap="square" lIns="0" tIns="0" rIns="0" bIns="0" rtlCol="0" anchor="ctr"/>
          <a:lstStyle/>
          <a:p>
            <a:pPr algn="ctr" indent="0" marL="0">
              <a:buNone/>
            </a:pPr>
            <a:r>
              <a:rPr lang="en-US" sz="1250" b="1" dirty="0">
                <a:solidFill>
                  <a:srgbClr val="1E2621"/>
                </a:solidFill>
                <a:latin typeface="Malgun Gothic" pitchFamily="34" charset="0"/>
                <a:ea typeface="Malgun Gothic" pitchFamily="34" charset="-122"/>
                <a:cs typeface="Malgun Gothic" pitchFamily="34" charset="-120"/>
              </a:rPr>
              <a:t>수집  →  RAW  →  정제 · DQ  →  PROCESSED</a:t>
            </a:r>
            <a:endParaRPr lang="en-US" sz="1250" dirty="0"/>
          </a:p>
        </p:txBody>
      </p:sp>
      <p:sp>
        <p:nvSpPr>
          <p:cNvPr id="48" name="Shape 45"/>
          <p:cNvSpPr/>
          <p:nvPr/>
        </p:nvSpPr>
        <p:spPr>
          <a:xfrm>
            <a:off x="5897880" y="4069080"/>
            <a:ext cx="5742432" cy="2194560"/>
          </a:xfrm>
          <a:prstGeom prst="roundRect">
            <a:avLst>
              <a:gd name="adj" fmla="val 5833"/>
            </a:avLst>
          </a:prstGeom>
          <a:solidFill>
            <a:srgbClr val="FFFCF6"/>
          </a:solidFill>
          <a:ln w="12700">
            <a:solidFill>
              <a:srgbClr val="D8CBB2"/>
            </a:solidFill>
            <a:prstDash val="solid"/>
          </a:ln>
          <a:effectLst>
            <a:outerShdw sx="100000" sy="100000" kx="0" ky="0" algn="bl" rotWithShape="0" blurRad="101600" dist="25400" dir="5400000">
              <a:srgbClr val="8A7A5C">
                <a:alpha val="18000"/>
              </a:srgbClr>
            </a:outerShdw>
          </a:effectLst>
        </p:spPr>
      </p:sp>
      <p:sp>
        <p:nvSpPr>
          <p:cNvPr id="49" name="Shape 46"/>
          <p:cNvSpPr/>
          <p:nvPr/>
        </p:nvSpPr>
        <p:spPr>
          <a:xfrm>
            <a:off x="6080760" y="4206240"/>
            <a:ext cx="457200" cy="457200"/>
          </a:xfrm>
          <a:prstGeom prst="ellipse">
            <a:avLst/>
          </a:prstGeom>
          <a:solidFill>
            <a:srgbClr val="4F7A9A"/>
          </a:solidFill>
          <a:ln w="12700">
            <a:solidFill>
              <a:srgbClr val="4F7A9A"/>
            </a:solidFill>
            <a:prstDash val="solid"/>
          </a:ln>
        </p:spPr>
      </p:sp>
      <p:pic>
        <p:nvPicPr>
          <p:cNvPr id="50" name="Image 1" descr="preencoded.png">    </p:cNvPr>
          <p:cNvPicPr>
            <a:picLocks noChangeAspect="1"/>
          </p:cNvPicPr>
          <p:nvPr/>
        </p:nvPicPr>
        <p:blipFill>
          <a:blip r:embed="rId2"/>
          <a:stretch>
            <a:fillRect/>
          </a:stretch>
        </p:blipFill>
        <p:spPr>
          <a:xfrm>
            <a:off x="6199632" y="4325112"/>
            <a:ext cx="219456" cy="219456"/>
          </a:xfrm>
          <a:prstGeom prst="rect">
            <a:avLst/>
          </a:prstGeom>
        </p:spPr>
      </p:pic>
      <p:sp>
        <p:nvSpPr>
          <p:cNvPr id="51" name="Text 47"/>
          <p:cNvSpPr txBox="1"/>
          <p:nvPr/>
        </p:nvSpPr>
        <p:spPr>
          <a:xfrm>
            <a:off x="6656832" y="4206240"/>
            <a:ext cx="4754880" cy="457200"/>
          </a:xfrm>
          <a:prstGeom prst="rect">
            <a:avLst/>
          </a:prstGeom>
          <a:noFill/>
          <a:ln/>
        </p:spPr>
        <p:txBody>
          <a:bodyPr wrap="square" lIns="0" tIns="0" rIns="0" bIns="0" rtlCol="0" anchor="ctr"/>
          <a:lstStyle/>
          <a:p>
            <a:pPr indent="0" marL="0">
              <a:buNone/>
            </a:pPr>
            <a:r>
              <a:rPr lang="en-US" sz="1700" b="1" dirty="0">
                <a:solidFill>
                  <a:srgbClr val="1E2621"/>
                </a:solidFill>
                <a:latin typeface="Malgun Gothic" pitchFamily="34" charset="0"/>
                <a:ea typeface="Malgun Gothic" pitchFamily="34" charset="-122"/>
                <a:cs typeface="Malgun Gothic" pitchFamily="34" charset="-120"/>
              </a:rPr>
              <a:t>모니터링 · 알림</a:t>
            </a:r>
            <a:endParaRPr lang="en-US" sz="1700" dirty="0"/>
          </a:p>
        </p:txBody>
      </p:sp>
      <p:sp>
        <p:nvSpPr>
          <p:cNvPr id="52" name="Text 48"/>
          <p:cNvSpPr txBox="1"/>
          <p:nvPr/>
        </p:nvSpPr>
        <p:spPr>
          <a:xfrm>
            <a:off x="6126480" y="4736592"/>
            <a:ext cx="5394960" cy="292608"/>
          </a:xfrm>
          <a:prstGeom prst="rect">
            <a:avLst/>
          </a:prstGeom>
          <a:noFill/>
          <a:ln/>
        </p:spPr>
        <p:txBody>
          <a:bodyPr wrap="square" lIns="0" tIns="0" rIns="0" bIns="0" rtlCol="0" anchor="t"/>
          <a:lstStyle/>
          <a:p>
            <a:pPr indent="0" marL="0">
              <a:buNone/>
            </a:pPr>
            <a:r>
              <a:rPr lang="en-US" sz="1200" b="1" dirty="0">
                <a:solidFill>
                  <a:srgbClr val="5E5B52"/>
                </a:solidFill>
                <a:latin typeface="Malgun Gothic" pitchFamily="34" charset="0"/>
                <a:ea typeface="Malgun Gothic" pitchFamily="34" charset="-122"/>
                <a:cs typeface="Malgun Gothic" pitchFamily="34" charset="-120"/>
              </a:rPr>
              <a:t>실행 결과와 DQ 상태를 기록하고, 실패 · 이상은 팀 채널로 즉시 알림</a:t>
            </a:r>
            <a:endParaRPr lang="en-US" sz="1200" dirty="0"/>
          </a:p>
        </p:txBody>
      </p:sp>
      <p:sp>
        <p:nvSpPr>
          <p:cNvPr id="53" name="Shape 49"/>
          <p:cNvSpPr/>
          <p:nvPr/>
        </p:nvSpPr>
        <p:spPr>
          <a:xfrm>
            <a:off x="6126480" y="5138928"/>
            <a:ext cx="1143000" cy="868680"/>
          </a:xfrm>
          <a:prstGeom prst="roundRect">
            <a:avLst>
              <a:gd name="adj" fmla="val 10526"/>
            </a:avLst>
          </a:prstGeom>
          <a:solidFill>
            <a:srgbClr val="EADFCB"/>
          </a:solidFill>
          <a:ln w="12700">
            <a:solidFill>
              <a:srgbClr val="EADFCB"/>
            </a:solidFill>
            <a:prstDash val="solid"/>
          </a:ln>
        </p:spPr>
      </p:sp>
      <p:sp>
        <p:nvSpPr>
          <p:cNvPr id="54" name="Text 50"/>
          <p:cNvSpPr txBox="1"/>
          <p:nvPr/>
        </p:nvSpPr>
        <p:spPr>
          <a:xfrm>
            <a:off x="6163056" y="5138928"/>
            <a:ext cx="1069848" cy="868680"/>
          </a:xfrm>
          <a:prstGeom prst="rect">
            <a:avLst/>
          </a:prstGeom>
          <a:noFill/>
          <a:ln/>
        </p:spPr>
        <p:txBody>
          <a:bodyPr wrap="square" lIns="0" tIns="0" rIns="0" bIns="0" rtlCol="0" anchor="ctr"/>
          <a:lstStyle/>
          <a:p>
            <a:pPr algn="ctr" indent="0" marL="0">
              <a:buNone/>
            </a:pPr>
            <a:r>
              <a:rPr lang="en-US" sz="1100" b="1" dirty="0">
                <a:solidFill>
                  <a:srgbClr val="1E2621"/>
                </a:solidFill>
                <a:latin typeface="Malgun Gothic" pitchFamily="34" charset="0"/>
                <a:ea typeface="Malgun Gothic" pitchFamily="34" charset="-122"/>
                <a:cs typeface="Malgun Gothic" pitchFamily="34" charset="-120"/>
              </a:rPr>
              <a:t>실행 결과</a:t>
            </a:r>
            <a:endParaRPr lang="en-US" sz="1100" dirty="0"/>
          </a:p>
          <a:p>
            <a:pPr algn="ctr" indent="0" marL="0">
              <a:buNone/>
            </a:pPr>
            <a:r>
              <a:rPr lang="en-US" sz="1100" b="1" dirty="0">
                <a:solidFill>
                  <a:srgbClr val="1E2621"/>
                </a:solidFill>
                <a:latin typeface="Malgun Gothic" pitchFamily="34" charset="0"/>
                <a:ea typeface="Malgun Gothic" pitchFamily="34" charset="-122"/>
                <a:cs typeface="Malgun Gothic" pitchFamily="34" charset="-120"/>
              </a:rPr>
              <a:t>DQ 결과</a:t>
            </a:r>
            <a:endParaRPr lang="en-US" sz="1100" dirty="0"/>
          </a:p>
        </p:txBody>
      </p:sp>
      <p:sp>
        <p:nvSpPr>
          <p:cNvPr id="55" name="Text 51"/>
          <p:cNvSpPr txBox="1"/>
          <p:nvPr/>
        </p:nvSpPr>
        <p:spPr>
          <a:xfrm>
            <a:off x="7260336" y="5340096"/>
            <a:ext cx="219456" cy="457200"/>
          </a:xfrm>
          <a:prstGeom prst="rect">
            <a:avLst/>
          </a:prstGeom>
          <a:noFill/>
          <a:ln/>
        </p:spPr>
        <p:txBody>
          <a:bodyPr wrap="square" lIns="0" tIns="0" rIns="0" bIns="0" rtlCol="0" anchor="ctr"/>
          <a:lstStyle/>
          <a:p>
            <a:pPr algn="ctr" indent="0" marL="0">
              <a:buNone/>
            </a:pPr>
            <a:r>
              <a:rPr lang="en-US" sz="1500" b="1" dirty="0">
                <a:solidFill>
                  <a:srgbClr val="B5654A"/>
                </a:solidFill>
                <a:latin typeface="Malgun Gothic" pitchFamily="34" charset="0"/>
                <a:ea typeface="Malgun Gothic" pitchFamily="34" charset="-122"/>
                <a:cs typeface="Malgun Gothic" pitchFamily="34" charset="-120"/>
              </a:rPr>
              <a:t>→</a:t>
            </a:r>
            <a:endParaRPr lang="en-US" sz="1500" dirty="0"/>
          </a:p>
        </p:txBody>
      </p:sp>
      <p:sp>
        <p:nvSpPr>
          <p:cNvPr id="56" name="Shape 52"/>
          <p:cNvSpPr/>
          <p:nvPr/>
        </p:nvSpPr>
        <p:spPr>
          <a:xfrm>
            <a:off x="7470648" y="5138928"/>
            <a:ext cx="1143000" cy="868680"/>
          </a:xfrm>
          <a:prstGeom prst="roundRect">
            <a:avLst>
              <a:gd name="adj" fmla="val 10526"/>
            </a:avLst>
          </a:prstGeom>
          <a:solidFill>
            <a:srgbClr val="2E5A46"/>
          </a:solidFill>
          <a:ln w="12700">
            <a:solidFill>
              <a:srgbClr val="2E5A46"/>
            </a:solidFill>
            <a:prstDash val="solid"/>
          </a:ln>
        </p:spPr>
      </p:sp>
      <p:sp>
        <p:nvSpPr>
          <p:cNvPr id="57" name="Text 53"/>
          <p:cNvSpPr txBox="1"/>
          <p:nvPr/>
        </p:nvSpPr>
        <p:spPr>
          <a:xfrm>
            <a:off x="7507224" y="5138928"/>
            <a:ext cx="1069848" cy="868680"/>
          </a:xfrm>
          <a:prstGeom prst="rect">
            <a:avLst/>
          </a:prstGeom>
          <a:noFill/>
          <a:ln/>
        </p:spPr>
        <p:txBody>
          <a:bodyPr wrap="square" lIns="0" tIns="0" rIns="0" bIns="0" rtlCol="0" anchor="ctr"/>
          <a:lstStyle/>
          <a:p>
            <a:pPr algn="ctr" indent="0" marL="0">
              <a:buNone/>
            </a:pPr>
            <a:r>
              <a:rPr lang="en-US" sz="1100" b="1" dirty="0">
                <a:solidFill>
                  <a:srgbClr val="FFFFFF"/>
                </a:solidFill>
                <a:latin typeface="Malgun Gothic" pitchFamily="34" charset="0"/>
                <a:ea typeface="Malgun Gothic" pitchFamily="34" charset="-122"/>
                <a:cs typeface="Malgun Gothic" pitchFamily="34" charset="-120"/>
              </a:rPr>
              <a:t>로그 ·</a:t>
            </a:r>
            <a:endParaRPr lang="en-US" sz="1100" dirty="0"/>
          </a:p>
          <a:p>
            <a:pPr algn="ctr" indent="0" marL="0">
              <a:buNone/>
            </a:pPr>
            <a:r>
              <a:rPr lang="en-US" sz="1100" b="1" dirty="0">
                <a:solidFill>
                  <a:srgbClr val="FFFFFF"/>
                </a:solidFill>
                <a:latin typeface="Malgun Gothic" pitchFamily="34" charset="0"/>
                <a:ea typeface="Malgun Gothic" pitchFamily="34" charset="-122"/>
                <a:cs typeface="Malgun Gothic" pitchFamily="34" charset="-120"/>
              </a:rPr>
              <a:t>실행 이력 DB</a:t>
            </a:r>
            <a:endParaRPr lang="en-US" sz="1100" dirty="0"/>
          </a:p>
        </p:txBody>
      </p:sp>
      <p:sp>
        <p:nvSpPr>
          <p:cNvPr id="58" name="Text 54"/>
          <p:cNvSpPr txBox="1"/>
          <p:nvPr/>
        </p:nvSpPr>
        <p:spPr>
          <a:xfrm>
            <a:off x="8604504" y="5340096"/>
            <a:ext cx="219456" cy="457200"/>
          </a:xfrm>
          <a:prstGeom prst="rect">
            <a:avLst/>
          </a:prstGeom>
          <a:noFill/>
          <a:ln/>
        </p:spPr>
        <p:txBody>
          <a:bodyPr wrap="square" lIns="0" tIns="0" rIns="0" bIns="0" rtlCol="0" anchor="ctr"/>
          <a:lstStyle/>
          <a:p>
            <a:pPr algn="ctr" indent="0" marL="0">
              <a:buNone/>
            </a:pPr>
            <a:r>
              <a:rPr lang="en-US" sz="1500" b="1" dirty="0">
                <a:solidFill>
                  <a:srgbClr val="B5654A"/>
                </a:solidFill>
                <a:latin typeface="Malgun Gothic" pitchFamily="34" charset="0"/>
                <a:ea typeface="Malgun Gothic" pitchFamily="34" charset="-122"/>
                <a:cs typeface="Malgun Gothic" pitchFamily="34" charset="-120"/>
              </a:rPr>
              <a:t>→</a:t>
            </a:r>
            <a:endParaRPr lang="en-US" sz="1500" dirty="0"/>
          </a:p>
        </p:txBody>
      </p:sp>
      <p:sp>
        <p:nvSpPr>
          <p:cNvPr id="59" name="Shape 55"/>
          <p:cNvSpPr/>
          <p:nvPr/>
        </p:nvSpPr>
        <p:spPr>
          <a:xfrm>
            <a:off x="8814816" y="5138928"/>
            <a:ext cx="1143000" cy="868680"/>
          </a:xfrm>
          <a:prstGeom prst="roundRect">
            <a:avLst>
              <a:gd name="adj" fmla="val 10526"/>
            </a:avLst>
          </a:prstGeom>
          <a:solidFill>
            <a:srgbClr val="EADFCB"/>
          </a:solidFill>
          <a:ln w="12700">
            <a:solidFill>
              <a:srgbClr val="EADFCB"/>
            </a:solidFill>
            <a:prstDash val="solid"/>
          </a:ln>
        </p:spPr>
      </p:sp>
      <p:sp>
        <p:nvSpPr>
          <p:cNvPr id="60" name="Text 56"/>
          <p:cNvSpPr txBox="1"/>
          <p:nvPr/>
        </p:nvSpPr>
        <p:spPr>
          <a:xfrm>
            <a:off x="8851392" y="5138928"/>
            <a:ext cx="1069848" cy="868680"/>
          </a:xfrm>
          <a:prstGeom prst="rect">
            <a:avLst/>
          </a:prstGeom>
          <a:noFill/>
          <a:ln/>
        </p:spPr>
        <p:txBody>
          <a:bodyPr wrap="square" lIns="0" tIns="0" rIns="0" bIns="0" rtlCol="0" anchor="ctr"/>
          <a:lstStyle/>
          <a:p>
            <a:pPr algn="ctr" indent="0" marL="0">
              <a:buNone/>
            </a:pPr>
            <a:r>
              <a:rPr lang="en-US" sz="1100" b="1" dirty="0">
                <a:solidFill>
                  <a:srgbClr val="1E2621"/>
                </a:solidFill>
                <a:latin typeface="Malgun Gothic" pitchFamily="34" charset="0"/>
                <a:ea typeface="Malgun Gothic" pitchFamily="34" charset="-122"/>
                <a:cs typeface="Malgun Gothic" pitchFamily="34" charset="-120"/>
              </a:rPr>
              <a:t>실패 · 이상</a:t>
            </a:r>
            <a:endParaRPr lang="en-US" sz="1100" dirty="0"/>
          </a:p>
          <a:p>
            <a:pPr algn="ctr" indent="0" marL="0">
              <a:buNone/>
            </a:pPr>
            <a:r>
              <a:rPr lang="en-US" sz="1100" b="1" dirty="0">
                <a:solidFill>
                  <a:srgbClr val="1E2621"/>
                </a:solidFill>
                <a:latin typeface="Malgun Gothic" pitchFamily="34" charset="0"/>
                <a:ea typeface="Malgun Gothic" pitchFamily="34" charset="-122"/>
                <a:cs typeface="Malgun Gothic" pitchFamily="34" charset="-120"/>
              </a:rPr>
              <a:t>여부 확인</a:t>
            </a:r>
            <a:endParaRPr lang="en-US" sz="1100" dirty="0"/>
          </a:p>
        </p:txBody>
      </p:sp>
      <p:sp>
        <p:nvSpPr>
          <p:cNvPr id="61" name="Text 57"/>
          <p:cNvSpPr txBox="1"/>
          <p:nvPr/>
        </p:nvSpPr>
        <p:spPr>
          <a:xfrm>
            <a:off x="9948672" y="5340096"/>
            <a:ext cx="219456" cy="457200"/>
          </a:xfrm>
          <a:prstGeom prst="rect">
            <a:avLst/>
          </a:prstGeom>
          <a:noFill/>
          <a:ln/>
        </p:spPr>
        <p:txBody>
          <a:bodyPr wrap="square" lIns="0" tIns="0" rIns="0" bIns="0" rtlCol="0" anchor="ctr"/>
          <a:lstStyle/>
          <a:p>
            <a:pPr algn="ctr" indent="0" marL="0">
              <a:buNone/>
            </a:pPr>
            <a:r>
              <a:rPr lang="en-US" sz="1500" b="1" dirty="0">
                <a:solidFill>
                  <a:srgbClr val="B5654A"/>
                </a:solidFill>
                <a:latin typeface="Malgun Gothic" pitchFamily="34" charset="0"/>
                <a:ea typeface="Malgun Gothic" pitchFamily="34" charset="-122"/>
                <a:cs typeface="Malgun Gothic" pitchFamily="34" charset="-120"/>
              </a:rPr>
              <a:t>→</a:t>
            </a:r>
            <a:endParaRPr lang="en-US" sz="1500" dirty="0"/>
          </a:p>
        </p:txBody>
      </p:sp>
      <p:sp>
        <p:nvSpPr>
          <p:cNvPr id="62" name="Shape 58"/>
          <p:cNvSpPr/>
          <p:nvPr/>
        </p:nvSpPr>
        <p:spPr>
          <a:xfrm>
            <a:off x="10158984" y="5138928"/>
            <a:ext cx="1143000" cy="868680"/>
          </a:xfrm>
          <a:prstGeom prst="roundRect">
            <a:avLst>
              <a:gd name="adj" fmla="val 10526"/>
            </a:avLst>
          </a:prstGeom>
          <a:solidFill>
            <a:srgbClr val="B5654A"/>
          </a:solidFill>
          <a:ln w="12700">
            <a:solidFill>
              <a:srgbClr val="B5654A"/>
            </a:solidFill>
            <a:prstDash val="solid"/>
          </a:ln>
        </p:spPr>
      </p:sp>
      <p:sp>
        <p:nvSpPr>
          <p:cNvPr id="63" name="Text 59"/>
          <p:cNvSpPr txBox="1"/>
          <p:nvPr/>
        </p:nvSpPr>
        <p:spPr>
          <a:xfrm>
            <a:off x="10195560" y="5138928"/>
            <a:ext cx="1069848" cy="868680"/>
          </a:xfrm>
          <a:prstGeom prst="rect">
            <a:avLst/>
          </a:prstGeom>
          <a:noFill/>
          <a:ln/>
        </p:spPr>
        <p:txBody>
          <a:bodyPr wrap="square" lIns="0" tIns="0" rIns="0" bIns="0" rtlCol="0" anchor="ctr"/>
          <a:lstStyle/>
          <a:p>
            <a:pPr algn="ctr" indent="0" marL="0">
              <a:buNone/>
            </a:pPr>
            <a:r>
              <a:rPr lang="en-US" sz="1100" b="1" dirty="0">
                <a:solidFill>
                  <a:srgbClr val="FFFFFF"/>
                </a:solidFill>
                <a:latin typeface="Malgun Gothic" pitchFamily="34" charset="0"/>
                <a:ea typeface="Malgun Gothic" pitchFamily="34" charset="-122"/>
                <a:cs typeface="Malgun Gothic" pitchFamily="34" charset="-120"/>
              </a:rPr>
              <a:t>Discord</a:t>
            </a:r>
            <a:endParaRPr lang="en-US" sz="1100" dirty="0"/>
          </a:p>
          <a:p>
            <a:pPr algn="ctr" indent="0" marL="0">
              <a:buNone/>
            </a:pPr>
            <a:r>
              <a:rPr lang="en-US" sz="1100" b="1" dirty="0">
                <a:solidFill>
                  <a:srgbClr val="FFFFFF"/>
                </a:solidFill>
                <a:latin typeface="Malgun Gothic" pitchFamily="34" charset="0"/>
                <a:ea typeface="Malgun Gothic" pitchFamily="34" charset="-122"/>
                <a:cs typeface="Malgun Gothic" pitchFamily="34" charset="-120"/>
              </a:rPr>
              <a:t>Webhook 알림</a:t>
            </a:r>
            <a:endParaRPr lang="en-US" sz="1100" dirty="0"/>
          </a:p>
        </p:txBody>
      </p:sp>
      <p:sp>
        <p:nvSpPr>
          <p:cNvPr id="64" name="Text 60"/>
          <p:cNvSpPr txBox="1"/>
          <p:nvPr/>
        </p:nvSpPr>
        <p:spPr>
          <a:xfrm>
            <a:off x="548640" y="6446520"/>
            <a:ext cx="4572000" cy="228600"/>
          </a:xfrm>
          <a:prstGeom prst="rect">
            <a:avLst/>
          </a:prstGeom>
          <a:noFill/>
          <a:ln/>
        </p:spPr>
        <p:txBody>
          <a:bodyPr wrap="square" lIns="0" tIns="0" rIns="0" bIns="0" rtlCol="0" anchor="t"/>
          <a:lstStyle/>
          <a:p>
            <a:pPr indent="0" marL="0">
              <a:buNone/>
            </a:pPr>
            <a:r>
              <a:rPr lang="en-US" sz="900" b="1" spc="200" kern="0" dirty="0">
                <a:solidFill>
                  <a:srgbClr val="9A907C"/>
                </a:solidFill>
                <a:latin typeface="Malgun Gothic" pitchFamily="34" charset="0"/>
                <a:ea typeface="Malgun Gothic" pitchFamily="34" charset="-122"/>
                <a:cs typeface="Malgun Gothic" pitchFamily="34" charset="-120"/>
              </a:rPr>
              <a:t>WOOSIMWOONKKA · MY MOVE CLUB</a:t>
            </a:r>
            <a:endParaRPr lang="en-US" sz="900" dirty="0"/>
          </a:p>
        </p:txBody>
      </p:sp>
      <p:sp>
        <p:nvSpPr>
          <p:cNvPr id="65" name="Text 61"/>
          <p:cNvSpPr txBox="1"/>
          <p:nvPr/>
        </p:nvSpPr>
        <p:spPr>
          <a:xfrm>
            <a:off x="11183112" y="6446520"/>
            <a:ext cx="457200" cy="228600"/>
          </a:xfrm>
          <a:prstGeom prst="rect">
            <a:avLst/>
          </a:prstGeom>
          <a:noFill/>
          <a:ln/>
        </p:spPr>
        <p:txBody>
          <a:bodyPr wrap="square" lIns="0" tIns="0" rIns="0" bIns="0" rtlCol="0" anchor="t"/>
          <a:lstStyle/>
          <a:p>
            <a:pPr algn="r" indent="0" marL="0">
              <a:buNone/>
            </a:pPr>
            <a:r>
              <a:rPr lang="en-US" sz="900" b="1" dirty="0">
                <a:solidFill>
                  <a:srgbClr val="9A907C"/>
                </a:solidFill>
                <a:latin typeface="Malgun Gothic" pitchFamily="34" charset="0"/>
                <a:ea typeface="Malgun Gothic" pitchFamily="34" charset="-122"/>
                <a:cs typeface="Malgun Gothic" pitchFamily="34" charset="-120"/>
              </a:rPr>
              <a:t>14</a:t>
            </a:r>
            <a:endParaRPr lang="en-US" sz="900" dirty="0"/>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7F1E6"/>
        </a:solidFill>
      </p:bgPr>
    </p:bg>
    <p:spTree>
      <p:nvGrpSpPr>
        <p:cNvPr id="1" name=""/>
        <p:cNvGrpSpPr/>
        <p:nvPr/>
      </p:nvGrpSpPr>
      <p:grpSpPr>
        <a:xfrm>
          <a:off x="0" y="0"/>
          <a:ext cx="0" cy="0"/>
          <a:chOff x="0" y="0"/>
          <a:chExt cx="0" cy="0"/>
        </a:xfrm>
      </p:grpSpPr>
      <p:sp>
        <p:nvSpPr>
          <p:cNvPr id="327" name="Shape 0"/>
          <p:cNvSpPr/>
          <p:nvPr/>
        </p:nvSpPr>
        <p:spPr>
          <a:xfrm>
            <a:off x="548640" y="384175"/>
            <a:ext cx="383540" cy="383540"/>
          </a:xfrm>
          <a:prstGeom prst="ellipse">
            <a:avLst/>
          </a:prstGeom>
          <a:solidFill>
            <a:srgbClr val="2e5a46"/>
          </a:solidFill>
          <a:ln w="12700">
            <a:solidFill>
              <a:srgbClr val="2e5a46"/>
            </a:solidFill>
            <a:round/>
          </a:ln>
        </p:spPr>
        <p:style>
          <a:lnRef idx="0"/>
          <a:fillRef idx="0"/>
          <a:effectRef idx="0"/>
          <a:fontRef idx="minor"/>
        </p:style>
        <p:txBody>
          <a:bodyPr lIns="90000" rIns="90000" tIns="45000" bIns="45000" anchor="t">
            <a:noAutofit/>
          </a:bodyPr>
          <a:p>
            <a:endParaRPr b="0" lang="en-US" sz="1800" spc="-1" strike="noStrike">
              <a:solidFill>
                <a:srgbClr val="000000"/>
              </a:solidFill>
              <a:latin typeface="Noto Sans KR"/>
            </a:endParaRPr>
          </a:p>
        </p:txBody>
      </p:sp>
      <p:sp>
        <p:nvSpPr>
          <p:cNvPr id="328" name="Text 1"/>
          <p:cNvSpPr>
            <a:spLocks/>
          </p:cNvSpPr>
          <p:nvPr/>
        </p:nvSpPr>
        <p:spPr>
          <a:xfrm rot="0">
            <a:off x="548640" y="384175"/>
            <a:ext cx="384175" cy="384175"/>
          </a:xfrm>
          <a:prstGeom prst="rect"/>
          <a:noFill/>
          <a:ln>
            <a:noFill/>
            <a:prstDash/>
          </a:ln>
        </p:spPr>
        <p:style>
          <a:lnRef idx="0"/>
          <a:fillRef idx="0"/>
          <a:effectRef idx="0"/>
          <a:fontRef idx="minor"/>
        </p:style>
        <p:txBody>
          <a:bodyPr wrap="square" lIns="0" tIns="0" rIns="0" bIns="0" numCol="1" vert="horz" anchor="ctr">
            <a:noAutofit/>
          </a:bodyPr>
          <a:lstStyle/>
          <a:p>
            <a:pPr marL="0" indent="0" algn="ctr" defTabSz="914400">
              <a:lnSpc>
                <a:spcPct val="100000"/>
              </a:lnSpc>
              <a:buFontTx/>
              <a:buNone/>
              <a:tabLst>
                <a:tab pos="0" algn="l"/>
              </a:tabLst>
            </a:pPr>
            <a:r>
              <a:rPr lang="en-US" sz="1300" b="1" strike="noStrike">
                <a:solidFill>
                  <a:srgbClr val="FFFFFF"/>
                </a:solidFill>
                <a:latin typeface="Malgun Gothic" charset="0"/>
                <a:ea typeface="Malgun Gothic" charset="0"/>
              </a:rPr>
              <a:t>0</a:t>
            </a:r>
            <a:r>
              <a:rPr lang="ko-KR" sz="1300" b="1" strike="noStrike">
                <a:solidFill>
                  <a:srgbClr val="FFFFFF"/>
                </a:solidFill>
                <a:latin typeface="Malgun Gothic" charset="0"/>
                <a:ea typeface="Malgun Gothic" charset="0"/>
              </a:rPr>
              <a:t>6</a:t>
            </a:r>
            <a:endParaRPr lang="ko-KR" altLang="en-US" sz="1300" b="1" strike="noStrike">
              <a:solidFill>
                <a:srgbClr val="FFFFFF"/>
              </a:solidFill>
              <a:latin typeface="Malgun Gothic" charset="0"/>
              <a:ea typeface="Malgun Gothic" charset="0"/>
            </a:endParaRPr>
          </a:p>
        </p:txBody>
      </p:sp>
      <p:sp>
        <p:nvSpPr>
          <p:cNvPr id="329" name="Text 2"/>
          <p:cNvSpPr/>
          <p:nvPr/>
        </p:nvSpPr>
        <p:spPr>
          <a:xfrm>
            <a:off x="1042670" y="384175"/>
            <a:ext cx="5485765" cy="3835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400" spc="199" strike="noStrike">
                <a:solidFill>
                  <a:srgbClr val="b5654a"/>
                </a:solidFill>
                <a:latin typeface="Malgun Gothic"/>
                <a:ea typeface="Malgun Gothic"/>
              </a:rPr>
              <a:t>CRAWLING · </a:t>
            </a:r>
            <a:r>
              <a:rPr b="1" lang="ko-KR" sz="1400" spc="199" strike="noStrike">
                <a:solidFill>
                  <a:srgbClr val="b5654a"/>
                </a:solidFill>
                <a:latin typeface="Malgun Gothic"/>
                <a:ea typeface="Malgun Gothic"/>
              </a:rPr>
              <a:t>운영정보 확인</a:t>
            </a:r>
            <a:endParaRPr b="0" lang="en-US" sz="1400" spc="-1" strike="noStrike">
              <a:solidFill>
                <a:srgbClr val="000000"/>
              </a:solidFill>
              <a:latin typeface="Noto Sans KR"/>
            </a:endParaRPr>
          </a:p>
        </p:txBody>
      </p:sp>
      <p:sp>
        <p:nvSpPr>
          <p:cNvPr id="330" name="Text 3"/>
          <p:cNvSpPr/>
          <p:nvPr/>
        </p:nvSpPr>
        <p:spPr>
          <a:xfrm>
            <a:off x="548640" y="895985"/>
            <a:ext cx="11063605" cy="730885"/>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ko-KR" sz="3400" spc="-1" strike="noStrike">
                <a:solidFill>
                  <a:srgbClr val="1e2621"/>
                </a:solidFill>
                <a:latin typeface="Malgun Gothic"/>
                <a:ea typeface="Malgun Gothic"/>
              </a:rPr>
              <a:t>가까운 시설을 찾았는데</a:t>
            </a:r>
            <a:r>
              <a:rPr b="1" lang="en-US" sz="3400" spc="-1" strike="noStrike">
                <a:solidFill>
                  <a:srgbClr val="1e2621"/>
                </a:solidFill>
                <a:latin typeface="Malgun Gothic"/>
                <a:ea typeface="Malgun Gothic"/>
              </a:rPr>
              <a:t>, </a:t>
            </a:r>
            <a:r>
              <a:rPr b="1" lang="ko-KR" sz="3400" spc="-1" strike="noStrike">
                <a:solidFill>
                  <a:srgbClr val="1e2621"/>
                </a:solidFill>
                <a:latin typeface="Malgun Gothic"/>
                <a:ea typeface="Malgun Gothic"/>
              </a:rPr>
              <a:t>오늘 휴관이라면</a:t>
            </a:r>
            <a:r>
              <a:rPr b="1" lang="en-US" sz="3400" spc="-1" strike="noStrike">
                <a:solidFill>
                  <a:srgbClr val="1e2621"/>
                </a:solidFill>
                <a:latin typeface="Malgun Gothic"/>
                <a:ea typeface="Malgun Gothic"/>
              </a:rPr>
              <a:t>?</a:t>
            </a:r>
            <a:endParaRPr b="0" lang="en-US" sz="3400" spc="-1" strike="noStrike">
              <a:solidFill>
                <a:srgbClr val="000000"/>
              </a:solidFill>
              <a:latin typeface="Noto Sans KR"/>
            </a:endParaRPr>
          </a:p>
        </p:txBody>
      </p:sp>
      <p:sp>
        <p:nvSpPr>
          <p:cNvPr id="331" name="Shape 4"/>
          <p:cNvSpPr/>
          <p:nvPr/>
        </p:nvSpPr>
        <p:spPr>
          <a:xfrm>
            <a:off x="548640" y="1783080"/>
            <a:ext cx="3016885" cy="420370"/>
          </a:xfrm>
          <a:prstGeom prst="roundRect">
            <a:avLst>
              <a:gd name="adj" fmla="val 50000"/>
            </a:avLst>
          </a:prstGeom>
          <a:solidFill>
            <a:srgbClr val="2e5a46"/>
          </a:solidFill>
          <a:ln w="12700">
            <a:solidFill>
              <a:srgbClr val="2e5a46"/>
            </a:solidFill>
            <a:round/>
          </a:ln>
        </p:spPr>
        <p:style>
          <a:lnRef idx="0"/>
          <a:fillRef idx="0"/>
          <a:effectRef idx="0"/>
          <a:fontRef idx="minor"/>
        </p:style>
        <p:txBody>
          <a:bodyPr lIns="90000" rIns="90000" tIns="45000" bIns="45000" anchor="t">
            <a:noAutofit/>
          </a:bodyPr>
          <a:p>
            <a:endParaRPr b="0" lang="en-US" sz="1800" spc="-1" strike="noStrike">
              <a:solidFill>
                <a:srgbClr val="000000"/>
              </a:solidFill>
              <a:latin typeface="Noto Sans KR"/>
            </a:endParaRPr>
          </a:p>
        </p:txBody>
      </p:sp>
      <p:sp>
        <p:nvSpPr>
          <p:cNvPr id="332" name="Text 5"/>
          <p:cNvSpPr/>
          <p:nvPr/>
        </p:nvSpPr>
        <p:spPr>
          <a:xfrm>
            <a:off x="548640" y="1783080"/>
            <a:ext cx="3016885" cy="42037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ko-KR" sz="1350" spc="-1" strike="noStrike">
                <a:solidFill>
                  <a:srgbClr val="ffffff"/>
                </a:solidFill>
                <a:latin typeface="Malgun Gothic"/>
                <a:ea typeface="Malgun Gothic"/>
              </a:rPr>
              <a:t>위치 </a:t>
            </a:r>
            <a:r>
              <a:rPr b="1" lang="en-US" sz="1350" spc="-1" strike="noStrike">
                <a:solidFill>
                  <a:srgbClr val="ffffff"/>
                </a:solidFill>
                <a:latin typeface="Malgun Gothic"/>
                <a:ea typeface="Malgun Gothic"/>
              </a:rPr>
              <a:t>· </a:t>
            </a:r>
            <a:r>
              <a:rPr b="1" lang="ko-KR" sz="1350" spc="-1" strike="noStrike">
                <a:solidFill>
                  <a:srgbClr val="ffffff"/>
                </a:solidFill>
                <a:latin typeface="Malgun Gothic"/>
                <a:ea typeface="Malgun Gothic"/>
              </a:rPr>
              <a:t>날씨 </a:t>
            </a:r>
            <a:r>
              <a:rPr b="1" lang="en-US" sz="1350" spc="-1" strike="noStrike">
                <a:solidFill>
                  <a:srgbClr val="ffffff"/>
                </a:solidFill>
                <a:latin typeface="Malgun Gothic"/>
                <a:ea typeface="Malgun Gothic"/>
              </a:rPr>
              <a:t>· </a:t>
            </a:r>
            <a:r>
              <a:rPr b="1" lang="ko-KR" sz="1350" spc="-1" strike="noStrike">
                <a:solidFill>
                  <a:srgbClr val="ffffff"/>
                </a:solidFill>
                <a:latin typeface="Malgun Gothic"/>
                <a:ea typeface="Malgun Gothic"/>
              </a:rPr>
              <a:t>대기질 </a:t>
            </a:r>
            <a:r>
              <a:rPr b="1" lang="en-US" sz="1350" spc="-1" strike="noStrike">
                <a:solidFill>
                  <a:srgbClr val="ffffff"/>
                </a:solidFill>
                <a:latin typeface="Malgun Gothic"/>
                <a:ea typeface="Malgun Gothic"/>
              </a:rPr>
              <a:t>= API</a:t>
            </a:r>
            <a:endParaRPr b="0" lang="en-US" sz="1350" spc="-1" strike="noStrike">
              <a:solidFill>
                <a:srgbClr val="000000"/>
              </a:solidFill>
              <a:latin typeface="Noto Sans KR"/>
            </a:endParaRPr>
          </a:p>
        </p:txBody>
      </p:sp>
      <p:sp>
        <p:nvSpPr>
          <p:cNvPr id="333" name="Shape 6"/>
          <p:cNvSpPr/>
          <p:nvPr/>
        </p:nvSpPr>
        <p:spPr>
          <a:xfrm>
            <a:off x="3703320" y="1783080"/>
            <a:ext cx="3291205" cy="420370"/>
          </a:xfrm>
          <a:prstGeom prst="roundRect">
            <a:avLst>
              <a:gd name="adj" fmla="val 50000"/>
            </a:avLst>
          </a:prstGeom>
          <a:solidFill>
            <a:srgbClr val="b5654a"/>
          </a:solidFill>
          <a:ln w="12700">
            <a:solidFill>
              <a:srgbClr val="b5654a"/>
            </a:solidFill>
            <a:round/>
          </a:ln>
        </p:spPr>
        <p:style>
          <a:lnRef idx="0"/>
          <a:fillRef idx="0"/>
          <a:effectRef idx="0"/>
          <a:fontRef idx="minor"/>
        </p:style>
        <p:txBody>
          <a:bodyPr lIns="90000" rIns="90000" tIns="45000" bIns="45000" anchor="t">
            <a:noAutofit/>
          </a:bodyPr>
          <a:p>
            <a:endParaRPr b="0" lang="en-US" sz="1800" spc="-1" strike="noStrike">
              <a:solidFill>
                <a:srgbClr val="000000"/>
              </a:solidFill>
              <a:latin typeface="Noto Sans KR"/>
            </a:endParaRPr>
          </a:p>
        </p:txBody>
      </p:sp>
      <p:sp>
        <p:nvSpPr>
          <p:cNvPr id="334" name="Text 7"/>
          <p:cNvSpPr/>
          <p:nvPr/>
        </p:nvSpPr>
        <p:spPr>
          <a:xfrm>
            <a:off x="3703320" y="1783080"/>
            <a:ext cx="3291205" cy="42037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ko-KR" sz="1350" spc="-1" strike="noStrike">
                <a:solidFill>
                  <a:srgbClr val="ffffff"/>
                </a:solidFill>
                <a:latin typeface="Malgun Gothic"/>
                <a:ea typeface="Malgun Gothic"/>
              </a:rPr>
              <a:t>운영 </a:t>
            </a:r>
            <a:r>
              <a:rPr b="1" lang="en-US" sz="1350" spc="-1" strike="noStrike">
                <a:solidFill>
                  <a:srgbClr val="ffffff"/>
                </a:solidFill>
                <a:latin typeface="Malgun Gothic"/>
                <a:ea typeface="Malgun Gothic"/>
              </a:rPr>
              <a:t>· </a:t>
            </a:r>
            <a:r>
              <a:rPr b="1" lang="ko-KR" sz="1350" spc="-1" strike="noStrike">
                <a:solidFill>
                  <a:srgbClr val="ffffff"/>
                </a:solidFill>
                <a:latin typeface="Malgun Gothic"/>
                <a:ea typeface="Malgun Gothic"/>
              </a:rPr>
              <a:t>휴무 공지 </a:t>
            </a:r>
            <a:r>
              <a:rPr b="1" lang="en-US" sz="1350" spc="-1" strike="noStrike">
                <a:solidFill>
                  <a:srgbClr val="ffffff"/>
                </a:solidFill>
                <a:latin typeface="Malgun Gothic"/>
                <a:ea typeface="Malgun Gothic"/>
              </a:rPr>
              <a:t>= </a:t>
            </a:r>
            <a:r>
              <a:rPr b="1" lang="ko-KR" sz="1350" spc="-1" strike="noStrike">
                <a:solidFill>
                  <a:srgbClr val="ffffff"/>
                </a:solidFill>
                <a:latin typeface="Malgun Gothic"/>
                <a:ea typeface="Malgun Gothic"/>
              </a:rPr>
              <a:t>크롤링</a:t>
            </a:r>
            <a:r>
              <a:rPr b="1" lang="en-US" sz="1350" spc="-1" strike="noStrike">
                <a:solidFill>
                  <a:srgbClr val="ffffff"/>
                </a:solidFill>
                <a:latin typeface="Malgun Gothic"/>
                <a:ea typeface="Malgun Gothic"/>
              </a:rPr>
              <a:t>(</a:t>
            </a:r>
            <a:r>
              <a:rPr b="1" lang="ko-KR" sz="1350" spc="-1" strike="noStrike">
                <a:solidFill>
                  <a:srgbClr val="ffffff"/>
                </a:solidFill>
                <a:latin typeface="Malgun Gothic"/>
                <a:ea typeface="Malgun Gothic"/>
              </a:rPr>
              <a:t>보완</a:t>
            </a:r>
            <a:r>
              <a:rPr b="1" lang="en-US" sz="1350" spc="-1" strike="noStrike">
                <a:solidFill>
                  <a:srgbClr val="ffffff"/>
                </a:solidFill>
                <a:latin typeface="Malgun Gothic"/>
                <a:ea typeface="Malgun Gothic"/>
              </a:rPr>
              <a:t>)</a:t>
            </a:r>
            <a:endParaRPr b="0" lang="en-US" sz="1350" spc="-1" strike="noStrike">
              <a:solidFill>
                <a:srgbClr val="000000"/>
              </a:solidFill>
              <a:latin typeface="Noto Sans KR"/>
            </a:endParaRPr>
          </a:p>
        </p:txBody>
      </p:sp>
      <p:sp>
        <p:nvSpPr>
          <p:cNvPr id="335" name="Shape 8"/>
          <p:cNvSpPr/>
          <p:nvPr/>
        </p:nvSpPr>
        <p:spPr>
          <a:xfrm>
            <a:off x="548640" y="2450465"/>
            <a:ext cx="6445885" cy="730885"/>
          </a:xfrm>
          <a:prstGeom prst="roundRect">
            <a:avLst>
              <a:gd name="adj" fmla="val 17500"/>
            </a:avLst>
          </a:prstGeom>
          <a:solidFill>
            <a:srgbClr val="ffffff"/>
          </a:solidFill>
          <a:ln w="12700">
            <a:solidFill>
              <a:srgbClr val="d8cbb2"/>
            </a:solidFill>
            <a:round/>
          </a:ln>
        </p:spPr>
        <p:style>
          <a:lnRef idx="0"/>
          <a:fillRef idx="0"/>
          <a:effectRef idx="0"/>
          <a:fontRef idx="minor"/>
        </p:style>
        <p:txBody>
          <a:bodyPr lIns="90000" rIns="90000" tIns="45000" bIns="45000" anchor="t">
            <a:noAutofit/>
          </a:bodyPr>
          <a:p>
            <a:endParaRPr b="0" lang="en-US" sz="1800" spc="-1" strike="noStrike">
              <a:solidFill>
                <a:srgbClr val="000000"/>
              </a:solidFill>
              <a:latin typeface="Noto Sans KR"/>
            </a:endParaRPr>
          </a:p>
        </p:txBody>
      </p:sp>
      <p:sp>
        <p:nvSpPr>
          <p:cNvPr id="336" name="Shape 9"/>
          <p:cNvSpPr/>
          <p:nvPr/>
        </p:nvSpPr>
        <p:spPr>
          <a:xfrm>
            <a:off x="713105" y="2606040"/>
            <a:ext cx="420370" cy="420370"/>
          </a:xfrm>
          <a:prstGeom prst="ellipse">
            <a:avLst/>
          </a:prstGeom>
          <a:solidFill>
            <a:srgbClr val="2e5a46"/>
          </a:solidFill>
          <a:ln w="12700">
            <a:solidFill>
              <a:srgbClr val="2e5a46"/>
            </a:solidFill>
            <a:round/>
          </a:ln>
        </p:spPr>
        <p:style>
          <a:lnRef idx="0"/>
          <a:fillRef idx="0"/>
          <a:effectRef idx="0"/>
          <a:fontRef idx="minor"/>
        </p:style>
        <p:txBody>
          <a:bodyPr lIns="90000" rIns="90000" tIns="45000" bIns="45000" anchor="t">
            <a:noAutofit/>
          </a:bodyPr>
          <a:p>
            <a:endParaRPr b="0" lang="en-US" sz="1800" spc="-1" strike="noStrike">
              <a:solidFill>
                <a:srgbClr val="000000"/>
              </a:solidFill>
              <a:latin typeface="Noto Sans KR"/>
            </a:endParaRPr>
          </a:p>
        </p:txBody>
      </p:sp>
      <p:sp>
        <p:nvSpPr>
          <p:cNvPr id="337" name="Text 10"/>
          <p:cNvSpPr/>
          <p:nvPr/>
        </p:nvSpPr>
        <p:spPr>
          <a:xfrm>
            <a:off x="713105" y="2606040"/>
            <a:ext cx="420370" cy="42037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500" spc="-1" strike="noStrike">
                <a:solidFill>
                  <a:srgbClr val="ffffff"/>
                </a:solidFill>
                <a:latin typeface="Malgun Gothic"/>
                <a:ea typeface="Malgun Gothic"/>
              </a:rPr>
              <a:t>1</a:t>
            </a:r>
            <a:endParaRPr b="0" lang="en-US" sz="1500" spc="-1" strike="noStrike">
              <a:solidFill>
                <a:srgbClr val="000000"/>
              </a:solidFill>
              <a:latin typeface="Noto Sans KR"/>
            </a:endParaRPr>
          </a:p>
        </p:txBody>
      </p:sp>
      <p:sp>
        <p:nvSpPr>
          <p:cNvPr id="338" name="Text 11"/>
          <p:cNvSpPr/>
          <p:nvPr/>
        </p:nvSpPr>
        <p:spPr>
          <a:xfrm>
            <a:off x="1298575" y="2523490"/>
            <a:ext cx="5577205" cy="347345"/>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1" lang="ko-KR" sz="1500" spc="-1" strike="noStrike">
                <a:solidFill>
                  <a:srgbClr val="1e2621"/>
                </a:solidFill>
                <a:latin typeface="Malgun Gothic"/>
                <a:ea typeface="Malgun Gothic"/>
              </a:rPr>
              <a:t>점수로 정렬된 상위 후보 중 최대 </a:t>
            </a:r>
            <a:r>
              <a:rPr b="1" lang="en-US" sz="1500" spc="-1" strike="noStrike">
                <a:solidFill>
                  <a:srgbClr val="1e2621"/>
                </a:solidFill>
                <a:latin typeface="Malgun Gothic"/>
                <a:ea typeface="Malgun Gothic"/>
              </a:rPr>
              <a:t>10</a:t>
            </a:r>
            <a:r>
              <a:rPr b="1" lang="ko-KR" sz="1500" spc="-1" strike="noStrike">
                <a:solidFill>
                  <a:srgbClr val="1e2621"/>
                </a:solidFill>
                <a:latin typeface="Malgun Gothic"/>
                <a:ea typeface="Malgun Gothic"/>
              </a:rPr>
              <a:t>곳 선택</a:t>
            </a:r>
            <a:endParaRPr b="0" lang="en-US" sz="1500" spc="-1" strike="noStrike">
              <a:solidFill>
                <a:srgbClr val="000000"/>
              </a:solidFill>
              <a:latin typeface="Noto Sans KR"/>
            </a:endParaRPr>
          </a:p>
        </p:txBody>
      </p:sp>
      <p:sp>
        <p:nvSpPr>
          <p:cNvPr id="339" name="Text 12"/>
          <p:cNvSpPr/>
          <p:nvPr/>
        </p:nvSpPr>
        <p:spPr>
          <a:xfrm>
            <a:off x="1298575" y="2871470"/>
            <a:ext cx="5577205" cy="255905"/>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1" lang="ko-KR" sz="1150" spc="-1" strike="noStrike">
                <a:solidFill>
                  <a:srgbClr val="5e5b52"/>
                </a:solidFill>
                <a:latin typeface="Malgun Gothic"/>
                <a:ea typeface="Malgun Gothic"/>
              </a:rPr>
              <a:t>추천 요청 시점에 실행</a:t>
            </a:r>
            <a:endParaRPr b="0" lang="en-US" sz="1150" spc="-1" strike="noStrike">
              <a:solidFill>
                <a:srgbClr val="000000"/>
              </a:solidFill>
              <a:latin typeface="Noto Sans KR"/>
            </a:endParaRPr>
          </a:p>
        </p:txBody>
      </p:sp>
      <p:sp>
        <p:nvSpPr>
          <p:cNvPr id="340" name="Shape 13"/>
          <p:cNvSpPr/>
          <p:nvPr/>
        </p:nvSpPr>
        <p:spPr>
          <a:xfrm>
            <a:off x="548640" y="3300730"/>
            <a:ext cx="6445885" cy="730885"/>
          </a:xfrm>
          <a:prstGeom prst="roundRect">
            <a:avLst>
              <a:gd name="adj" fmla="val 17500"/>
            </a:avLst>
          </a:prstGeom>
          <a:solidFill>
            <a:srgbClr val="ffffff"/>
          </a:solidFill>
          <a:ln w="12700">
            <a:solidFill>
              <a:srgbClr val="d8cbb2"/>
            </a:solidFill>
            <a:round/>
          </a:ln>
        </p:spPr>
        <p:style>
          <a:lnRef idx="0"/>
          <a:fillRef idx="0"/>
          <a:effectRef idx="0"/>
          <a:fontRef idx="minor"/>
        </p:style>
        <p:txBody>
          <a:bodyPr lIns="90000" rIns="90000" tIns="45000" bIns="45000" anchor="t">
            <a:noAutofit/>
          </a:bodyPr>
          <a:p>
            <a:endParaRPr b="0" lang="en-US" sz="1800" spc="-1" strike="noStrike">
              <a:solidFill>
                <a:srgbClr val="000000"/>
              </a:solidFill>
              <a:latin typeface="Noto Sans KR"/>
            </a:endParaRPr>
          </a:p>
        </p:txBody>
      </p:sp>
      <p:sp>
        <p:nvSpPr>
          <p:cNvPr id="341" name="Shape 14"/>
          <p:cNvSpPr/>
          <p:nvPr/>
        </p:nvSpPr>
        <p:spPr>
          <a:xfrm>
            <a:off x="713105" y="3456305"/>
            <a:ext cx="420370" cy="420370"/>
          </a:xfrm>
          <a:prstGeom prst="ellipse">
            <a:avLst/>
          </a:prstGeom>
          <a:solidFill>
            <a:srgbClr val="2e5a46"/>
          </a:solidFill>
          <a:ln w="12700">
            <a:solidFill>
              <a:srgbClr val="2e5a46"/>
            </a:solidFill>
            <a:round/>
          </a:ln>
        </p:spPr>
        <p:style>
          <a:lnRef idx="0"/>
          <a:fillRef idx="0"/>
          <a:effectRef idx="0"/>
          <a:fontRef idx="minor"/>
        </p:style>
        <p:txBody>
          <a:bodyPr lIns="90000" rIns="90000" tIns="45000" bIns="45000" anchor="t">
            <a:noAutofit/>
          </a:bodyPr>
          <a:p>
            <a:endParaRPr b="0" lang="en-US" sz="1800" spc="-1" strike="noStrike">
              <a:solidFill>
                <a:srgbClr val="000000"/>
              </a:solidFill>
              <a:latin typeface="Noto Sans KR"/>
            </a:endParaRPr>
          </a:p>
        </p:txBody>
      </p:sp>
      <p:sp>
        <p:nvSpPr>
          <p:cNvPr id="342" name="Text 15"/>
          <p:cNvSpPr/>
          <p:nvPr/>
        </p:nvSpPr>
        <p:spPr>
          <a:xfrm>
            <a:off x="713105" y="3456305"/>
            <a:ext cx="420370" cy="42037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500" spc="-1" strike="noStrike">
                <a:solidFill>
                  <a:srgbClr val="ffffff"/>
                </a:solidFill>
                <a:latin typeface="Malgun Gothic"/>
                <a:ea typeface="Malgun Gothic"/>
              </a:rPr>
              <a:t>2</a:t>
            </a:r>
            <a:endParaRPr b="0" lang="en-US" sz="1500" spc="-1" strike="noStrike">
              <a:solidFill>
                <a:srgbClr val="000000"/>
              </a:solidFill>
              <a:latin typeface="Noto Sans KR"/>
            </a:endParaRPr>
          </a:p>
        </p:txBody>
      </p:sp>
      <p:sp>
        <p:nvSpPr>
          <p:cNvPr id="343" name="Text 16"/>
          <p:cNvSpPr/>
          <p:nvPr/>
        </p:nvSpPr>
        <p:spPr>
          <a:xfrm>
            <a:off x="1298575" y="3374390"/>
            <a:ext cx="5577205" cy="347345"/>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1" lang="ko-KR" sz="1500" spc="-1" strike="noStrike">
                <a:solidFill>
                  <a:srgbClr val="1e2621"/>
                </a:solidFill>
                <a:latin typeface="Malgun Gothic"/>
                <a:ea typeface="Malgun Gothic"/>
              </a:rPr>
              <a:t>공개 웹페이지의 운영시간 </a:t>
            </a:r>
            <a:r>
              <a:rPr b="1" lang="en-US" sz="1500" spc="-1" strike="noStrike">
                <a:solidFill>
                  <a:srgbClr val="1e2621"/>
                </a:solidFill>
                <a:latin typeface="Malgun Gothic"/>
                <a:ea typeface="Malgun Gothic"/>
              </a:rPr>
              <a:t>· </a:t>
            </a:r>
            <a:r>
              <a:rPr b="1" lang="ko-KR" sz="1500" spc="-1" strike="noStrike">
                <a:solidFill>
                  <a:srgbClr val="1e2621"/>
                </a:solidFill>
                <a:latin typeface="Malgun Gothic"/>
                <a:ea typeface="Malgun Gothic"/>
              </a:rPr>
              <a:t>휴무 </a:t>
            </a:r>
            <a:r>
              <a:rPr b="1" lang="en-US" sz="1500" spc="-1" strike="noStrike">
                <a:solidFill>
                  <a:srgbClr val="1e2621"/>
                </a:solidFill>
                <a:latin typeface="Malgun Gothic"/>
                <a:ea typeface="Malgun Gothic"/>
              </a:rPr>
              <a:t>· </a:t>
            </a:r>
            <a:r>
              <a:rPr b="1" lang="ko-KR" sz="1500" spc="-1" strike="noStrike">
                <a:solidFill>
                  <a:srgbClr val="1e2621"/>
                </a:solidFill>
                <a:latin typeface="Malgun Gothic"/>
                <a:ea typeface="Malgun Gothic"/>
              </a:rPr>
              <a:t>휴관 안내 확인</a:t>
            </a:r>
            <a:endParaRPr b="0" lang="en-US" sz="1500" spc="-1" strike="noStrike">
              <a:solidFill>
                <a:srgbClr val="000000"/>
              </a:solidFill>
              <a:latin typeface="Noto Sans KR"/>
            </a:endParaRPr>
          </a:p>
        </p:txBody>
      </p:sp>
      <p:sp>
        <p:nvSpPr>
          <p:cNvPr id="344" name="Text 17"/>
          <p:cNvSpPr/>
          <p:nvPr/>
        </p:nvSpPr>
        <p:spPr>
          <a:xfrm>
            <a:off x="1298575" y="3721735"/>
            <a:ext cx="5577205" cy="255905"/>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1" lang="ko-KR" sz="1150" spc="-1" strike="noStrike">
                <a:solidFill>
                  <a:srgbClr val="5e5b52"/>
                </a:solidFill>
                <a:latin typeface="Malgun Gothic"/>
                <a:ea typeface="Malgun Gothic"/>
              </a:rPr>
              <a:t>시설별 공개 범위는 서로 다름</a:t>
            </a:r>
            <a:endParaRPr b="0" lang="en-US" sz="1150" spc="-1" strike="noStrike">
              <a:solidFill>
                <a:srgbClr val="000000"/>
              </a:solidFill>
              <a:latin typeface="Noto Sans KR"/>
            </a:endParaRPr>
          </a:p>
        </p:txBody>
      </p:sp>
      <p:sp>
        <p:nvSpPr>
          <p:cNvPr id="345" name="Shape 18"/>
          <p:cNvSpPr/>
          <p:nvPr/>
        </p:nvSpPr>
        <p:spPr>
          <a:xfrm>
            <a:off x="548640" y="4151630"/>
            <a:ext cx="6445885" cy="730885"/>
          </a:xfrm>
          <a:prstGeom prst="roundRect">
            <a:avLst>
              <a:gd name="adj" fmla="val 17500"/>
            </a:avLst>
          </a:prstGeom>
          <a:solidFill>
            <a:srgbClr val="ffffff"/>
          </a:solidFill>
          <a:ln w="12700">
            <a:solidFill>
              <a:srgbClr val="d8cbb2"/>
            </a:solidFill>
            <a:round/>
          </a:ln>
        </p:spPr>
        <p:style>
          <a:lnRef idx="0"/>
          <a:fillRef idx="0"/>
          <a:effectRef idx="0"/>
          <a:fontRef idx="minor"/>
        </p:style>
        <p:txBody>
          <a:bodyPr lIns="90000" rIns="90000" tIns="45000" bIns="45000" anchor="t">
            <a:noAutofit/>
          </a:bodyPr>
          <a:p>
            <a:endParaRPr b="0" lang="en-US" sz="1800" spc="-1" strike="noStrike">
              <a:solidFill>
                <a:srgbClr val="000000"/>
              </a:solidFill>
              <a:latin typeface="Noto Sans KR"/>
            </a:endParaRPr>
          </a:p>
        </p:txBody>
      </p:sp>
      <p:sp>
        <p:nvSpPr>
          <p:cNvPr id="346" name="Shape 19"/>
          <p:cNvSpPr/>
          <p:nvPr/>
        </p:nvSpPr>
        <p:spPr>
          <a:xfrm>
            <a:off x="713105" y="4306570"/>
            <a:ext cx="420370" cy="420370"/>
          </a:xfrm>
          <a:prstGeom prst="ellipse">
            <a:avLst/>
          </a:prstGeom>
          <a:solidFill>
            <a:srgbClr val="2e5a46"/>
          </a:solidFill>
          <a:ln w="12700">
            <a:solidFill>
              <a:srgbClr val="2e5a46"/>
            </a:solidFill>
            <a:round/>
          </a:ln>
        </p:spPr>
        <p:style>
          <a:lnRef idx="0"/>
          <a:fillRef idx="0"/>
          <a:effectRef idx="0"/>
          <a:fontRef idx="minor"/>
        </p:style>
        <p:txBody>
          <a:bodyPr lIns="90000" rIns="90000" tIns="45000" bIns="45000" anchor="t">
            <a:noAutofit/>
          </a:bodyPr>
          <a:p>
            <a:endParaRPr b="0" lang="en-US" sz="1800" spc="-1" strike="noStrike">
              <a:solidFill>
                <a:srgbClr val="000000"/>
              </a:solidFill>
              <a:latin typeface="Noto Sans KR"/>
            </a:endParaRPr>
          </a:p>
        </p:txBody>
      </p:sp>
      <p:sp>
        <p:nvSpPr>
          <p:cNvPr id="347" name="Text 20"/>
          <p:cNvSpPr/>
          <p:nvPr/>
        </p:nvSpPr>
        <p:spPr>
          <a:xfrm>
            <a:off x="713105" y="4306570"/>
            <a:ext cx="420370" cy="42037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500" spc="-1" strike="noStrike">
                <a:solidFill>
                  <a:srgbClr val="ffffff"/>
                </a:solidFill>
                <a:latin typeface="Malgun Gothic"/>
                <a:ea typeface="Malgun Gothic"/>
              </a:rPr>
              <a:t>3</a:t>
            </a:r>
            <a:endParaRPr b="0" lang="en-US" sz="1500" spc="-1" strike="noStrike">
              <a:solidFill>
                <a:srgbClr val="000000"/>
              </a:solidFill>
              <a:latin typeface="Noto Sans KR"/>
            </a:endParaRPr>
          </a:p>
        </p:txBody>
      </p:sp>
      <p:sp>
        <p:nvSpPr>
          <p:cNvPr id="348" name="Text 21"/>
          <p:cNvSpPr/>
          <p:nvPr/>
        </p:nvSpPr>
        <p:spPr>
          <a:xfrm>
            <a:off x="1298575" y="4224655"/>
            <a:ext cx="5577205" cy="347345"/>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1" lang="en-US" sz="1500" spc="-1" strike="noStrike">
                <a:solidFill>
                  <a:srgbClr val="1e2621"/>
                </a:solidFill>
                <a:latin typeface="Malgun Gothic"/>
                <a:ea typeface="Malgun Gothic"/>
              </a:rPr>
              <a:t>‘</a:t>
            </a:r>
            <a:r>
              <a:rPr b="1" lang="ko-KR" sz="1500" spc="-1" strike="noStrike">
                <a:solidFill>
                  <a:srgbClr val="1e2621"/>
                </a:solidFill>
                <a:latin typeface="Malgun Gothic"/>
                <a:ea typeface="Malgun Gothic"/>
              </a:rPr>
              <a:t>오늘 휴무’ ‘금일 휴무’ ‘오늘 휴관’ ‘임시 휴관’ 감지 시 –</a:t>
            </a:r>
            <a:r>
              <a:rPr b="1" lang="en-US" sz="1500" spc="-1" strike="noStrike">
                <a:solidFill>
                  <a:srgbClr val="1e2621"/>
                </a:solidFill>
                <a:latin typeface="Malgun Gothic"/>
                <a:ea typeface="Malgun Gothic"/>
              </a:rPr>
              <a:t>25</a:t>
            </a:r>
            <a:r>
              <a:rPr b="1" lang="ko-KR" sz="1500" spc="-1" strike="noStrike">
                <a:solidFill>
                  <a:srgbClr val="1e2621"/>
                </a:solidFill>
                <a:latin typeface="Malgun Gothic"/>
                <a:ea typeface="Malgun Gothic"/>
              </a:rPr>
              <a:t>점</a:t>
            </a:r>
            <a:endParaRPr b="0" lang="en-US" sz="1500" spc="-1" strike="noStrike">
              <a:solidFill>
                <a:srgbClr val="000000"/>
              </a:solidFill>
              <a:latin typeface="Noto Sans KR"/>
            </a:endParaRPr>
          </a:p>
        </p:txBody>
      </p:sp>
      <p:sp>
        <p:nvSpPr>
          <p:cNvPr id="349" name="Text 22"/>
          <p:cNvSpPr/>
          <p:nvPr/>
        </p:nvSpPr>
        <p:spPr>
          <a:xfrm>
            <a:off x="1298575" y="4572000"/>
            <a:ext cx="5577205" cy="255905"/>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1" lang="ko-KR" sz="1150" spc="-1" strike="noStrike">
                <a:solidFill>
                  <a:srgbClr val="5e5b52"/>
                </a:solidFill>
                <a:latin typeface="Malgun Gothic"/>
                <a:ea typeface="Malgun Gothic"/>
              </a:rPr>
              <a:t>특정 당일 </a:t>
            </a:r>
            <a:r>
              <a:rPr b="1" lang="en-US" sz="1150" spc="-1" strike="noStrike">
                <a:solidFill>
                  <a:srgbClr val="5e5b52"/>
                </a:solidFill>
                <a:latin typeface="Malgun Gothic"/>
                <a:ea typeface="Malgun Gothic"/>
              </a:rPr>
              <a:t>· </a:t>
            </a:r>
            <a:r>
              <a:rPr b="1" lang="ko-KR" sz="1150" spc="-1" strike="noStrike">
                <a:solidFill>
                  <a:srgbClr val="5e5b52"/>
                </a:solidFill>
                <a:latin typeface="Malgun Gothic"/>
                <a:ea typeface="Malgun Gothic"/>
              </a:rPr>
              <a:t>임시 휴무 문구만 감점</a:t>
            </a:r>
            <a:endParaRPr b="0" lang="en-US" sz="1150" spc="-1" strike="noStrike">
              <a:solidFill>
                <a:srgbClr val="000000"/>
              </a:solidFill>
              <a:latin typeface="Noto Sans KR"/>
            </a:endParaRPr>
          </a:p>
        </p:txBody>
      </p:sp>
      <p:sp>
        <p:nvSpPr>
          <p:cNvPr id="350" name="Shape 23"/>
          <p:cNvSpPr/>
          <p:nvPr/>
        </p:nvSpPr>
        <p:spPr>
          <a:xfrm>
            <a:off x="548640" y="5001895"/>
            <a:ext cx="6445885" cy="730885"/>
          </a:xfrm>
          <a:prstGeom prst="roundRect">
            <a:avLst>
              <a:gd name="adj" fmla="val 17500"/>
            </a:avLst>
          </a:prstGeom>
          <a:solidFill>
            <a:srgbClr val="ffffff"/>
          </a:solidFill>
          <a:ln w="12700">
            <a:solidFill>
              <a:srgbClr val="d8cbb2"/>
            </a:solidFill>
            <a:round/>
          </a:ln>
        </p:spPr>
        <p:style>
          <a:lnRef idx="0"/>
          <a:fillRef idx="0"/>
          <a:effectRef idx="0"/>
          <a:fontRef idx="minor"/>
        </p:style>
        <p:txBody>
          <a:bodyPr lIns="90000" rIns="90000" tIns="45000" bIns="45000" anchor="t">
            <a:noAutofit/>
          </a:bodyPr>
          <a:p>
            <a:endParaRPr b="0" lang="en-US" sz="1800" spc="-1" strike="noStrike">
              <a:solidFill>
                <a:srgbClr val="000000"/>
              </a:solidFill>
              <a:latin typeface="Noto Sans KR"/>
            </a:endParaRPr>
          </a:p>
        </p:txBody>
      </p:sp>
      <p:sp>
        <p:nvSpPr>
          <p:cNvPr id="351" name="Shape 24"/>
          <p:cNvSpPr/>
          <p:nvPr/>
        </p:nvSpPr>
        <p:spPr>
          <a:xfrm>
            <a:off x="713105" y="5157470"/>
            <a:ext cx="420370" cy="420370"/>
          </a:xfrm>
          <a:prstGeom prst="ellipse">
            <a:avLst/>
          </a:prstGeom>
          <a:solidFill>
            <a:srgbClr val="2e5a46"/>
          </a:solidFill>
          <a:ln w="12700">
            <a:solidFill>
              <a:srgbClr val="2e5a46"/>
            </a:solidFill>
            <a:round/>
          </a:ln>
        </p:spPr>
        <p:style>
          <a:lnRef idx="0"/>
          <a:fillRef idx="0"/>
          <a:effectRef idx="0"/>
          <a:fontRef idx="minor"/>
        </p:style>
        <p:txBody>
          <a:bodyPr lIns="90000" rIns="90000" tIns="45000" bIns="45000" anchor="t">
            <a:noAutofit/>
          </a:bodyPr>
          <a:p>
            <a:endParaRPr b="0" lang="en-US" sz="1800" spc="-1" strike="noStrike">
              <a:solidFill>
                <a:srgbClr val="000000"/>
              </a:solidFill>
              <a:latin typeface="Noto Sans KR"/>
            </a:endParaRPr>
          </a:p>
        </p:txBody>
      </p:sp>
      <p:sp>
        <p:nvSpPr>
          <p:cNvPr id="352" name="Text 25"/>
          <p:cNvSpPr/>
          <p:nvPr/>
        </p:nvSpPr>
        <p:spPr>
          <a:xfrm>
            <a:off x="713105" y="5157470"/>
            <a:ext cx="420370" cy="42037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500" spc="-1" strike="noStrike">
                <a:solidFill>
                  <a:srgbClr val="ffffff"/>
                </a:solidFill>
                <a:latin typeface="Malgun Gothic"/>
                <a:ea typeface="Malgun Gothic"/>
              </a:rPr>
              <a:t>4</a:t>
            </a:r>
            <a:endParaRPr b="0" lang="en-US" sz="1500" spc="-1" strike="noStrike">
              <a:solidFill>
                <a:srgbClr val="000000"/>
              </a:solidFill>
              <a:latin typeface="Noto Sans KR"/>
            </a:endParaRPr>
          </a:p>
        </p:txBody>
      </p:sp>
      <p:sp>
        <p:nvSpPr>
          <p:cNvPr id="353" name="Text 26"/>
          <p:cNvSpPr/>
          <p:nvPr/>
        </p:nvSpPr>
        <p:spPr>
          <a:xfrm>
            <a:off x="1298575" y="5074920"/>
            <a:ext cx="5577205" cy="347345"/>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1" lang="ko-KR" sz="1500" spc="-1" strike="noStrike">
                <a:solidFill>
                  <a:srgbClr val="1e2621"/>
                </a:solidFill>
                <a:latin typeface="Malgun Gothic"/>
                <a:ea typeface="Malgun Gothic"/>
              </a:rPr>
              <a:t>다시 정렬해 추천 카드에 운영정보 표시</a:t>
            </a:r>
            <a:endParaRPr b="0" lang="en-US" sz="1500" spc="-1" strike="noStrike">
              <a:solidFill>
                <a:srgbClr val="000000"/>
              </a:solidFill>
              <a:latin typeface="Noto Sans KR"/>
            </a:endParaRPr>
          </a:p>
        </p:txBody>
      </p:sp>
      <p:sp>
        <p:nvSpPr>
          <p:cNvPr id="354" name="Text 27"/>
          <p:cNvSpPr/>
          <p:nvPr/>
        </p:nvSpPr>
        <p:spPr>
          <a:xfrm>
            <a:off x="1298575" y="5422265"/>
            <a:ext cx="5577205" cy="255905"/>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1" lang="ko-KR" sz="1150" spc="-1" strike="noStrike">
                <a:solidFill>
                  <a:srgbClr val="5e5b52"/>
                </a:solidFill>
                <a:latin typeface="Malgun Gothic"/>
                <a:ea typeface="Malgun Gothic"/>
              </a:rPr>
              <a:t>확인 불가 시 ‘확인 필요’로 표시</a:t>
            </a:r>
            <a:endParaRPr b="0" lang="en-US" sz="1150" spc="-1" strike="noStrike">
              <a:solidFill>
                <a:srgbClr val="000000"/>
              </a:solidFill>
              <a:latin typeface="Noto Sans KR"/>
            </a:endParaRPr>
          </a:p>
        </p:txBody>
      </p:sp>
      <p:sp>
        <p:nvSpPr>
          <p:cNvPr id="355" name="Shape 28"/>
          <p:cNvSpPr/>
          <p:nvPr/>
        </p:nvSpPr>
        <p:spPr>
          <a:xfrm>
            <a:off x="8051165" y="1783080"/>
            <a:ext cx="2550795" cy="4498340"/>
          </a:xfrm>
          <a:prstGeom prst="roundRect">
            <a:avLst>
              <a:gd name="adj" fmla="val 5018"/>
            </a:avLst>
          </a:prstGeom>
          <a:solidFill>
            <a:srgbClr val="fffcf6"/>
          </a:solidFill>
          <a:ln w="12700">
            <a:solidFill>
              <a:srgbClr val="d8cbb2"/>
            </a:solidFill>
            <a:round/>
          </a:ln>
          <a:effectLst>
            <a:outerShdw algn="bl" blurRad="101520" dir="5400000" dist="25560" kx="0" ky="0" rotWithShape="0" sx="100000" sy="100000">
              <a:srgbClr val="8a7a5c">
                <a:alpha val="18000"/>
              </a:srgbClr>
            </a:outerShdw>
          </a:effectLst>
        </p:spPr>
        <p:style>
          <a:lnRef idx="0"/>
          <a:fillRef idx="0"/>
          <a:effectRef idx="0"/>
          <a:fontRef idx="minor"/>
        </p:style>
        <p:txBody>
          <a:bodyPr lIns="90000" rIns="90000" tIns="45000" bIns="45000" anchor="t">
            <a:noAutofit/>
          </a:bodyPr>
          <a:p>
            <a:endParaRPr b="0" lang="en-US" sz="1800" spc="-1" strike="noStrike">
              <a:solidFill>
                <a:srgbClr val="000000"/>
              </a:solidFill>
              <a:latin typeface="Noto Sans KR"/>
            </a:endParaRPr>
          </a:p>
        </p:txBody>
      </p:sp>
      <p:sp>
        <p:nvSpPr>
          <p:cNvPr id="356" name="Shape 29"/>
          <p:cNvSpPr/>
          <p:nvPr/>
        </p:nvSpPr>
        <p:spPr>
          <a:xfrm>
            <a:off x="8179435" y="1901825"/>
            <a:ext cx="109220" cy="109220"/>
          </a:xfrm>
          <a:prstGeom prst="ellipse">
            <a:avLst/>
          </a:prstGeom>
          <a:solidFill>
            <a:srgbClr val="b5654a"/>
          </a:solidFill>
          <a:ln w="12700">
            <a:solidFill>
              <a:srgbClr val="b5654a"/>
            </a:solidFill>
            <a:round/>
          </a:ln>
        </p:spPr>
        <p:style>
          <a:lnRef idx="0"/>
          <a:fillRef idx="0"/>
          <a:effectRef idx="0"/>
          <a:fontRef idx="minor"/>
        </p:style>
        <p:txBody>
          <a:bodyPr lIns="90000" rIns="90000" tIns="32760" bIns="32760" anchor="t">
            <a:noAutofit/>
          </a:bodyPr>
          <a:p>
            <a:endParaRPr b="0" lang="en-US" sz="1800" spc="-1" strike="noStrike">
              <a:solidFill>
                <a:srgbClr val="000000"/>
              </a:solidFill>
              <a:latin typeface="Noto Sans KR"/>
            </a:endParaRPr>
          </a:p>
        </p:txBody>
      </p:sp>
      <p:sp>
        <p:nvSpPr>
          <p:cNvPr id="357" name="Shape 30"/>
          <p:cNvSpPr/>
          <p:nvPr/>
        </p:nvSpPr>
        <p:spPr>
          <a:xfrm>
            <a:off x="8343900" y="1901825"/>
            <a:ext cx="109220" cy="109220"/>
          </a:xfrm>
          <a:prstGeom prst="ellipse">
            <a:avLst/>
          </a:prstGeom>
          <a:solidFill>
            <a:srgbClr val="d9a441"/>
          </a:solidFill>
          <a:ln w="12700">
            <a:solidFill>
              <a:srgbClr val="d9a441"/>
            </a:solidFill>
            <a:round/>
          </a:ln>
        </p:spPr>
        <p:style>
          <a:lnRef idx="0"/>
          <a:fillRef idx="0"/>
          <a:effectRef idx="0"/>
          <a:fontRef idx="minor"/>
        </p:style>
        <p:txBody>
          <a:bodyPr lIns="90000" rIns="90000" tIns="32760" bIns="32760" anchor="t">
            <a:noAutofit/>
          </a:bodyPr>
          <a:p>
            <a:endParaRPr b="0" lang="en-US" sz="1800" spc="-1" strike="noStrike">
              <a:solidFill>
                <a:srgbClr val="000000"/>
              </a:solidFill>
              <a:latin typeface="Noto Sans KR"/>
            </a:endParaRPr>
          </a:p>
        </p:txBody>
      </p:sp>
      <p:sp>
        <p:nvSpPr>
          <p:cNvPr id="358" name="Shape 31"/>
          <p:cNvSpPr/>
          <p:nvPr/>
        </p:nvSpPr>
        <p:spPr>
          <a:xfrm>
            <a:off x="8508365" y="1901825"/>
            <a:ext cx="109220" cy="109220"/>
          </a:xfrm>
          <a:prstGeom prst="ellipse">
            <a:avLst/>
          </a:prstGeom>
          <a:solidFill>
            <a:srgbClr val="2e5a46"/>
          </a:solidFill>
          <a:ln w="12700">
            <a:solidFill>
              <a:srgbClr val="2e5a46"/>
            </a:solidFill>
            <a:round/>
          </a:ln>
        </p:spPr>
        <p:style>
          <a:lnRef idx="0"/>
          <a:fillRef idx="0"/>
          <a:effectRef idx="0"/>
          <a:fontRef idx="minor"/>
        </p:style>
        <p:txBody>
          <a:bodyPr lIns="90000" rIns="90000" tIns="32760" bIns="32760" anchor="t">
            <a:noAutofit/>
          </a:bodyPr>
          <a:p>
            <a:endParaRPr b="0" lang="en-US" sz="1800" spc="-1" strike="noStrike">
              <a:solidFill>
                <a:srgbClr val="000000"/>
              </a:solidFill>
              <a:latin typeface="Noto Sans KR"/>
            </a:endParaRPr>
          </a:p>
        </p:txBody>
      </p:sp>
      <p:sp>
        <p:nvSpPr>
          <p:cNvPr id="359" name="Text 32"/>
          <p:cNvSpPr/>
          <p:nvPr/>
        </p:nvSpPr>
        <p:spPr>
          <a:xfrm>
            <a:off x="8728075" y="1837690"/>
            <a:ext cx="1691005" cy="23749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ko-KR" sz="1100" spc="199" strike="noStrike">
                <a:solidFill>
                  <a:srgbClr val="5e5b52"/>
                </a:solidFill>
                <a:latin typeface="Malgun Gothic"/>
                <a:ea typeface="Malgun Gothic"/>
              </a:rPr>
              <a:t>추천 결과 화면</a:t>
            </a:r>
            <a:endParaRPr b="0" lang="en-US" sz="1100" spc="-1" strike="noStrike">
              <a:solidFill>
                <a:srgbClr val="000000"/>
              </a:solidFill>
              <a:latin typeface="Noto Sans KR"/>
            </a:endParaRPr>
          </a:p>
        </p:txBody>
      </p:sp>
      <p:pic>
        <p:nvPicPr>
          <p:cNvPr id="360" name="Image 0"/>
          <p:cNvPicPr/>
          <p:nvPr/>
        </p:nvPicPr>
        <p:blipFill>
          <a:blip r:embed="rId1"/>
          <a:stretch/>
        </p:blipFill>
        <p:spPr>
          <a:xfrm>
            <a:off x="8161020" y="2240280"/>
            <a:ext cx="2331085" cy="3931285"/>
          </a:xfrm>
          <a:prstGeom prst="rect">
            <a:avLst/>
          </a:prstGeom>
          <a:ln w="0">
            <a:noFill/>
          </a:ln>
        </p:spPr>
      </p:pic>
      <p:sp>
        <p:nvSpPr>
          <p:cNvPr id="361" name="Shape 33"/>
          <p:cNvSpPr/>
          <p:nvPr/>
        </p:nvSpPr>
        <p:spPr>
          <a:xfrm>
            <a:off x="548640" y="5897880"/>
            <a:ext cx="6445885" cy="456565"/>
          </a:xfrm>
          <a:prstGeom prst="roundRect">
            <a:avLst>
              <a:gd name="adj" fmla="val 28000"/>
            </a:avLst>
          </a:prstGeom>
          <a:solidFill>
            <a:srgbClr val="e3ede5"/>
          </a:solidFill>
          <a:ln w="12700">
            <a:solidFill>
              <a:srgbClr val="e3ede5"/>
            </a:solidFill>
            <a:round/>
          </a:ln>
        </p:spPr>
        <p:style>
          <a:lnRef idx="0"/>
          <a:fillRef idx="0"/>
          <a:effectRef idx="0"/>
          <a:fontRef idx="minor"/>
        </p:style>
        <p:txBody>
          <a:bodyPr lIns="90000" rIns="90000" tIns="45000" bIns="45000" anchor="t">
            <a:noAutofit/>
          </a:bodyPr>
          <a:p>
            <a:endParaRPr b="0" lang="en-US" sz="1800" spc="-1" strike="noStrike">
              <a:solidFill>
                <a:srgbClr val="000000"/>
              </a:solidFill>
              <a:latin typeface="Noto Sans KR"/>
            </a:endParaRPr>
          </a:p>
        </p:txBody>
      </p:sp>
      <p:sp>
        <p:nvSpPr>
          <p:cNvPr id="362" name="Text 34"/>
          <p:cNvSpPr/>
          <p:nvPr/>
        </p:nvSpPr>
        <p:spPr>
          <a:xfrm>
            <a:off x="731520" y="5897880"/>
            <a:ext cx="6217285" cy="456565"/>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ko-KR" sz="1450" spc="-1" strike="noStrike">
                <a:solidFill>
                  <a:srgbClr val="1e3b2f"/>
                </a:solidFill>
                <a:latin typeface="Malgun Gothic"/>
                <a:ea typeface="Malgun Gothic"/>
              </a:rPr>
              <a:t>완벽한 영업 판별이 아니라</a:t>
            </a:r>
            <a:r>
              <a:rPr b="1" lang="en-US" sz="1450" spc="-1" strike="noStrike">
                <a:solidFill>
                  <a:srgbClr val="1e3b2f"/>
                </a:solidFill>
                <a:latin typeface="Malgun Gothic"/>
                <a:ea typeface="Malgun Gothic"/>
              </a:rPr>
              <a:t>, </a:t>
            </a:r>
            <a:r>
              <a:rPr b="1" lang="ko-KR" sz="1450" spc="-1" strike="noStrike">
                <a:solidFill>
                  <a:srgbClr val="1e3b2f"/>
                </a:solidFill>
                <a:latin typeface="Malgun Gothic"/>
                <a:ea typeface="Malgun Gothic"/>
              </a:rPr>
              <a:t>헛걸음할 가능성을 줄이려 했습니다</a:t>
            </a:r>
            <a:endParaRPr b="0" lang="en-US" sz="1450" spc="-1" strike="noStrike">
              <a:solidFill>
                <a:srgbClr val="000000"/>
              </a:solidFill>
              <a:latin typeface="Noto Sans KR"/>
            </a:endParaRPr>
          </a:p>
        </p:txBody>
      </p:sp>
      <p:sp>
        <p:nvSpPr>
          <p:cNvPr id="363" name="Text 35"/>
          <p:cNvSpPr/>
          <p:nvPr/>
        </p:nvSpPr>
        <p:spPr>
          <a:xfrm>
            <a:off x="548640" y="6446520"/>
            <a:ext cx="4571365" cy="227965"/>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1" lang="en-US" sz="900" spc="199" strike="noStrike">
                <a:solidFill>
                  <a:srgbClr val="9a907c"/>
                </a:solidFill>
                <a:latin typeface="Malgun Gothic"/>
                <a:ea typeface="Malgun Gothic"/>
              </a:rPr>
              <a:t>WOOSIMWOONKKA · MY MOVE CLUB</a:t>
            </a:r>
            <a:endParaRPr b="0" lang="en-US" sz="900" spc="-1" strike="noStrike">
              <a:solidFill>
                <a:srgbClr val="000000"/>
              </a:solidFill>
              <a:latin typeface="Noto Sans KR"/>
            </a:endParaRPr>
          </a:p>
        </p:txBody>
      </p:sp>
      <p:sp>
        <p:nvSpPr>
          <p:cNvPr id="364" name="Text 36"/>
          <p:cNvSpPr/>
          <p:nvPr/>
        </p:nvSpPr>
        <p:spPr>
          <a:xfrm>
            <a:off x="11182985" y="6446520"/>
            <a:ext cx="456565" cy="227965"/>
          </a:xfrm>
          <a:prstGeom prst="rect">
            <a:avLst/>
          </a:prstGeom>
          <a:noFill/>
          <a:ln w="0">
            <a:noFill/>
          </a:ln>
        </p:spPr>
        <p:style>
          <a:lnRef idx="0"/>
          <a:fillRef idx="0"/>
          <a:effectRef idx="0"/>
          <a:fontRef idx="minor"/>
        </p:style>
        <p:txBody>
          <a:bodyPr lIns="0" rIns="0" tIns="0" bIns="0" anchor="t">
            <a:noAutofit/>
          </a:bodyPr>
          <a:p>
            <a:pPr algn="r" defTabSz="914400">
              <a:lnSpc>
                <a:spcPct val="100000"/>
              </a:lnSpc>
              <a:tabLst>
                <a:tab algn="l" pos="0"/>
              </a:tabLst>
            </a:pPr>
            <a:r>
              <a:rPr b="1" lang="en-US" sz="900" spc="-1" strike="noStrike">
                <a:solidFill>
                  <a:srgbClr val="9a907c"/>
                </a:solidFill>
                <a:latin typeface="Malgun Gothic"/>
                <a:ea typeface="Malgun Gothic"/>
              </a:rPr>
              <a:t>15</a:t>
            </a:r>
            <a:endParaRPr b="0" lang="en-US" sz="900" spc="-1" strike="noStrike">
              <a:solidFill>
                <a:srgbClr val="000000"/>
              </a:solidFill>
              <a:latin typeface="Noto Sans KR"/>
            </a:endParaRPr>
          </a:p>
        </p:txBody>
      </p:sp>
    </p:spTree>
  </p:cSld>
  <mc:AlternateContent xmlns:mc="http://schemas.openxmlformats.org/markup-compatibility/2006">
    <mc:Choice xmlns:p14="http://schemas.microsoft.com/office/powerpoint/2010/main" Requires="p14">
      <p:transition spd="slow" p14:dur="2000"/>
    </mc:Choice>
    <mc:Fallback>
      <p:transition spd="slow"/>
    </mc:Fallback>
  </mc:AlternateContent>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xmlns:p14="http://schemas.microsoft.com/office/powerpoint/2010/main">
  <p:cSld name="">
    <p:bg>
      <p:bgPr>
        <a:solidFill>
          <a:srgbClr val="F7F1E6"/>
        </a:solidFill>
      </p:bgPr>
    </p:bg>
    <p:spTree>
      <p:nvGrpSpPr>
        <p:cNvPr id="1" name=""/>
        <p:cNvGrpSpPr/>
        <p:nvPr/>
      </p:nvGrpSpPr>
      <p:grpSpPr>
        <a:xfrm>
          <a:off x="0" y="0"/>
          <a:ext cx="0" cy="0"/>
          <a:chOff x="0" y="0"/>
          <a:chExt cx="0" cy="0"/>
        </a:xfrm>
      </p:grpSpPr>
      <p:sp>
        <p:nvSpPr>
          <p:cNvPr id="2" name="Shape 0"/>
          <p:cNvSpPr/>
          <p:nvPr/>
        </p:nvSpPr>
        <p:spPr>
          <a:xfrm>
            <a:off x="548640" y="384175"/>
            <a:ext cx="384175" cy="384175"/>
          </a:xfrm>
          <a:prstGeom prst="ellipse">
            <a:avLst/>
          </a:prstGeom>
          <a:solidFill>
            <a:srgbClr val="2E5A46"/>
          </a:solidFill>
          <a:ln w="12700">
            <a:solidFill>
              <a:srgbClr val="2E5A46"/>
            </a:solidFill>
            <a:prstDash val="solid"/>
          </a:ln>
        </p:spPr>
      </p:sp>
      <p:graphicFrame>
        <p:nvGraphicFramePr>
          <p:cNvPr id="2" name="Shape 0"/>
          <p:cNvGraphicFramePr>
            <a:graphicFrameLocks noGrp="1"/>
          </p:cNvGraphicFramePr>
          <p:nvPr>
            <p:extLst>
              <p:ext uri="{D42A27DB-BD31-4B8C-83A1-F6EECF244321}">
                <p14:modId xmlns:p14="http://schemas.microsoft.com/office/powerpoint/2010/main" val="1579011935"/>
              </p:ext>
            </p:extLst>
          </p:nvPr>
        </p:nvGraphicFramePr>
        <p:xfrm>
          <a:off x="548640" y="4005072"/>
          <a:ext cx="7589520" cy="914400"/>
        </p:xfrm>
        <a:graphic>
          <a:graphicData uri="http://schemas.openxmlformats.org/drawingml/2006/table">
            <a:tbl>
              <a:tblPr/>
              <a:tblGrid>
                <a:gridCol w="1371600"/>
                <a:gridCol w="3017520"/>
                <a:gridCol w="3200400"/>
              </a:tblGrid>
              <a:tr h="475488">
                <a:tc>
                  <a:txBody>
                    <a:bodyPr/>
                    <a:lstStyle/>
                    <a:p>
                      <a:pPr algn="ctr" indent="0" marL="0">
                        <a:buNone/>
                      </a:pPr>
                      <a:endParaRPr lang="en-US" sz="1250" dirty="0">
                        <a:latin typeface="Malgun Gothic" charset="0"/>
                        <a:ea typeface="Malgun Gothic" charset="0"/>
                        <a:cs typeface="Malgun Gothic" charset="0"/>
                      </a:endParaRPr>
                    </a:p>
                  </a:txBody>
                  <a:tcPr marL="91440" marR="91440" marT="45720" marB="45720" anchor="ctr">
                    <a:lnL w="12700" cap="flat" cmpd="sng" algn="ctr">
                      <a:solidFill>
                        <a:srgbClr val="D8CBB2"/>
                      </a:solidFill>
                      <a:prstDash val="solid"/>
                      <a:round/>
                      <a:headEnd type="none" w="med" len="med"/>
                      <a:tailEnd type="none" w="med" len="med"/>
                    </a:lnL>
                    <a:lnR w="12700" cap="flat" cmpd="sng" algn="ctr">
                      <a:solidFill>
                        <a:srgbClr val="D8CBB2"/>
                      </a:solidFill>
                      <a:prstDash val="solid"/>
                      <a:round/>
                      <a:headEnd type="none" w="med" len="med"/>
                      <a:tailEnd type="none" w="med" len="med"/>
                    </a:lnR>
                    <a:lnT w="12700" cap="flat" cmpd="sng" algn="ctr">
                      <a:solidFill>
                        <a:srgbClr val="D8CBB2"/>
                      </a:solidFill>
                      <a:prstDash val="solid"/>
                      <a:round/>
                      <a:headEnd type="none" w="med" len="med"/>
                      <a:tailEnd type="none" w="med" len="med"/>
                    </a:lnT>
                    <a:lnB w="12700" cap="flat" cmpd="sng" algn="ctr">
                      <a:solidFill>
                        <a:srgbClr val="D8CBB2"/>
                      </a:solidFill>
                      <a:prstDash val="solid"/>
                      <a:round/>
                      <a:headEnd type="none" w="med" len="med"/>
                      <a:tailEnd type="none" w="med" len="med"/>
                    </a:lnB>
                    <a:solidFill>
                      <a:srgbClr val="2E5A46"/>
                    </a:solidFill>
                  </a:tcPr>
                </a:tc>
                <a:tc>
                  <a:txBody>
                    <a:bodyPr/>
                    <a:lstStyle/>
                    <a:p>
                      <a:pPr algn="ctr" indent="0" marL="0">
                        <a:buNone/>
                      </a:pPr>
                      <a:r>
                        <a:rPr lang="en-US" sz="1250" b="1" dirty="0">
                          <a:solidFill>
                            <a:srgbClr val="FFFFFF"/>
                          </a:solidFill>
                          <a:latin typeface="Malgun Gothic" pitchFamily="34" charset="0"/>
                          <a:ea typeface="Malgun Gothic" pitchFamily="34" charset="-122"/>
                          <a:cs typeface="Malgun Gothic" pitchFamily="34" charset="-120"/>
                        </a:rPr>
                        <a:t>정기 수집 · Selenium</a:t>
                      </a:r>
                      <a:endParaRPr lang="en-US" sz="1250" dirty="0">
                        <a:latin typeface="Malgun Gothic" charset="0"/>
                        <a:ea typeface="Malgun Gothic" charset="0"/>
                        <a:cs typeface="Malgun Gothic" charset="0"/>
                      </a:endParaRPr>
                    </a:p>
                  </a:txBody>
                  <a:tcPr marL="91440" marR="91440" marT="45720" marB="45720" anchor="ctr">
                    <a:lnL w="12700" cap="flat" cmpd="sng" algn="ctr">
                      <a:solidFill>
                        <a:srgbClr val="D8CBB2"/>
                      </a:solidFill>
                      <a:prstDash val="solid"/>
                      <a:round/>
                      <a:headEnd type="none" w="med" len="med"/>
                      <a:tailEnd type="none" w="med" len="med"/>
                    </a:lnL>
                    <a:lnR w="12700" cap="flat" cmpd="sng" algn="ctr">
                      <a:solidFill>
                        <a:srgbClr val="D8CBB2"/>
                      </a:solidFill>
                      <a:prstDash val="solid"/>
                      <a:round/>
                      <a:headEnd type="none" w="med" len="med"/>
                      <a:tailEnd type="none" w="med" len="med"/>
                    </a:lnR>
                    <a:lnT w="12700" cap="flat" cmpd="sng" algn="ctr">
                      <a:solidFill>
                        <a:srgbClr val="D8CBB2"/>
                      </a:solidFill>
                      <a:prstDash val="solid"/>
                      <a:round/>
                      <a:headEnd type="none" w="med" len="med"/>
                      <a:tailEnd type="none" w="med" len="med"/>
                    </a:lnT>
                    <a:lnB w="12700" cap="flat" cmpd="sng" algn="ctr">
                      <a:solidFill>
                        <a:srgbClr val="D8CBB2"/>
                      </a:solidFill>
                      <a:prstDash val="solid"/>
                      <a:round/>
                      <a:headEnd type="none" w="med" len="med"/>
                      <a:tailEnd type="none" w="med" len="med"/>
                    </a:lnB>
                    <a:solidFill>
                      <a:srgbClr val="2E5A46"/>
                    </a:solidFill>
                  </a:tcPr>
                </a:tc>
                <a:tc>
                  <a:txBody>
                    <a:bodyPr/>
                    <a:lstStyle/>
                    <a:p>
                      <a:pPr algn="ctr" indent="0" marL="0">
                        <a:buNone/>
                      </a:pPr>
                      <a:r>
                        <a:rPr lang="en-US" sz="1250" b="1" dirty="0">
                          <a:solidFill>
                            <a:srgbClr val="FFFFFF"/>
                          </a:solidFill>
                          <a:latin typeface="Malgun Gothic" pitchFamily="34" charset="0"/>
                          <a:ea typeface="Malgun Gothic" pitchFamily="34" charset="-122"/>
                          <a:cs typeface="Malgun Gothic" pitchFamily="34" charset="-120"/>
                        </a:rPr>
                        <a:t>추천 시점 · 운영정보 확인</a:t>
                      </a:r>
                      <a:endParaRPr lang="en-US" sz="1250" dirty="0">
                        <a:latin typeface="Malgun Gothic" charset="0"/>
                        <a:ea typeface="Malgun Gothic" charset="0"/>
                        <a:cs typeface="Malgun Gothic" charset="0"/>
                      </a:endParaRPr>
                    </a:p>
                  </a:txBody>
                  <a:tcPr marL="91440" marR="91440" marT="45720" marB="45720" anchor="ctr">
                    <a:lnL w="12700" cap="flat" cmpd="sng" algn="ctr">
                      <a:solidFill>
                        <a:srgbClr val="D8CBB2"/>
                      </a:solidFill>
                      <a:prstDash val="solid"/>
                      <a:round/>
                      <a:headEnd type="none" w="med" len="med"/>
                      <a:tailEnd type="none" w="med" len="med"/>
                    </a:lnL>
                    <a:lnR w="12700" cap="flat" cmpd="sng" algn="ctr">
                      <a:solidFill>
                        <a:srgbClr val="D8CBB2"/>
                      </a:solidFill>
                      <a:prstDash val="solid"/>
                      <a:round/>
                      <a:headEnd type="none" w="med" len="med"/>
                      <a:tailEnd type="none" w="med" len="med"/>
                    </a:lnR>
                    <a:lnT w="12700" cap="flat" cmpd="sng" algn="ctr">
                      <a:solidFill>
                        <a:srgbClr val="D8CBB2"/>
                      </a:solidFill>
                      <a:prstDash val="solid"/>
                      <a:round/>
                      <a:headEnd type="none" w="med" len="med"/>
                      <a:tailEnd type="none" w="med" len="med"/>
                    </a:lnT>
                    <a:lnB w="12700" cap="flat" cmpd="sng" algn="ctr">
                      <a:solidFill>
                        <a:srgbClr val="D8CBB2"/>
                      </a:solidFill>
                      <a:prstDash val="solid"/>
                      <a:round/>
                      <a:headEnd type="none" w="med" len="med"/>
                      <a:tailEnd type="none" w="med" len="med"/>
                    </a:lnB>
                    <a:solidFill>
                      <a:srgbClr val="2E5A46"/>
                    </a:solidFill>
                  </a:tcPr>
                </a:tc>
              </a:tr>
              <a:tr h="475488">
                <a:tc>
                  <a:txBody>
                    <a:bodyPr/>
                    <a:lstStyle/>
                    <a:p>
                      <a:pPr algn="ctr" indent="0" marL="0">
                        <a:buNone/>
                      </a:pPr>
                      <a:r>
                        <a:rPr lang="en-US" sz="1200" b="1" dirty="0">
                          <a:solidFill>
                            <a:srgbClr val="B5654A"/>
                          </a:solidFill>
                          <a:latin typeface="Malgun Gothic" pitchFamily="34" charset="0"/>
                          <a:ea typeface="Malgun Gothic" pitchFamily="34" charset="-122"/>
                          <a:cs typeface="Malgun Gothic" pitchFamily="34" charset="-120"/>
                        </a:rPr>
                        <a:t>대상</a:t>
                      </a:r>
                      <a:endParaRPr lang="en-US" sz="1200" dirty="0">
                        <a:latin typeface="Malgun Gothic" charset="0"/>
                        <a:ea typeface="Malgun Gothic" charset="0"/>
                        <a:cs typeface="Malgun Gothic" charset="0"/>
                      </a:endParaRPr>
                    </a:p>
                  </a:txBody>
                  <a:tcPr marL="91440" marR="91440" marT="45720" marB="45720" anchor="ctr">
                    <a:lnL w="12700" cap="flat" cmpd="sng" algn="ctr">
                      <a:solidFill>
                        <a:srgbClr val="D8CBB2"/>
                      </a:solidFill>
                      <a:prstDash val="solid"/>
                      <a:round/>
                      <a:headEnd type="none" w="med" len="med"/>
                      <a:tailEnd type="none" w="med" len="med"/>
                    </a:lnL>
                    <a:lnR w="12700" cap="flat" cmpd="sng" algn="ctr">
                      <a:solidFill>
                        <a:srgbClr val="D8CBB2"/>
                      </a:solidFill>
                      <a:prstDash val="solid"/>
                      <a:round/>
                      <a:headEnd type="none" w="med" len="med"/>
                      <a:tailEnd type="none" w="med" len="med"/>
                    </a:lnR>
                    <a:lnT w="12700" cap="flat" cmpd="sng" algn="ctr">
                      <a:solidFill>
                        <a:srgbClr val="D8CBB2"/>
                      </a:solidFill>
                      <a:prstDash val="solid"/>
                      <a:round/>
                      <a:headEnd type="none" w="med" len="med"/>
                      <a:tailEnd type="none" w="med" len="med"/>
                    </a:lnT>
                    <a:lnB w="12700" cap="flat" cmpd="sng" algn="ctr">
                      <a:solidFill>
                        <a:srgbClr val="D8CBB2"/>
                      </a:solidFill>
                      <a:prstDash val="solid"/>
                      <a:round/>
                      <a:headEnd type="none" w="med" len="med"/>
                      <a:tailEnd type="none" w="med" len="med"/>
                    </a:lnB>
                    <a:solidFill>
                      <a:srgbClr val="FFFFFF"/>
                    </a:solidFill>
                  </a:tcPr>
                </a:tc>
                <a:tc>
                  <a:txBody>
                    <a:bodyPr/>
                    <a:lstStyle/>
                    <a:p>
                      <a:pPr indent="0" marL="0">
                        <a:buNone/>
                      </a:pPr>
                      <a:r>
                        <a:rPr lang="en-US" sz="1200" b="1" dirty="0">
                          <a:solidFill>
                            <a:srgbClr val="1E2621"/>
                          </a:solidFill>
                          <a:latin typeface="Malgun Gothic" pitchFamily="34" charset="0"/>
                          <a:ea typeface="Malgun Gothic" pitchFamily="34" charset="-122"/>
                          <a:cs typeface="Malgun Gothic" pitchFamily="34" charset="-120"/>
                        </a:rPr>
                        <a:t>문화빅데이터 플랫폼 CSV 상품</a:t>
                      </a:r>
                      <a:endParaRPr lang="en-US" sz="1200" dirty="0">
                        <a:latin typeface="Malgun Gothic" charset="0"/>
                        <a:ea typeface="Malgun Gothic" charset="0"/>
                        <a:cs typeface="Malgun Gothic" charset="0"/>
                      </a:endParaRPr>
                    </a:p>
                  </a:txBody>
                  <a:tcPr marL="91440" marR="91440" marT="45720" marB="45720" anchor="ctr">
                    <a:lnL w="12700" cap="flat" cmpd="sng" algn="ctr">
                      <a:solidFill>
                        <a:srgbClr val="D8CBB2"/>
                      </a:solidFill>
                      <a:prstDash val="solid"/>
                      <a:round/>
                      <a:headEnd type="none" w="med" len="med"/>
                      <a:tailEnd type="none" w="med" len="med"/>
                    </a:lnL>
                    <a:lnR w="12700" cap="flat" cmpd="sng" algn="ctr">
                      <a:solidFill>
                        <a:srgbClr val="D8CBB2"/>
                      </a:solidFill>
                      <a:prstDash val="solid"/>
                      <a:round/>
                      <a:headEnd type="none" w="med" len="med"/>
                      <a:tailEnd type="none" w="med" len="med"/>
                    </a:lnR>
                    <a:lnT w="12700" cap="flat" cmpd="sng" algn="ctr">
                      <a:solidFill>
                        <a:srgbClr val="D8CBB2"/>
                      </a:solidFill>
                      <a:prstDash val="solid"/>
                      <a:round/>
                      <a:headEnd type="none" w="med" len="med"/>
                      <a:tailEnd type="none" w="med" len="med"/>
                    </a:lnT>
                    <a:lnB w="12700" cap="flat" cmpd="sng" algn="ctr">
                      <a:solidFill>
                        <a:srgbClr val="D8CBB2"/>
                      </a:solidFill>
                      <a:prstDash val="solid"/>
                      <a:round/>
                      <a:headEnd type="none" w="med" len="med"/>
                      <a:tailEnd type="none" w="med" len="med"/>
                    </a:lnB>
                    <a:solidFill>
                      <a:srgbClr val="FFFFFF"/>
                    </a:solidFill>
                  </a:tcPr>
                </a:tc>
                <a:tc>
                  <a:txBody>
                    <a:bodyPr/>
                    <a:lstStyle/>
                    <a:p>
                      <a:pPr indent="0" marL="0">
                        <a:buNone/>
                      </a:pPr>
                      <a:r>
                        <a:rPr lang="en-US" sz="1200" b="1" dirty="0">
                          <a:solidFill>
                            <a:srgbClr val="1E2621"/>
                          </a:solidFill>
                          <a:latin typeface="Malgun Gothic" pitchFamily="34" charset="0"/>
                          <a:ea typeface="Malgun Gothic" pitchFamily="34" charset="-122"/>
                          <a:cs typeface="Malgun Gothic" pitchFamily="34" charset="-120"/>
                        </a:rPr>
                        <a:t>시설 공개 웹페이지의 운영 · 휴무 공지</a:t>
                      </a:r>
                      <a:endParaRPr lang="en-US" sz="1200" dirty="0">
                        <a:latin typeface="Malgun Gothic" charset="0"/>
                        <a:ea typeface="Malgun Gothic" charset="0"/>
                        <a:cs typeface="Malgun Gothic" charset="0"/>
                      </a:endParaRPr>
                    </a:p>
                  </a:txBody>
                  <a:tcPr marL="91440" marR="91440" marT="45720" marB="45720" anchor="ctr">
                    <a:lnL w="12700" cap="flat" cmpd="sng" algn="ctr">
                      <a:solidFill>
                        <a:srgbClr val="D8CBB2"/>
                      </a:solidFill>
                      <a:prstDash val="solid"/>
                      <a:round/>
                      <a:headEnd type="none" w="med" len="med"/>
                      <a:tailEnd type="none" w="med" len="med"/>
                    </a:lnL>
                    <a:lnR w="12700" cap="flat" cmpd="sng" algn="ctr">
                      <a:solidFill>
                        <a:srgbClr val="D8CBB2"/>
                      </a:solidFill>
                      <a:prstDash val="solid"/>
                      <a:round/>
                      <a:headEnd type="none" w="med" len="med"/>
                      <a:tailEnd type="none" w="med" len="med"/>
                    </a:lnR>
                    <a:lnT w="12700" cap="flat" cmpd="sng" algn="ctr">
                      <a:solidFill>
                        <a:srgbClr val="D8CBB2"/>
                      </a:solidFill>
                      <a:prstDash val="solid"/>
                      <a:round/>
                      <a:headEnd type="none" w="med" len="med"/>
                      <a:tailEnd type="none" w="med" len="med"/>
                    </a:lnT>
                    <a:lnB w="12700" cap="flat" cmpd="sng" algn="ctr">
                      <a:solidFill>
                        <a:srgbClr val="D8CBB2"/>
                      </a:solidFill>
                      <a:prstDash val="solid"/>
                      <a:round/>
                      <a:headEnd type="none" w="med" len="med"/>
                      <a:tailEnd type="none" w="med" len="med"/>
                    </a:lnB>
                    <a:solidFill>
                      <a:srgbClr val="FFFFFF"/>
                    </a:solidFill>
                  </a:tcPr>
                </a:tc>
              </a:tr>
              <a:tr h="475488">
                <a:tc>
                  <a:txBody>
                    <a:bodyPr/>
                    <a:lstStyle/>
                    <a:p>
                      <a:pPr algn="ctr" indent="0" marL="0">
                        <a:buNone/>
                      </a:pPr>
                      <a:r>
                        <a:rPr lang="en-US" sz="1200" b="1" dirty="0">
                          <a:solidFill>
                            <a:srgbClr val="B5654A"/>
                          </a:solidFill>
                          <a:latin typeface="Malgun Gothic" pitchFamily="34" charset="0"/>
                          <a:ea typeface="Malgun Gothic" pitchFamily="34" charset="-122"/>
                          <a:cs typeface="Malgun Gothic" pitchFamily="34" charset="-120"/>
                        </a:rPr>
                        <a:t>실행 시점</a:t>
                      </a:r>
                      <a:endParaRPr lang="en-US" sz="1200" dirty="0">
                        <a:latin typeface="Malgun Gothic" charset="0"/>
                        <a:ea typeface="Malgun Gothic" charset="0"/>
                        <a:cs typeface="Malgun Gothic" charset="0"/>
                      </a:endParaRPr>
                    </a:p>
                  </a:txBody>
                  <a:tcPr marL="91440" marR="91440" marT="45720" marB="45720" anchor="ctr">
                    <a:lnL w="12700" cap="flat" cmpd="sng" algn="ctr">
                      <a:solidFill>
                        <a:srgbClr val="D8CBB2"/>
                      </a:solidFill>
                      <a:prstDash val="solid"/>
                      <a:round/>
                      <a:headEnd type="none" w="med" len="med"/>
                      <a:tailEnd type="none" w="med" len="med"/>
                    </a:lnL>
                    <a:lnR w="12700" cap="flat" cmpd="sng" algn="ctr">
                      <a:solidFill>
                        <a:srgbClr val="D8CBB2"/>
                      </a:solidFill>
                      <a:prstDash val="solid"/>
                      <a:round/>
                      <a:headEnd type="none" w="med" len="med"/>
                      <a:tailEnd type="none" w="med" len="med"/>
                    </a:lnR>
                    <a:lnT w="12700" cap="flat" cmpd="sng" algn="ctr">
                      <a:solidFill>
                        <a:srgbClr val="D8CBB2"/>
                      </a:solidFill>
                      <a:prstDash val="solid"/>
                      <a:round/>
                      <a:headEnd type="none" w="med" len="med"/>
                      <a:tailEnd type="none" w="med" len="med"/>
                    </a:lnT>
                    <a:lnB w="12700" cap="flat" cmpd="sng" algn="ctr">
                      <a:solidFill>
                        <a:srgbClr val="D8CBB2"/>
                      </a:solidFill>
                      <a:prstDash val="solid"/>
                      <a:round/>
                      <a:headEnd type="none" w="med" len="med"/>
                      <a:tailEnd type="none" w="med" len="med"/>
                    </a:lnB>
                    <a:solidFill>
                      <a:srgbClr val="FFFFFF"/>
                    </a:solidFill>
                  </a:tcPr>
                </a:tc>
                <a:tc>
                  <a:txBody>
                    <a:bodyPr/>
                    <a:lstStyle/>
                    <a:p>
                      <a:pPr indent="0" marL="0">
                        <a:buNone/>
                      </a:pPr>
                      <a:r>
                        <a:rPr lang="en-US" sz="1200" b="1" dirty="0">
                          <a:solidFill>
                            <a:srgbClr val="1E2621"/>
                          </a:solidFill>
                          <a:latin typeface="Malgun Gothic" pitchFamily="34" charset="0"/>
                          <a:ea typeface="Malgun Gothic" pitchFamily="34" charset="-122"/>
                          <a:cs typeface="Malgun Gothic" pitchFamily="34" charset="-120"/>
                        </a:rPr>
                        <a:t>APScheduler · 매월 1일 07:00</a:t>
                      </a:r>
                      <a:endParaRPr lang="en-US" sz="1200" dirty="0">
                        <a:latin typeface="Malgun Gothic" charset="0"/>
                        <a:ea typeface="Malgun Gothic" charset="0"/>
                        <a:cs typeface="Malgun Gothic" charset="0"/>
                      </a:endParaRPr>
                    </a:p>
                  </a:txBody>
                  <a:tcPr marL="91440" marR="91440" marT="45720" marB="45720" anchor="ctr">
                    <a:lnL w="12700" cap="flat" cmpd="sng" algn="ctr">
                      <a:solidFill>
                        <a:srgbClr val="D8CBB2"/>
                      </a:solidFill>
                      <a:prstDash val="solid"/>
                      <a:round/>
                      <a:headEnd type="none" w="med" len="med"/>
                      <a:tailEnd type="none" w="med" len="med"/>
                    </a:lnL>
                    <a:lnR w="12700" cap="flat" cmpd="sng" algn="ctr">
                      <a:solidFill>
                        <a:srgbClr val="D8CBB2"/>
                      </a:solidFill>
                      <a:prstDash val="solid"/>
                      <a:round/>
                      <a:headEnd type="none" w="med" len="med"/>
                      <a:tailEnd type="none" w="med" len="med"/>
                    </a:lnR>
                    <a:lnT w="12700" cap="flat" cmpd="sng" algn="ctr">
                      <a:solidFill>
                        <a:srgbClr val="D8CBB2"/>
                      </a:solidFill>
                      <a:prstDash val="solid"/>
                      <a:round/>
                      <a:headEnd type="none" w="med" len="med"/>
                      <a:tailEnd type="none" w="med" len="med"/>
                    </a:lnT>
                    <a:lnB w="12700" cap="flat" cmpd="sng" algn="ctr">
                      <a:solidFill>
                        <a:srgbClr val="D8CBB2"/>
                      </a:solidFill>
                      <a:prstDash val="solid"/>
                      <a:round/>
                      <a:headEnd type="none" w="med" len="med"/>
                      <a:tailEnd type="none" w="med" len="med"/>
                    </a:lnB>
                    <a:solidFill>
                      <a:srgbClr val="FFFFFF"/>
                    </a:solidFill>
                  </a:tcPr>
                </a:tc>
                <a:tc>
                  <a:txBody>
                    <a:bodyPr/>
                    <a:lstStyle/>
                    <a:p>
                      <a:pPr indent="0" marL="0">
                        <a:buNone/>
                      </a:pPr>
                      <a:r>
                        <a:rPr lang="en-US" sz="1200" b="1" dirty="0">
                          <a:solidFill>
                            <a:srgbClr val="1E2621"/>
                          </a:solidFill>
                          <a:latin typeface="Malgun Gothic" pitchFamily="34" charset="0"/>
                          <a:ea typeface="Malgun Gothic" pitchFamily="34" charset="-122"/>
                          <a:cs typeface="Malgun Gothic" pitchFamily="34" charset="-120"/>
                        </a:rPr>
                        <a:t>사용자가 추천을 요청할 때</a:t>
                      </a:r>
                      <a:endParaRPr lang="en-US" sz="1200" dirty="0">
                        <a:latin typeface="Malgun Gothic" charset="0"/>
                        <a:ea typeface="Malgun Gothic" charset="0"/>
                        <a:cs typeface="Malgun Gothic" charset="0"/>
                      </a:endParaRPr>
                    </a:p>
                  </a:txBody>
                  <a:tcPr marL="91440" marR="91440" marT="45720" marB="45720" anchor="ctr">
                    <a:lnL w="12700" cap="flat" cmpd="sng" algn="ctr">
                      <a:solidFill>
                        <a:srgbClr val="D8CBB2"/>
                      </a:solidFill>
                      <a:prstDash val="solid"/>
                      <a:round/>
                      <a:headEnd type="none" w="med" len="med"/>
                      <a:tailEnd type="none" w="med" len="med"/>
                    </a:lnL>
                    <a:lnR w="12700" cap="flat" cmpd="sng" algn="ctr">
                      <a:solidFill>
                        <a:srgbClr val="D8CBB2"/>
                      </a:solidFill>
                      <a:prstDash val="solid"/>
                      <a:round/>
                      <a:headEnd type="none" w="med" len="med"/>
                      <a:tailEnd type="none" w="med" len="med"/>
                    </a:lnR>
                    <a:lnT w="12700" cap="flat" cmpd="sng" algn="ctr">
                      <a:solidFill>
                        <a:srgbClr val="D8CBB2"/>
                      </a:solidFill>
                      <a:prstDash val="solid"/>
                      <a:round/>
                      <a:headEnd type="none" w="med" len="med"/>
                      <a:tailEnd type="none" w="med" len="med"/>
                    </a:lnT>
                    <a:lnB w="12700" cap="flat" cmpd="sng" algn="ctr">
                      <a:solidFill>
                        <a:srgbClr val="D8CBB2"/>
                      </a:solidFill>
                      <a:prstDash val="solid"/>
                      <a:round/>
                      <a:headEnd type="none" w="med" len="med"/>
                      <a:tailEnd type="none" w="med" len="med"/>
                    </a:lnB>
                    <a:solidFill>
                      <a:srgbClr val="FFFFFF"/>
                    </a:solidFill>
                  </a:tcPr>
                </a:tc>
              </a:tr>
              <a:tr h="475488">
                <a:tc>
                  <a:txBody>
                    <a:bodyPr/>
                    <a:lstStyle/>
                    <a:p>
                      <a:pPr algn="ctr" indent="0" marL="0">
                        <a:buNone/>
                      </a:pPr>
                      <a:r>
                        <a:rPr lang="en-US" sz="1200" b="1" dirty="0">
                          <a:solidFill>
                            <a:srgbClr val="B5654A"/>
                          </a:solidFill>
                          <a:latin typeface="Malgun Gothic" pitchFamily="34" charset="0"/>
                          <a:ea typeface="Malgun Gothic" pitchFamily="34" charset="-122"/>
                          <a:cs typeface="Malgun Gothic" pitchFamily="34" charset="-120"/>
                        </a:rPr>
                        <a:t>결과</a:t>
                      </a:r>
                      <a:endParaRPr lang="en-US" sz="1200" dirty="0">
                        <a:latin typeface="Malgun Gothic" charset="0"/>
                        <a:ea typeface="Malgun Gothic" charset="0"/>
                        <a:cs typeface="Malgun Gothic" charset="0"/>
                      </a:endParaRPr>
                    </a:p>
                  </a:txBody>
                  <a:tcPr marL="91440" marR="91440" marT="45720" marB="45720" anchor="ctr">
                    <a:lnL w="12700" cap="flat" cmpd="sng" algn="ctr">
                      <a:solidFill>
                        <a:srgbClr val="D8CBB2"/>
                      </a:solidFill>
                      <a:prstDash val="solid"/>
                      <a:round/>
                      <a:headEnd type="none" w="med" len="med"/>
                      <a:tailEnd type="none" w="med" len="med"/>
                    </a:lnL>
                    <a:lnR w="12700" cap="flat" cmpd="sng" algn="ctr">
                      <a:solidFill>
                        <a:srgbClr val="D8CBB2"/>
                      </a:solidFill>
                      <a:prstDash val="solid"/>
                      <a:round/>
                      <a:headEnd type="none" w="med" len="med"/>
                      <a:tailEnd type="none" w="med" len="med"/>
                    </a:lnR>
                    <a:lnT w="12700" cap="flat" cmpd="sng" algn="ctr">
                      <a:solidFill>
                        <a:srgbClr val="D8CBB2"/>
                      </a:solidFill>
                      <a:prstDash val="solid"/>
                      <a:round/>
                      <a:headEnd type="none" w="med" len="med"/>
                      <a:tailEnd type="none" w="med" len="med"/>
                    </a:lnT>
                    <a:lnB w="12700" cap="flat" cmpd="sng" algn="ctr">
                      <a:solidFill>
                        <a:srgbClr val="D8CBB2"/>
                      </a:solidFill>
                      <a:prstDash val="solid"/>
                      <a:round/>
                      <a:headEnd type="none" w="med" len="med"/>
                      <a:tailEnd type="none" w="med" len="med"/>
                    </a:lnB>
                    <a:solidFill>
                      <a:srgbClr val="FFFFFF"/>
                    </a:solidFill>
                  </a:tcPr>
                </a:tc>
                <a:tc>
                  <a:txBody>
                    <a:bodyPr/>
                    <a:lstStyle/>
                    <a:p>
                      <a:pPr indent="0" marL="0">
                        <a:buNone/>
                      </a:pPr>
                      <a:r>
                        <a:rPr lang="en-US" sz="1200" b="1" dirty="0">
                          <a:solidFill>
                            <a:srgbClr val="1E2621"/>
                          </a:solidFill>
                          <a:latin typeface="Malgun Gothic" pitchFamily="34" charset="0"/>
                          <a:ea typeface="Malgun Gothic" pitchFamily="34" charset="-122"/>
                          <a:cs typeface="Malgun Gothic" pitchFamily="34" charset="-120"/>
                        </a:rPr>
                        <a:t>검증 후 raw 스키마에 적재</a:t>
                      </a:r>
                      <a:endParaRPr lang="en-US" sz="1200" dirty="0">
                        <a:latin typeface="Malgun Gothic" charset="0"/>
                        <a:ea typeface="Malgun Gothic" charset="0"/>
                        <a:cs typeface="Malgun Gothic" charset="0"/>
                      </a:endParaRPr>
                    </a:p>
                  </a:txBody>
                  <a:tcPr marL="91440" marR="91440" marT="45720" marB="45720" anchor="ctr">
                    <a:lnL w="12700" cap="flat" cmpd="sng" algn="ctr">
                      <a:solidFill>
                        <a:srgbClr val="D8CBB2"/>
                      </a:solidFill>
                      <a:prstDash val="solid"/>
                      <a:round/>
                      <a:headEnd type="none" w="med" len="med"/>
                      <a:tailEnd type="none" w="med" len="med"/>
                    </a:lnL>
                    <a:lnR w="12700" cap="flat" cmpd="sng" algn="ctr">
                      <a:solidFill>
                        <a:srgbClr val="D8CBB2"/>
                      </a:solidFill>
                      <a:prstDash val="solid"/>
                      <a:round/>
                      <a:headEnd type="none" w="med" len="med"/>
                      <a:tailEnd type="none" w="med" len="med"/>
                    </a:lnR>
                    <a:lnT w="12700" cap="flat" cmpd="sng" algn="ctr">
                      <a:solidFill>
                        <a:srgbClr val="D8CBB2"/>
                      </a:solidFill>
                      <a:prstDash val="solid"/>
                      <a:round/>
                      <a:headEnd type="none" w="med" len="med"/>
                      <a:tailEnd type="none" w="med" len="med"/>
                    </a:lnT>
                    <a:lnB w="12700" cap="flat" cmpd="sng" algn="ctr">
                      <a:solidFill>
                        <a:srgbClr val="D8CBB2"/>
                      </a:solidFill>
                      <a:prstDash val="solid"/>
                      <a:round/>
                      <a:headEnd type="none" w="med" len="med"/>
                      <a:tailEnd type="none" w="med" len="med"/>
                    </a:lnB>
                    <a:solidFill>
                      <a:srgbClr val="FFFFFF"/>
                    </a:solidFill>
                  </a:tcPr>
                </a:tc>
                <a:tc>
                  <a:txBody>
                    <a:bodyPr/>
                    <a:lstStyle/>
                    <a:p>
                      <a:pPr indent="0" marL="0">
                        <a:buNone/>
                      </a:pPr>
                      <a:r>
                        <a:rPr lang="en-US" sz="1200" b="1" dirty="0">
                          <a:solidFill>
                            <a:srgbClr val="1E2621"/>
                          </a:solidFill>
                          <a:latin typeface="Malgun Gothic" pitchFamily="34" charset="0"/>
                          <a:ea typeface="Malgun Gothic" pitchFamily="34" charset="-122"/>
                          <a:cs typeface="Malgun Gothic" pitchFamily="34" charset="-120"/>
                        </a:rPr>
                        <a:t>추천 점수 보정 · 응답에만 사용</a:t>
                      </a:r>
                      <a:endParaRPr lang="en-US" sz="1200" dirty="0">
                        <a:latin typeface="Malgun Gothic" charset="0"/>
                        <a:ea typeface="Malgun Gothic" charset="0"/>
                        <a:cs typeface="Malgun Gothic" charset="0"/>
                      </a:endParaRPr>
                    </a:p>
                  </a:txBody>
                  <a:tcPr marL="91440" marR="91440" marT="45720" marB="45720" anchor="ctr">
                    <a:lnL w="12700" cap="flat" cmpd="sng" algn="ctr">
                      <a:solidFill>
                        <a:srgbClr val="D8CBB2"/>
                      </a:solidFill>
                      <a:prstDash val="solid"/>
                      <a:round/>
                      <a:headEnd type="none" w="med" len="med"/>
                      <a:tailEnd type="none" w="med" len="med"/>
                    </a:lnL>
                    <a:lnR w="12700" cap="flat" cmpd="sng" algn="ctr">
                      <a:solidFill>
                        <a:srgbClr val="D8CBB2"/>
                      </a:solidFill>
                      <a:prstDash val="solid"/>
                      <a:round/>
                      <a:headEnd type="none" w="med" len="med"/>
                      <a:tailEnd type="none" w="med" len="med"/>
                    </a:lnR>
                    <a:lnT w="12700" cap="flat" cmpd="sng" algn="ctr">
                      <a:solidFill>
                        <a:srgbClr val="D8CBB2"/>
                      </a:solidFill>
                      <a:prstDash val="solid"/>
                      <a:round/>
                      <a:headEnd type="none" w="med" len="med"/>
                      <a:tailEnd type="none" w="med" len="med"/>
                    </a:lnT>
                    <a:lnB w="12700" cap="flat" cmpd="sng" algn="ctr">
                      <a:solidFill>
                        <a:srgbClr val="D8CBB2"/>
                      </a:solidFill>
                      <a:prstDash val="solid"/>
                      <a:round/>
                      <a:headEnd type="none" w="med" len="med"/>
                      <a:tailEnd type="none" w="med" len="med"/>
                    </a:lnB>
                    <a:solidFill>
                      <a:srgbClr val="FFFFFF"/>
                    </a:solidFill>
                  </a:tcPr>
                </a:tc>
              </a:tr>
            </a:tbl>
          </a:graphicData>
        </a:graphic>
      </p:graphicFrame>
      <p:sp>
        <p:nvSpPr>
          <p:cNvPr id="4" name="Text 2"/>
          <p:cNvSpPr txBox="1"/>
          <p:nvPr/>
        </p:nvSpPr>
        <p:spPr>
          <a:xfrm>
            <a:off x="1042670" y="384175"/>
            <a:ext cx="5486400" cy="384175"/>
          </a:xfrm>
          <a:prstGeom prst="rect">
            <a:avLst/>
          </a:prstGeom>
          <a:noFill/>
          <a:ln/>
        </p:spPr>
        <p:txBody>
          <a:bodyPr wrap="square" lIns="0" tIns="0" rIns="0" bIns="0" rtlCol="0" anchor="ctr"/>
          <a:lstStyle/>
          <a:p>
            <a:pPr indent="0" marL="0">
              <a:buNone/>
            </a:pPr>
            <a:r>
              <a:rPr lang="en-US" sz="1400" b="1" spc="200" kern="0" dirty="0">
                <a:solidFill>
                  <a:srgbClr val="B5654A"/>
                </a:solidFill>
                <a:latin typeface="Malgun Gothic" pitchFamily="34" charset="0"/>
                <a:ea typeface="Malgun Gothic" pitchFamily="34" charset="-122"/>
                <a:cs typeface="Malgun Gothic" pitchFamily="34" charset="-120"/>
              </a:rPr>
              <a:t>CRAWLING · 문화빅데이터 Selenium 수집</a:t>
            </a:r>
            <a:endParaRPr lang="en-US" sz="1400" dirty="0"/>
          </a:p>
        </p:txBody>
      </p:sp>
      <p:sp>
        <p:nvSpPr>
          <p:cNvPr id="5" name="Text 3"/>
          <p:cNvSpPr txBox="1"/>
          <p:nvPr/>
        </p:nvSpPr>
        <p:spPr>
          <a:xfrm>
            <a:off x="548640" y="895985"/>
            <a:ext cx="11064240" cy="731520"/>
          </a:xfrm>
          <a:prstGeom prst="rect">
            <a:avLst/>
          </a:prstGeom>
          <a:noFill/>
          <a:ln/>
        </p:spPr>
        <p:txBody>
          <a:bodyPr wrap="square" lIns="0" tIns="0" rIns="0" bIns="0" rtlCol="0" anchor="ctr"/>
          <a:lstStyle/>
          <a:p>
            <a:pPr indent="0" marL="0">
              <a:buNone/>
            </a:pPr>
            <a:r>
              <a:rPr lang="en-US" sz="3400" b="1" dirty="0">
                <a:solidFill>
                  <a:srgbClr val="1E2621"/>
                </a:solidFill>
                <a:latin typeface="Malgun Gothic" pitchFamily="34" charset="0"/>
                <a:ea typeface="Malgun Gothic" pitchFamily="34" charset="-122"/>
                <a:cs typeface="Malgun Gothic" pitchFamily="34" charset="-120"/>
              </a:rPr>
              <a:t>API가 없는 데이터는, 브라우저가 대신 받아옵니다</a:t>
            </a:r>
            <a:endParaRPr lang="en-US" sz="3400" dirty="0"/>
          </a:p>
        </p:txBody>
      </p:sp>
      <p:sp>
        <p:nvSpPr>
          <p:cNvPr id="6" name="Shape 4"/>
          <p:cNvSpPr/>
          <p:nvPr/>
        </p:nvSpPr>
        <p:spPr>
          <a:xfrm>
            <a:off x="548640" y="1810385"/>
            <a:ext cx="2011680" cy="1481455"/>
          </a:xfrm>
          <a:prstGeom prst="roundRect">
            <a:avLst>
              <a:gd name="adj" fmla="val 8642"/>
            </a:avLst>
          </a:prstGeom>
          <a:solidFill>
            <a:srgbClr val="FFFCF6"/>
          </a:solidFill>
          <a:ln w="12700">
            <a:solidFill>
              <a:srgbClr val="D8CBB2"/>
            </a:solidFill>
            <a:prstDash val="solid"/>
          </a:ln>
          <a:effectLst>
            <a:outerShdw sx="100000" sy="100000" kx="0" ky="0" algn="bl" rotWithShape="0" blurRad="101600" dist="25400" dir="5400000">
              <a:srgbClr val="8A7A5C">
                <a:alpha val="18000"/>
              </a:srgbClr>
            </a:outerShdw>
          </a:effectLst>
        </p:spPr>
      </p:sp>
      <p:sp>
        <p:nvSpPr>
          <p:cNvPr id="7" name="Shape 5"/>
          <p:cNvSpPr/>
          <p:nvPr/>
        </p:nvSpPr>
        <p:spPr>
          <a:xfrm>
            <a:off x="713105" y="1957070"/>
            <a:ext cx="402590" cy="402590"/>
          </a:xfrm>
          <a:prstGeom prst="ellipse">
            <a:avLst/>
          </a:prstGeom>
          <a:solidFill>
            <a:srgbClr val="B5654A"/>
          </a:solidFill>
          <a:ln w="12700">
            <a:solidFill>
              <a:srgbClr val="B5654A"/>
            </a:solidFill>
            <a:prstDash val="solid"/>
          </a:ln>
        </p:spPr>
      </p:sp>
      <p:sp>
        <p:nvSpPr>
          <p:cNvPr id="8" name="Text 6"/>
          <p:cNvSpPr txBox="1"/>
          <p:nvPr/>
        </p:nvSpPr>
        <p:spPr>
          <a:xfrm>
            <a:off x="713105" y="1957070"/>
            <a:ext cx="402590" cy="402590"/>
          </a:xfrm>
          <a:prstGeom prst="rect">
            <a:avLst/>
          </a:prstGeom>
          <a:noFill/>
          <a:ln/>
        </p:spPr>
        <p:txBody>
          <a:bodyPr wrap="square" lIns="0" tIns="0" rIns="0" bIns="0" rtlCol="0" anchor="ctr"/>
          <a:lstStyle/>
          <a:p>
            <a:pPr algn="ctr" indent="0" marL="0">
              <a:buNone/>
            </a:pPr>
            <a:r>
              <a:rPr lang="en-US" sz="1400" b="1" dirty="0">
                <a:solidFill>
                  <a:srgbClr val="FFFFFF"/>
                </a:solidFill>
                <a:latin typeface="Malgun Gothic" pitchFamily="34" charset="0"/>
                <a:ea typeface="Malgun Gothic" pitchFamily="34" charset="-122"/>
                <a:cs typeface="Malgun Gothic" pitchFamily="34" charset="-120"/>
              </a:rPr>
              <a:t>1</a:t>
            </a:r>
            <a:endParaRPr lang="en-US" sz="1400" dirty="0"/>
          </a:p>
        </p:txBody>
      </p:sp>
      <p:sp>
        <p:nvSpPr>
          <p:cNvPr id="9" name="Text 7"/>
          <p:cNvSpPr txBox="1"/>
          <p:nvPr/>
        </p:nvSpPr>
        <p:spPr>
          <a:xfrm>
            <a:off x="1188720" y="1957070"/>
            <a:ext cx="1325880" cy="402590"/>
          </a:xfrm>
          <a:prstGeom prst="rect">
            <a:avLst/>
          </a:prstGeom>
          <a:noFill/>
          <a:ln/>
        </p:spPr>
        <p:txBody>
          <a:bodyPr wrap="square" lIns="0" tIns="0" rIns="0" bIns="0" rtlCol="0" anchor="ctr"/>
          <a:lstStyle/>
          <a:p>
            <a:pPr indent="0" marL="0">
              <a:buNone/>
            </a:pPr>
            <a:r>
              <a:rPr lang="en-US" sz="1500" b="1" dirty="0">
                <a:solidFill>
                  <a:srgbClr val="1E2621"/>
                </a:solidFill>
                <a:latin typeface="Malgun Gothic" pitchFamily="34" charset="0"/>
                <a:ea typeface="Malgun Gothic" pitchFamily="34" charset="-122"/>
                <a:cs typeface="Malgun Gothic" pitchFamily="34" charset="-120"/>
              </a:rPr>
              <a:t>로그인</a:t>
            </a:r>
            <a:endParaRPr lang="en-US" sz="1500" dirty="0"/>
          </a:p>
        </p:txBody>
      </p:sp>
      <p:sp>
        <p:nvSpPr>
          <p:cNvPr id="10" name="Text 8"/>
          <p:cNvSpPr txBox="1"/>
          <p:nvPr/>
        </p:nvSpPr>
        <p:spPr>
          <a:xfrm>
            <a:off x="713105" y="2487295"/>
            <a:ext cx="1737360" cy="731520"/>
          </a:xfrm>
          <a:prstGeom prst="rect">
            <a:avLst/>
          </a:prstGeom>
          <a:noFill/>
          <a:ln/>
        </p:spPr>
        <p:txBody>
          <a:bodyPr wrap="square" lIns="0" tIns="0" rIns="0" bIns="0" rtlCol="0" anchor="t"/>
          <a:lstStyle/>
          <a:p>
            <a:pPr indent="0" marL="0">
              <a:lnSpc>
                <a:spcPct val="110000"/>
              </a:lnSpc>
              <a:buNone/>
            </a:pPr>
            <a:r>
              <a:rPr lang="en-US" sz="1200" b="1" dirty="0">
                <a:solidFill>
                  <a:srgbClr val="5E5B52"/>
                </a:solidFill>
                <a:latin typeface="Malgun Gothic" pitchFamily="34" charset="0"/>
                <a:ea typeface="Malgun Gothic" pitchFamily="34" charset="-122"/>
                <a:cs typeface="Malgun Gothic" pitchFamily="34" charset="-120"/>
              </a:rPr>
              <a:t>.env 계정으로 로그인</a:t>
            </a:r>
            <a:endParaRPr lang="en-US" sz="1200" dirty="0"/>
          </a:p>
          <a:p>
            <a:pPr indent="0" marL="0">
              <a:lnSpc>
                <a:spcPct val="110000"/>
              </a:lnSpc>
              <a:buNone/>
            </a:pPr>
            <a:r>
              <a:rPr lang="en-US" sz="1200" b="1" dirty="0">
                <a:solidFill>
                  <a:srgbClr val="5E5B52"/>
                </a:solidFill>
                <a:latin typeface="Malgun Gothic" pitchFamily="34" charset="0"/>
                <a:ea typeface="Malgun Gothic" pitchFamily="34" charset="-122"/>
                <a:cs typeface="Malgun Gothic" pitchFamily="34" charset="-120"/>
              </a:rPr>
              <a:t>세션 유지 확인</a:t>
            </a:r>
            <a:endParaRPr lang="en-US" sz="1200" dirty="0"/>
          </a:p>
        </p:txBody>
      </p:sp>
      <p:sp>
        <p:nvSpPr>
          <p:cNvPr id="11" name="Shape 9"/>
          <p:cNvSpPr/>
          <p:nvPr/>
        </p:nvSpPr>
        <p:spPr>
          <a:xfrm>
            <a:off x="2578735" y="2414270"/>
            <a:ext cx="219710" cy="274320"/>
          </a:xfrm>
          <a:prstGeom prst="rightArrow">
            <a:avLst/>
          </a:prstGeom>
          <a:solidFill>
            <a:srgbClr val="B5654A"/>
          </a:solidFill>
          <a:ln w="12700">
            <a:solidFill>
              <a:srgbClr val="B5654A"/>
            </a:solidFill>
            <a:prstDash val="solid"/>
          </a:ln>
        </p:spPr>
      </p:sp>
      <p:sp>
        <p:nvSpPr>
          <p:cNvPr id="12" name="Shape 10"/>
          <p:cNvSpPr/>
          <p:nvPr/>
        </p:nvSpPr>
        <p:spPr>
          <a:xfrm>
            <a:off x="2816225" y="1810385"/>
            <a:ext cx="2011680" cy="1481455"/>
          </a:xfrm>
          <a:prstGeom prst="roundRect">
            <a:avLst>
              <a:gd name="adj" fmla="val 8642"/>
            </a:avLst>
          </a:prstGeom>
          <a:solidFill>
            <a:srgbClr val="FFFCF6"/>
          </a:solidFill>
          <a:ln w="12700">
            <a:solidFill>
              <a:srgbClr val="D8CBB2"/>
            </a:solidFill>
            <a:prstDash val="solid"/>
          </a:ln>
          <a:effectLst>
            <a:outerShdw sx="100000" sy="100000" kx="0" ky="0" algn="bl" rotWithShape="0" blurRad="101600" dist="25400" dir="5400000">
              <a:srgbClr val="8A7A5C">
                <a:alpha val="18000"/>
              </a:srgbClr>
            </a:outerShdw>
          </a:effectLst>
        </p:spPr>
      </p:sp>
      <p:sp>
        <p:nvSpPr>
          <p:cNvPr id="13" name="Shape 11"/>
          <p:cNvSpPr/>
          <p:nvPr/>
        </p:nvSpPr>
        <p:spPr>
          <a:xfrm>
            <a:off x="2980690" y="1957070"/>
            <a:ext cx="402590" cy="402590"/>
          </a:xfrm>
          <a:prstGeom prst="ellipse">
            <a:avLst/>
          </a:prstGeom>
          <a:solidFill>
            <a:srgbClr val="B5654A"/>
          </a:solidFill>
          <a:ln w="12700">
            <a:solidFill>
              <a:srgbClr val="B5654A"/>
            </a:solidFill>
            <a:prstDash val="solid"/>
          </a:ln>
        </p:spPr>
      </p:sp>
      <p:sp>
        <p:nvSpPr>
          <p:cNvPr id="14" name="Text 12"/>
          <p:cNvSpPr txBox="1"/>
          <p:nvPr/>
        </p:nvSpPr>
        <p:spPr>
          <a:xfrm>
            <a:off x="2980690" y="1957070"/>
            <a:ext cx="402590" cy="402590"/>
          </a:xfrm>
          <a:prstGeom prst="rect">
            <a:avLst/>
          </a:prstGeom>
          <a:noFill/>
          <a:ln/>
        </p:spPr>
        <p:txBody>
          <a:bodyPr wrap="square" lIns="0" tIns="0" rIns="0" bIns="0" rtlCol="0" anchor="ctr"/>
          <a:lstStyle/>
          <a:p>
            <a:pPr algn="ctr" indent="0" marL="0">
              <a:buNone/>
            </a:pPr>
            <a:r>
              <a:rPr lang="en-US" sz="1400" b="1" dirty="0">
                <a:solidFill>
                  <a:srgbClr val="FFFFFF"/>
                </a:solidFill>
                <a:latin typeface="Malgun Gothic" pitchFamily="34" charset="0"/>
                <a:ea typeface="Malgun Gothic" pitchFamily="34" charset="-122"/>
                <a:cs typeface="Malgun Gothic" pitchFamily="34" charset="-120"/>
              </a:rPr>
              <a:t>2</a:t>
            </a:r>
            <a:endParaRPr lang="en-US" sz="1400" dirty="0"/>
          </a:p>
        </p:txBody>
      </p:sp>
      <p:sp>
        <p:nvSpPr>
          <p:cNvPr id="15" name="Text 13"/>
          <p:cNvSpPr txBox="1"/>
          <p:nvPr/>
        </p:nvSpPr>
        <p:spPr>
          <a:xfrm>
            <a:off x="3456305" y="1957070"/>
            <a:ext cx="1325880" cy="402590"/>
          </a:xfrm>
          <a:prstGeom prst="rect">
            <a:avLst/>
          </a:prstGeom>
          <a:noFill/>
          <a:ln/>
        </p:spPr>
        <p:txBody>
          <a:bodyPr wrap="square" lIns="0" tIns="0" rIns="0" bIns="0" rtlCol="0" anchor="ctr"/>
          <a:lstStyle/>
          <a:p>
            <a:pPr indent="0" marL="0">
              <a:buNone/>
            </a:pPr>
            <a:r>
              <a:rPr lang="en-US" sz="1500" b="1" dirty="0">
                <a:solidFill>
                  <a:srgbClr val="1E2621"/>
                </a:solidFill>
                <a:latin typeface="Malgun Gothic" pitchFamily="34" charset="0"/>
                <a:ea typeface="Malgun Gothic" pitchFamily="34" charset="-122"/>
                <a:cs typeface="Malgun Gothic" pitchFamily="34" charset="-120"/>
              </a:rPr>
              <a:t>CSV 선택</a:t>
            </a:r>
            <a:endParaRPr lang="en-US" sz="1500" dirty="0"/>
          </a:p>
        </p:txBody>
      </p:sp>
      <p:sp>
        <p:nvSpPr>
          <p:cNvPr id="16" name="Text 14"/>
          <p:cNvSpPr txBox="1"/>
          <p:nvPr/>
        </p:nvSpPr>
        <p:spPr>
          <a:xfrm>
            <a:off x="2980690" y="2487295"/>
            <a:ext cx="1737360" cy="731520"/>
          </a:xfrm>
          <a:prstGeom prst="rect">
            <a:avLst/>
          </a:prstGeom>
          <a:noFill/>
          <a:ln/>
        </p:spPr>
        <p:txBody>
          <a:bodyPr wrap="square" lIns="0" tIns="0" rIns="0" bIns="0" rtlCol="0" anchor="t"/>
          <a:lstStyle/>
          <a:p>
            <a:pPr indent="0" marL="0">
              <a:lnSpc>
                <a:spcPct val="110000"/>
              </a:lnSpc>
              <a:buNone/>
            </a:pPr>
            <a:r>
              <a:rPr lang="en-US" sz="1200" b="1" dirty="0">
                <a:solidFill>
                  <a:srgbClr val="5E5B52"/>
                </a:solidFill>
                <a:latin typeface="Malgun Gothic" pitchFamily="34" charset="0"/>
                <a:ea typeface="Malgun Gothic" pitchFamily="34" charset="-122"/>
                <a:cs typeface="Malgun Gothic" pitchFamily="34" charset="-120"/>
              </a:rPr>
              <a:t>상품 상세 페이지에서</a:t>
            </a:r>
            <a:endParaRPr lang="en-US" sz="1200" dirty="0"/>
          </a:p>
          <a:p>
            <a:pPr indent="0" marL="0">
              <a:lnSpc>
                <a:spcPct val="110000"/>
              </a:lnSpc>
              <a:buNone/>
            </a:pPr>
            <a:r>
              <a:rPr lang="en-US" sz="1200" b="1" dirty="0">
                <a:solidFill>
                  <a:srgbClr val="5E5B52"/>
                </a:solidFill>
                <a:latin typeface="Malgun Gothic" pitchFamily="34" charset="0"/>
                <a:ea typeface="Malgun Gothic" pitchFamily="34" charset="-122"/>
                <a:cs typeface="Malgun Gothic" pitchFamily="34" charset="-120"/>
              </a:rPr>
              <a:t>CSV 배포 파일만 선택</a:t>
            </a:r>
            <a:endParaRPr lang="en-US" sz="1200" dirty="0"/>
          </a:p>
        </p:txBody>
      </p:sp>
      <p:sp>
        <p:nvSpPr>
          <p:cNvPr id="17" name="Shape 15"/>
          <p:cNvSpPr/>
          <p:nvPr/>
        </p:nvSpPr>
        <p:spPr>
          <a:xfrm>
            <a:off x="4846320" y="2414270"/>
            <a:ext cx="219710" cy="274320"/>
          </a:xfrm>
          <a:prstGeom prst="rightArrow">
            <a:avLst/>
          </a:prstGeom>
          <a:solidFill>
            <a:srgbClr val="B5654A"/>
          </a:solidFill>
          <a:ln w="12700">
            <a:solidFill>
              <a:srgbClr val="B5654A"/>
            </a:solidFill>
            <a:prstDash val="solid"/>
          </a:ln>
        </p:spPr>
      </p:sp>
      <p:sp>
        <p:nvSpPr>
          <p:cNvPr id="18" name="Shape 16"/>
          <p:cNvSpPr/>
          <p:nvPr/>
        </p:nvSpPr>
        <p:spPr>
          <a:xfrm>
            <a:off x="5083810" y="1810385"/>
            <a:ext cx="2011680" cy="1481455"/>
          </a:xfrm>
          <a:prstGeom prst="roundRect">
            <a:avLst>
              <a:gd name="adj" fmla="val 8642"/>
            </a:avLst>
          </a:prstGeom>
          <a:solidFill>
            <a:srgbClr val="FFFCF6"/>
          </a:solidFill>
          <a:ln w="12700">
            <a:solidFill>
              <a:srgbClr val="D8CBB2"/>
            </a:solidFill>
            <a:prstDash val="solid"/>
          </a:ln>
          <a:effectLst>
            <a:outerShdw sx="100000" sy="100000" kx="0" ky="0" algn="bl" rotWithShape="0" blurRad="101600" dist="25400" dir="5400000">
              <a:srgbClr val="8A7A5C">
                <a:alpha val="18000"/>
              </a:srgbClr>
            </a:outerShdw>
          </a:effectLst>
        </p:spPr>
      </p:sp>
      <p:sp>
        <p:nvSpPr>
          <p:cNvPr id="19" name="Shape 17"/>
          <p:cNvSpPr/>
          <p:nvPr/>
        </p:nvSpPr>
        <p:spPr>
          <a:xfrm>
            <a:off x="5248910" y="1957070"/>
            <a:ext cx="402590" cy="402590"/>
          </a:xfrm>
          <a:prstGeom prst="ellipse">
            <a:avLst/>
          </a:prstGeom>
          <a:solidFill>
            <a:srgbClr val="B5654A"/>
          </a:solidFill>
          <a:ln w="12700">
            <a:solidFill>
              <a:srgbClr val="B5654A"/>
            </a:solidFill>
            <a:prstDash val="solid"/>
          </a:ln>
        </p:spPr>
      </p:sp>
      <p:sp>
        <p:nvSpPr>
          <p:cNvPr id="20" name="Text 18"/>
          <p:cNvSpPr txBox="1"/>
          <p:nvPr/>
        </p:nvSpPr>
        <p:spPr>
          <a:xfrm>
            <a:off x="5248910" y="1957070"/>
            <a:ext cx="402590" cy="402590"/>
          </a:xfrm>
          <a:prstGeom prst="rect">
            <a:avLst/>
          </a:prstGeom>
          <a:noFill/>
          <a:ln/>
        </p:spPr>
        <p:txBody>
          <a:bodyPr wrap="square" lIns="0" tIns="0" rIns="0" bIns="0" rtlCol="0" anchor="ctr"/>
          <a:lstStyle/>
          <a:p>
            <a:pPr algn="ctr" indent="0" marL="0">
              <a:buNone/>
            </a:pPr>
            <a:r>
              <a:rPr lang="en-US" sz="1400" b="1" dirty="0">
                <a:solidFill>
                  <a:srgbClr val="FFFFFF"/>
                </a:solidFill>
                <a:latin typeface="Malgun Gothic" pitchFamily="34" charset="0"/>
                <a:ea typeface="Malgun Gothic" pitchFamily="34" charset="-122"/>
                <a:cs typeface="Malgun Gothic" pitchFamily="34" charset="-120"/>
              </a:rPr>
              <a:t>3</a:t>
            </a:r>
            <a:endParaRPr lang="en-US" sz="1400" dirty="0"/>
          </a:p>
        </p:txBody>
      </p:sp>
      <p:sp>
        <p:nvSpPr>
          <p:cNvPr id="21" name="Text 19"/>
          <p:cNvSpPr txBox="1"/>
          <p:nvPr/>
        </p:nvSpPr>
        <p:spPr>
          <a:xfrm>
            <a:off x="5723890" y="1957070"/>
            <a:ext cx="1325880" cy="402590"/>
          </a:xfrm>
          <a:prstGeom prst="rect">
            <a:avLst/>
          </a:prstGeom>
          <a:noFill/>
          <a:ln/>
        </p:spPr>
        <p:txBody>
          <a:bodyPr wrap="square" lIns="0" tIns="0" rIns="0" bIns="0" rtlCol="0" anchor="ctr"/>
          <a:lstStyle/>
          <a:p>
            <a:pPr indent="0" marL="0">
              <a:buNone/>
            </a:pPr>
            <a:r>
              <a:rPr lang="en-US" sz="1500" b="1" dirty="0">
                <a:solidFill>
                  <a:srgbClr val="1E2621"/>
                </a:solidFill>
                <a:latin typeface="Malgun Gothic" pitchFamily="34" charset="0"/>
                <a:ea typeface="Malgun Gothic" pitchFamily="34" charset="-122"/>
                <a:cs typeface="Malgun Gothic" pitchFamily="34" charset="-120"/>
              </a:rPr>
              <a:t>팝업 처리</a:t>
            </a:r>
            <a:endParaRPr lang="en-US" sz="1500" dirty="0"/>
          </a:p>
        </p:txBody>
      </p:sp>
      <p:sp>
        <p:nvSpPr>
          <p:cNvPr id="22" name="Text 20"/>
          <p:cNvSpPr txBox="1"/>
          <p:nvPr/>
        </p:nvSpPr>
        <p:spPr>
          <a:xfrm>
            <a:off x="5248910" y="2487295"/>
            <a:ext cx="1737360" cy="731520"/>
          </a:xfrm>
          <a:prstGeom prst="rect">
            <a:avLst/>
          </a:prstGeom>
          <a:noFill/>
          <a:ln/>
        </p:spPr>
        <p:txBody>
          <a:bodyPr wrap="square" lIns="0" tIns="0" rIns="0" bIns="0" rtlCol="0" anchor="t"/>
          <a:lstStyle/>
          <a:p>
            <a:pPr indent="0" marL="0">
              <a:lnSpc>
                <a:spcPct val="110000"/>
              </a:lnSpc>
              <a:buNone/>
            </a:pPr>
            <a:r>
              <a:rPr lang="en-US" sz="1200" b="1" dirty="0">
                <a:solidFill>
                  <a:srgbClr val="5E5B52"/>
                </a:solidFill>
                <a:latin typeface="Malgun Gothic" pitchFamily="34" charset="0"/>
                <a:ea typeface="Malgun Gothic" pitchFamily="34" charset="-122"/>
                <a:cs typeface="Malgun Gothic" pitchFamily="34" charset="-120"/>
              </a:rPr>
              <a:t>활용목적 입력</a:t>
            </a:r>
            <a:endParaRPr lang="en-US" sz="1200" dirty="0"/>
          </a:p>
          <a:p>
            <a:pPr indent="0" marL="0">
              <a:lnSpc>
                <a:spcPct val="110000"/>
              </a:lnSpc>
              <a:buNone/>
            </a:pPr>
            <a:r>
              <a:rPr lang="en-US" sz="1200" b="1" dirty="0">
                <a:solidFill>
                  <a:srgbClr val="5E5B52"/>
                </a:solidFill>
                <a:latin typeface="Malgun Gothic" pitchFamily="34" charset="0"/>
                <a:ea typeface="Malgun Gothic" pitchFamily="34" charset="-122"/>
                <a:cs typeface="Malgun Gothic" pitchFamily="34" charset="-120"/>
              </a:rPr>
              <a:t>필수 약관 동의</a:t>
            </a:r>
            <a:endParaRPr lang="en-US" sz="1200" dirty="0"/>
          </a:p>
        </p:txBody>
      </p:sp>
      <p:sp>
        <p:nvSpPr>
          <p:cNvPr id="23" name="Shape 21"/>
          <p:cNvSpPr/>
          <p:nvPr/>
        </p:nvSpPr>
        <p:spPr>
          <a:xfrm>
            <a:off x="7113905" y="2414270"/>
            <a:ext cx="219710" cy="274320"/>
          </a:xfrm>
          <a:prstGeom prst="rightArrow">
            <a:avLst/>
          </a:prstGeom>
          <a:solidFill>
            <a:srgbClr val="B5654A"/>
          </a:solidFill>
          <a:ln w="12700">
            <a:solidFill>
              <a:srgbClr val="B5654A"/>
            </a:solidFill>
            <a:prstDash val="solid"/>
          </a:ln>
        </p:spPr>
      </p:sp>
      <p:sp>
        <p:nvSpPr>
          <p:cNvPr id="24" name="Shape 22"/>
          <p:cNvSpPr/>
          <p:nvPr/>
        </p:nvSpPr>
        <p:spPr>
          <a:xfrm>
            <a:off x="7352030" y="1810385"/>
            <a:ext cx="2011680" cy="1481455"/>
          </a:xfrm>
          <a:prstGeom prst="roundRect">
            <a:avLst>
              <a:gd name="adj" fmla="val 8642"/>
            </a:avLst>
          </a:prstGeom>
          <a:solidFill>
            <a:srgbClr val="FFFCF6"/>
          </a:solidFill>
          <a:ln w="12700">
            <a:solidFill>
              <a:srgbClr val="D8CBB2"/>
            </a:solidFill>
            <a:prstDash val="solid"/>
          </a:ln>
          <a:effectLst>
            <a:outerShdw sx="100000" sy="100000" kx="0" ky="0" algn="bl" rotWithShape="0" blurRad="101600" dist="25400" dir="5400000">
              <a:srgbClr val="8A7A5C">
                <a:alpha val="18000"/>
              </a:srgbClr>
            </a:outerShdw>
          </a:effectLst>
        </p:spPr>
      </p:sp>
      <p:sp>
        <p:nvSpPr>
          <p:cNvPr id="25" name="Shape 23"/>
          <p:cNvSpPr/>
          <p:nvPr/>
        </p:nvSpPr>
        <p:spPr>
          <a:xfrm>
            <a:off x="7516495" y="1957070"/>
            <a:ext cx="402590" cy="402590"/>
          </a:xfrm>
          <a:prstGeom prst="ellipse">
            <a:avLst/>
          </a:prstGeom>
          <a:solidFill>
            <a:srgbClr val="B5654A"/>
          </a:solidFill>
          <a:ln w="12700">
            <a:solidFill>
              <a:srgbClr val="B5654A"/>
            </a:solidFill>
            <a:prstDash val="solid"/>
          </a:ln>
        </p:spPr>
      </p:sp>
      <p:sp>
        <p:nvSpPr>
          <p:cNvPr id="26" name="Text 24"/>
          <p:cNvSpPr txBox="1"/>
          <p:nvPr/>
        </p:nvSpPr>
        <p:spPr>
          <a:xfrm>
            <a:off x="7516495" y="1957070"/>
            <a:ext cx="402590" cy="402590"/>
          </a:xfrm>
          <a:prstGeom prst="rect">
            <a:avLst/>
          </a:prstGeom>
          <a:noFill/>
          <a:ln/>
        </p:spPr>
        <p:txBody>
          <a:bodyPr wrap="square" lIns="0" tIns="0" rIns="0" bIns="0" rtlCol="0" anchor="ctr"/>
          <a:lstStyle/>
          <a:p>
            <a:pPr algn="ctr" indent="0" marL="0">
              <a:buNone/>
            </a:pPr>
            <a:r>
              <a:rPr lang="en-US" sz="1400" b="1" dirty="0">
                <a:solidFill>
                  <a:srgbClr val="FFFFFF"/>
                </a:solidFill>
                <a:latin typeface="Malgun Gothic" pitchFamily="34" charset="0"/>
                <a:ea typeface="Malgun Gothic" pitchFamily="34" charset="-122"/>
                <a:cs typeface="Malgun Gothic" pitchFamily="34" charset="-120"/>
              </a:rPr>
              <a:t>4</a:t>
            </a:r>
            <a:endParaRPr lang="en-US" sz="1400" dirty="0"/>
          </a:p>
        </p:txBody>
      </p:sp>
      <p:sp>
        <p:nvSpPr>
          <p:cNvPr id="27" name="Text 25"/>
          <p:cNvSpPr txBox="1"/>
          <p:nvPr/>
        </p:nvSpPr>
        <p:spPr>
          <a:xfrm>
            <a:off x="7992110" y="1957070"/>
            <a:ext cx="1325880" cy="402590"/>
          </a:xfrm>
          <a:prstGeom prst="rect">
            <a:avLst/>
          </a:prstGeom>
          <a:noFill/>
          <a:ln/>
        </p:spPr>
        <p:txBody>
          <a:bodyPr wrap="square" lIns="0" tIns="0" rIns="0" bIns="0" rtlCol="0" anchor="ctr"/>
          <a:lstStyle/>
          <a:p>
            <a:pPr indent="0" marL="0">
              <a:buNone/>
            </a:pPr>
            <a:r>
              <a:rPr lang="en-US" sz="1500" b="1" dirty="0">
                <a:solidFill>
                  <a:srgbClr val="1E2621"/>
                </a:solidFill>
                <a:latin typeface="Malgun Gothic" pitchFamily="34" charset="0"/>
                <a:ea typeface="Malgun Gothic" pitchFamily="34" charset="-122"/>
                <a:cs typeface="Malgun Gothic" pitchFamily="34" charset="-120"/>
              </a:rPr>
              <a:t>다운로드 대기</a:t>
            </a:r>
            <a:endParaRPr lang="en-US" sz="1500" dirty="0"/>
          </a:p>
        </p:txBody>
      </p:sp>
      <p:sp>
        <p:nvSpPr>
          <p:cNvPr id="28" name="Text 26"/>
          <p:cNvSpPr txBox="1"/>
          <p:nvPr/>
        </p:nvSpPr>
        <p:spPr>
          <a:xfrm>
            <a:off x="7516495" y="2487295"/>
            <a:ext cx="1737360" cy="731520"/>
          </a:xfrm>
          <a:prstGeom prst="rect">
            <a:avLst/>
          </a:prstGeom>
          <a:noFill/>
          <a:ln/>
        </p:spPr>
        <p:txBody>
          <a:bodyPr wrap="square" lIns="0" tIns="0" rIns="0" bIns="0" rtlCol="0" anchor="t"/>
          <a:lstStyle/>
          <a:p>
            <a:pPr indent="0" marL="0">
              <a:lnSpc>
                <a:spcPct val="110000"/>
              </a:lnSpc>
              <a:buNone/>
            </a:pPr>
            <a:r>
              <a:rPr lang="en-US" sz="1200" b="1" dirty="0">
                <a:solidFill>
                  <a:srgbClr val="5E5B52"/>
                </a:solidFill>
                <a:latin typeface="Malgun Gothic" pitchFamily="34" charset="0"/>
                <a:ea typeface="Malgun Gothic" pitchFamily="34" charset="-122"/>
                <a:cs typeface="Malgun Gothic" pitchFamily="34" charset="-120"/>
              </a:rPr>
              <a:t>.crdownload · .part가</a:t>
            </a:r>
            <a:endParaRPr lang="en-US" sz="1200" dirty="0"/>
          </a:p>
          <a:p>
            <a:pPr indent="0" marL="0">
              <a:lnSpc>
                <a:spcPct val="110000"/>
              </a:lnSpc>
              <a:buNone/>
            </a:pPr>
            <a:r>
              <a:rPr lang="en-US" sz="1200" b="1" dirty="0">
                <a:solidFill>
                  <a:srgbClr val="5E5B52"/>
                </a:solidFill>
                <a:latin typeface="Malgun Gothic" pitchFamily="34" charset="0"/>
                <a:ea typeface="Malgun Gothic" pitchFamily="34" charset="-122"/>
                <a:cs typeface="Malgun Gothic" pitchFamily="34" charset="-120"/>
              </a:rPr>
              <a:t>사라질 때까지 감시</a:t>
            </a:r>
            <a:endParaRPr lang="en-US" sz="1200" dirty="0"/>
          </a:p>
        </p:txBody>
      </p:sp>
      <p:sp>
        <p:nvSpPr>
          <p:cNvPr id="29" name="Shape 27"/>
          <p:cNvSpPr/>
          <p:nvPr/>
        </p:nvSpPr>
        <p:spPr>
          <a:xfrm>
            <a:off x="9381490" y="2414270"/>
            <a:ext cx="219710" cy="274320"/>
          </a:xfrm>
          <a:prstGeom prst="rightArrow">
            <a:avLst/>
          </a:prstGeom>
          <a:solidFill>
            <a:srgbClr val="B5654A"/>
          </a:solidFill>
          <a:ln w="12700">
            <a:solidFill>
              <a:srgbClr val="B5654A"/>
            </a:solidFill>
            <a:prstDash val="solid"/>
          </a:ln>
        </p:spPr>
      </p:sp>
      <p:sp>
        <p:nvSpPr>
          <p:cNvPr id="30" name="Shape 28"/>
          <p:cNvSpPr/>
          <p:nvPr/>
        </p:nvSpPr>
        <p:spPr>
          <a:xfrm>
            <a:off x="9619615" y="1810385"/>
            <a:ext cx="2011680" cy="1481455"/>
          </a:xfrm>
          <a:prstGeom prst="roundRect">
            <a:avLst>
              <a:gd name="adj" fmla="val 8642"/>
            </a:avLst>
          </a:prstGeom>
          <a:solidFill>
            <a:srgbClr val="2E5A46"/>
          </a:solidFill>
          <a:ln w="12700">
            <a:solidFill>
              <a:srgbClr val="2E5A46"/>
            </a:solidFill>
            <a:prstDash val="solid"/>
          </a:ln>
          <a:effectLst>
            <a:outerShdw sx="100000" sy="100000" kx="0" ky="0" algn="bl" rotWithShape="0" blurRad="101600" dist="25400" dir="5400000">
              <a:srgbClr val="8A7A5C">
                <a:alpha val="18000"/>
              </a:srgbClr>
            </a:outerShdw>
          </a:effectLst>
        </p:spPr>
      </p:sp>
      <p:sp>
        <p:nvSpPr>
          <p:cNvPr id="31" name="Shape 29"/>
          <p:cNvSpPr/>
          <p:nvPr/>
        </p:nvSpPr>
        <p:spPr>
          <a:xfrm>
            <a:off x="9784080" y="1957070"/>
            <a:ext cx="402590" cy="402590"/>
          </a:xfrm>
          <a:prstGeom prst="ellipse">
            <a:avLst/>
          </a:prstGeom>
          <a:solidFill>
            <a:srgbClr val="D9A441"/>
          </a:solidFill>
          <a:ln w="12700">
            <a:solidFill>
              <a:srgbClr val="D9A441"/>
            </a:solidFill>
            <a:prstDash val="solid"/>
          </a:ln>
        </p:spPr>
      </p:sp>
      <p:sp>
        <p:nvSpPr>
          <p:cNvPr id="32" name="Text 30"/>
          <p:cNvSpPr txBox="1"/>
          <p:nvPr/>
        </p:nvSpPr>
        <p:spPr>
          <a:xfrm>
            <a:off x="9784080" y="1957070"/>
            <a:ext cx="402590" cy="402590"/>
          </a:xfrm>
          <a:prstGeom prst="rect">
            <a:avLst/>
          </a:prstGeom>
          <a:noFill/>
          <a:ln/>
        </p:spPr>
        <p:txBody>
          <a:bodyPr wrap="square" lIns="0" tIns="0" rIns="0" bIns="0" rtlCol="0" anchor="ctr"/>
          <a:lstStyle/>
          <a:p>
            <a:pPr algn="ctr" indent="0" marL="0">
              <a:buNone/>
            </a:pPr>
            <a:r>
              <a:rPr lang="en-US" sz="1400" b="1" dirty="0">
                <a:solidFill>
                  <a:srgbClr val="FFFFFF"/>
                </a:solidFill>
                <a:latin typeface="Malgun Gothic" pitchFamily="34" charset="0"/>
                <a:ea typeface="Malgun Gothic" pitchFamily="34" charset="-122"/>
                <a:cs typeface="Malgun Gothic" pitchFamily="34" charset="-120"/>
              </a:rPr>
              <a:t>5</a:t>
            </a:r>
            <a:endParaRPr lang="en-US" sz="1400" dirty="0"/>
          </a:p>
        </p:txBody>
      </p:sp>
      <p:sp>
        <p:nvSpPr>
          <p:cNvPr id="33" name="Text 31"/>
          <p:cNvSpPr txBox="1"/>
          <p:nvPr/>
        </p:nvSpPr>
        <p:spPr>
          <a:xfrm>
            <a:off x="10259695" y="1957070"/>
            <a:ext cx="1325880" cy="402590"/>
          </a:xfrm>
          <a:prstGeom prst="rect">
            <a:avLst/>
          </a:prstGeom>
          <a:noFill/>
          <a:ln/>
        </p:spPr>
        <p:txBody>
          <a:bodyPr wrap="square" lIns="0" tIns="0" rIns="0" bIns="0" rtlCol="0" anchor="ctr"/>
          <a:lstStyle/>
          <a:p>
            <a:pPr indent="0" marL="0">
              <a:buNone/>
            </a:pPr>
            <a:r>
              <a:rPr lang="en-US" sz="1500" b="1" dirty="0">
                <a:solidFill>
                  <a:srgbClr val="FFFFFF"/>
                </a:solidFill>
                <a:latin typeface="Malgun Gothic" pitchFamily="34" charset="0"/>
                <a:ea typeface="Malgun Gothic" pitchFamily="34" charset="-122"/>
                <a:cs typeface="Malgun Gothic" pitchFamily="34" charset="-120"/>
              </a:rPr>
              <a:t>RAW 적재</a:t>
            </a:r>
            <a:endParaRPr lang="en-US" sz="1500" dirty="0"/>
          </a:p>
        </p:txBody>
      </p:sp>
      <p:sp>
        <p:nvSpPr>
          <p:cNvPr id="34" name="Text 32"/>
          <p:cNvSpPr txBox="1"/>
          <p:nvPr/>
        </p:nvSpPr>
        <p:spPr>
          <a:xfrm>
            <a:off x="9784080" y="2487295"/>
            <a:ext cx="1737360" cy="731520"/>
          </a:xfrm>
          <a:prstGeom prst="rect">
            <a:avLst/>
          </a:prstGeom>
          <a:noFill/>
          <a:ln/>
        </p:spPr>
        <p:txBody>
          <a:bodyPr wrap="square" lIns="0" tIns="0" rIns="0" bIns="0" rtlCol="0" anchor="t"/>
          <a:lstStyle/>
          <a:p>
            <a:pPr indent="0" marL="0">
              <a:lnSpc>
                <a:spcPct val="110000"/>
              </a:lnSpc>
              <a:buNone/>
            </a:pPr>
            <a:r>
              <a:rPr lang="en-US" sz="1200" b="1" dirty="0">
                <a:solidFill>
                  <a:srgbClr val="E9E2D2"/>
                </a:solidFill>
                <a:latin typeface="Malgun Gothic" pitchFamily="34" charset="0"/>
                <a:ea typeface="Malgun Gothic" pitchFamily="34" charset="-122"/>
                <a:cs typeface="Malgun Gothic" pitchFamily="34" charset="-120"/>
              </a:rPr>
              <a:t>파일 검증 후</a:t>
            </a:r>
            <a:endParaRPr lang="en-US" sz="1200" dirty="0"/>
          </a:p>
          <a:p>
            <a:pPr indent="0" marL="0">
              <a:lnSpc>
                <a:spcPct val="110000"/>
              </a:lnSpc>
              <a:buNone/>
            </a:pPr>
            <a:r>
              <a:rPr lang="en-US" sz="1200" b="1" dirty="0">
                <a:solidFill>
                  <a:srgbClr val="E9E2D2"/>
                </a:solidFill>
                <a:latin typeface="Malgun Gothic" pitchFamily="34" charset="0"/>
                <a:ea typeface="Malgun Gothic" pitchFamily="34" charset="-122"/>
                <a:cs typeface="Malgun Gothic" pitchFamily="34" charset="-120"/>
              </a:rPr>
              <a:t>PostgreSQL COPY</a:t>
            </a:r>
            <a:endParaRPr lang="en-US" sz="1200" dirty="0"/>
          </a:p>
        </p:txBody>
      </p:sp>
      <p:sp>
        <p:nvSpPr>
          <p:cNvPr id="35" name="Text 33"/>
          <p:cNvSpPr txBox="1">
            <a:spLocks/>
          </p:cNvSpPr>
          <p:nvPr/>
        </p:nvSpPr>
        <p:spPr>
          <a:xfrm rot="0">
            <a:off x="548640" y="3584575"/>
            <a:ext cx="7315835" cy="347980"/>
          </a:xfrm>
          <a:prstGeom prst="rect"/>
          <a:noFill/>
          <a:ln cap="flat" cmpd="sng">
            <a:prstDash/>
          </a:ln>
        </p:spPr>
        <p:txBody>
          <a:bodyPr wrap="square" lIns="0" tIns="0" rIns="0" bIns="0" numCol="1" vert="horz" anchor="t">
            <a:noAutofit/>
          </a:bodyPr>
          <a:lstStyle/>
          <a:p>
            <a:pPr marL="0" indent="0">
              <a:buFontTx/>
              <a:buNone/>
            </a:pPr>
            <a:r>
              <a:rPr lang="en-US" sz="1600" b="1">
                <a:solidFill>
                  <a:srgbClr val="B5654A"/>
                </a:solidFill>
                <a:latin typeface="Malgun Gothic" charset="0"/>
                <a:ea typeface="Malgun Gothic" charset="0"/>
                <a:cs typeface="Malgun Gothic" charset="0"/>
              </a:rPr>
              <a:t>크롤링은 두 곳에서, 서로 다른 시점에 씁니다</a:t>
            </a:r>
            <a:endParaRPr lang="ko-KR" altLang="en-US" sz="1600" b="1">
              <a:solidFill>
                <a:srgbClr val="B5654A"/>
              </a:solidFill>
              <a:latin typeface="Malgun Gothic" charset="0"/>
              <a:ea typeface="Malgun Gothic" charset="0"/>
              <a:cs typeface="Malgun Gothic" charset="0"/>
            </a:endParaRPr>
          </a:p>
        </p:txBody>
      </p:sp>
      <p:sp>
        <p:nvSpPr>
          <p:cNvPr id="44" name="Text 41"/>
          <p:cNvSpPr txBox="1"/>
          <p:nvPr/>
        </p:nvSpPr>
        <p:spPr>
          <a:xfrm>
            <a:off x="548640" y="6446520"/>
            <a:ext cx="4572000" cy="228600"/>
          </a:xfrm>
          <a:prstGeom prst="rect">
            <a:avLst/>
          </a:prstGeom>
          <a:noFill/>
          <a:ln/>
        </p:spPr>
        <p:txBody>
          <a:bodyPr wrap="square" lIns="0" tIns="0" rIns="0" bIns="0" rtlCol="0" anchor="t"/>
          <a:lstStyle/>
          <a:p>
            <a:pPr indent="0" marL="0">
              <a:buNone/>
            </a:pPr>
            <a:r>
              <a:rPr lang="en-US" sz="900" b="1" spc="200" kern="0" dirty="0">
                <a:solidFill>
                  <a:srgbClr val="9A907C"/>
                </a:solidFill>
                <a:latin typeface="Malgun Gothic" pitchFamily="34" charset="0"/>
                <a:ea typeface="Malgun Gothic" pitchFamily="34" charset="-122"/>
                <a:cs typeface="Malgun Gothic" pitchFamily="34" charset="-120"/>
              </a:rPr>
              <a:t>WOOSIMWOONKKA · MY MOVE CLUB</a:t>
            </a:r>
            <a:endParaRPr lang="en-US" sz="900" dirty="0"/>
          </a:p>
        </p:txBody>
      </p:sp>
      <p:sp>
        <p:nvSpPr>
          <p:cNvPr id="45" name="Text 42"/>
          <p:cNvSpPr txBox="1"/>
          <p:nvPr/>
        </p:nvSpPr>
        <p:spPr>
          <a:xfrm>
            <a:off x="11182985" y="6446520"/>
            <a:ext cx="457200" cy="228600"/>
          </a:xfrm>
          <a:prstGeom prst="rect">
            <a:avLst/>
          </a:prstGeom>
          <a:noFill/>
          <a:ln/>
        </p:spPr>
        <p:txBody>
          <a:bodyPr wrap="square" lIns="0" tIns="0" rIns="0" bIns="0" rtlCol="0" anchor="t"/>
          <a:lstStyle/>
          <a:p>
            <a:pPr algn="r" indent="0" marL="0">
              <a:buNone/>
            </a:pPr>
            <a:r>
              <a:rPr lang="en-US" sz="900" b="1" dirty="0">
                <a:solidFill>
                  <a:srgbClr val="9A907C"/>
                </a:solidFill>
                <a:latin typeface="Malgun Gothic" pitchFamily="34" charset="0"/>
                <a:ea typeface="Malgun Gothic" pitchFamily="34" charset="-122"/>
                <a:cs typeface="Malgun Gothic" pitchFamily="34" charset="-120"/>
              </a:rPr>
              <a:t>16</a:t>
            </a:r>
            <a:endParaRPr lang="en-US" sz="900" dirty="0"/>
          </a:p>
        </p:txBody>
      </p:sp>
      <p:sp>
        <p:nvSpPr>
          <p:cNvPr id="46" name="도형 6"/>
          <p:cNvSpPr>
            <a:spLocks/>
          </p:cNvSpPr>
          <p:nvPr/>
        </p:nvSpPr>
        <p:spPr>
          <a:xfrm rot="0">
            <a:off x="548640" y="384175"/>
            <a:ext cx="384175" cy="384175"/>
          </a:xfrm>
          <a:prstGeom prst="rect"/>
          <a:noFill/>
          <a:ln>
            <a:noFill/>
            <a:prstDash/>
          </a:ln>
        </p:spPr>
        <p:style>
          <a:lnRef idx="0"/>
          <a:fillRef idx="0"/>
          <a:effectRef idx="0"/>
          <a:fontRef idx="minor"/>
        </p:style>
        <p:txBody>
          <a:bodyPr wrap="square" lIns="0" tIns="0" rIns="0" bIns="0" numCol="1" vert="horz" anchor="ctr">
            <a:noAutofit/>
          </a:bodyPr>
          <a:lstStyle/>
          <a:p>
            <a:pPr marL="0" indent="0" algn="ctr" defTabSz="914400">
              <a:lnSpc>
                <a:spcPct val="100000"/>
              </a:lnSpc>
              <a:buFontTx/>
              <a:buNone/>
              <a:tabLst>
                <a:tab pos="0" algn="l"/>
              </a:tabLst>
            </a:pPr>
            <a:r>
              <a:rPr lang="en-US" sz="1300" b="1" strike="noStrike">
                <a:solidFill>
                  <a:srgbClr val="FFFFFF"/>
                </a:solidFill>
                <a:latin typeface="Malgun Gothic" charset="0"/>
                <a:ea typeface="Malgun Gothic" charset="0"/>
              </a:rPr>
              <a:t>0</a:t>
            </a:r>
            <a:r>
              <a:rPr lang="ko-KR" sz="1300" b="1" strike="noStrike">
                <a:solidFill>
                  <a:srgbClr val="FFFFFF"/>
                </a:solidFill>
                <a:latin typeface="Malgun Gothic" charset="0"/>
                <a:ea typeface="Malgun Gothic" charset="0"/>
              </a:rPr>
              <a:t>6</a:t>
            </a:r>
            <a:endParaRPr lang="ko-KR" altLang="en-US" sz="1300" b="1" strike="noStrike">
              <a:solidFill>
                <a:srgbClr val="FFFFFF"/>
              </a:solidFill>
              <a:latin typeface="Malgun Gothic" charset="0"/>
              <a:ea typeface="Malgun Gothic" charset="0"/>
            </a:endParaRPr>
          </a:p>
        </p:txBody>
      </p:sp>
    </p:spTree>
  </p:cSld>
  <p:clrMapOvr>
    <a:masterClrMapping/>
  </p:clrMapOvr>
  <mc:AlternateContent xmlns:mc="http://schemas.openxmlformats.org/markup-compatibility/2006">
    <mc:Choice xmlns:p14="http://schemas.microsoft.com/office/powerpoint/2010/main" Requires="p14">
      <p:transition spd="slow" p14:dur="2000"/>
    </mc:Choice>
    <mc:Fallback>
      <p:transition spd="slow"/>
    </mc:Fallback>
  </mc:AlternateContent>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xmlns:p14="http://schemas.microsoft.com/office/powerpoint/2010/main">
  <p:cSld name="">
    <p:bg>
      <p:bgPr>
        <a:solidFill>
          <a:srgbClr val="F7F1E6"/>
        </a:solidFill>
      </p:bgPr>
    </p:bg>
    <p:spTree>
      <p:nvGrpSpPr>
        <p:cNvPr id="1" name=""/>
        <p:cNvGrpSpPr/>
        <p:nvPr/>
      </p:nvGrpSpPr>
      <p:grpSpPr>
        <a:xfrm>
          <a:off x="0" y="0"/>
          <a:ext cx="0" cy="0"/>
          <a:chOff x="0" y="0"/>
          <a:chExt cx="0" cy="0"/>
        </a:xfrm>
      </p:grpSpPr>
      <p:sp>
        <p:nvSpPr>
          <p:cNvPr id="2" name="Shape 0"/>
          <p:cNvSpPr/>
          <p:nvPr/>
        </p:nvSpPr>
        <p:spPr>
          <a:xfrm>
            <a:off x="548640" y="384175"/>
            <a:ext cx="384175" cy="384175"/>
          </a:xfrm>
          <a:prstGeom prst="ellipse">
            <a:avLst/>
          </a:prstGeom>
          <a:solidFill>
            <a:srgbClr val="2E5A46"/>
          </a:solidFill>
          <a:ln w="12700">
            <a:solidFill>
              <a:srgbClr val="2E5A46"/>
            </a:solidFill>
            <a:prstDash val="solid"/>
          </a:ln>
        </p:spPr>
      </p:sp>
      <p:sp>
        <p:nvSpPr>
          <p:cNvPr id="4" name="Text 2"/>
          <p:cNvSpPr txBox="1"/>
          <p:nvPr/>
        </p:nvSpPr>
        <p:spPr>
          <a:xfrm>
            <a:off x="1042670" y="384175"/>
            <a:ext cx="5486400" cy="384175"/>
          </a:xfrm>
          <a:prstGeom prst="rect">
            <a:avLst/>
          </a:prstGeom>
          <a:noFill/>
          <a:ln/>
        </p:spPr>
        <p:txBody>
          <a:bodyPr wrap="square" lIns="0" tIns="0" rIns="0" bIns="0" rtlCol="0" anchor="ctr"/>
          <a:lstStyle/>
          <a:p>
            <a:pPr indent="0" marL="0">
              <a:buNone/>
            </a:pPr>
            <a:r>
              <a:rPr lang="en-US" sz="1400" b="1" spc="200" kern="0" dirty="0">
                <a:solidFill>
                  <a:srgbClr val="B5654A"/>
                </a:solidFill>
                <a:latin typeface="Malgun Gothic" pitchFamily="34" charset="0"/>
                <a:ea typeface="Malgun Gothic" pitchFamily="34" charset="-122"/>
                <a:cs typeface="Malgun Gothic" pitchFamily="34" charset="-120"/>
              </a:rPr>
              <a:t>CRAWLING · 다운로드 검증</a:t>
            </a:r>
            <a:endParaRPr lang="en-US" sz="1400" dirty="0"/>
          </a:p>
        </p:txBody>
      </p:sp>
      <p:sp>
        <p:nvSpPr>
          <p:cNvPr id="5" name="Text 3"/>
          <p:cNvSpPr txBox="1"/>
          <p:nvPr/>
        </p:nvSpPr>
        <p:spPr>
          <a:xfrm>
            <a:off x="548640" y="895985"/>
            <a:ext cx="11064240" cy="731520"/>
          </a:xfrm>
          <a:prstGeom prst="rect">
            <a:avLst/>
          </a:prstGeom>
          <a:noFill/>
          <a:ln/>
        </p:spPr>
        <p:txBody>
          <a:bodyPr wrap="square" lIns="0" tIns="0" rIns="0" bIns="0" rtlCol="0" anchor="ctr"/>
          <a:lstStyle/>
          <a:p>
            <a:pPr indent="0" marL="0">
              <a:buNone/>
            </a:pPr>
            <a:r>
              <a:rPr lang="en-US" sz="3400" b="1" dirty="0">
                <a:solidFill>
                  <a:srgbClr val="1E2621"/>
                </a:solidFill>
                <a:latin typeface="Malgun Gothic" pitchFamily="34" charset="0"/>
                <a:ea typeface="Malgun Gothic" pitchFamily="34" charset="-122"/>
                <a:cs typeface="Malgun Gothic" pitchFamily="34" charset="-120"/>
              </a:rPr>
              <a:t>받은 파일도, 그대로 믿지 않습니다</a:t>
            </a:r>
            <a:endParaRPr lang="en-US" sz="3400" dirty="0"/>
          </a:p>
        </p:txBody>
      </p:sp>
      <p:sp>
        <p:nvSpPr>
          <p:cNvPr id="6" name="Shape 4"/>
          <p:cNvSpPr/>
          <p:nvPr/>
        </p:nvSpPr>
        <p:spPr>
          <a:xfrm>
            <a:off x="548640" y="1810385"/>
            <a:ext cx="3520440" cy="1170305"/>
          </a:xfrm>
          <a:prstGeom prst="roundRect">
            <a:avLst>
              <a:gd name="adj" fmla="val 10938"/>
            </a:avLst>
          </a:prstGeom>
          <a:solidFill>
            <a:srgbClr val="FFFCF6"/>
          </a:solidFill>
          <a:ln w="12700">
            <a:solidFill>
              <a:srgbClr val="D8CBB2"/>
            </a:solidFill>
            <a:prstDash val="solid"/>
          </a:ln>
          <a:effectLst>
            <a:outerShdw sx="100000" sy="100000" kx="0" ky="0" algn="bl" rotWithShape="0" blurRad="101600" dist="25400" dir="5400000">
              <a:srgbClr val="8A7A5C">
                <a:alpha val="18000"/>
              </a:srgbClr>
            </a:outerShdw>
          </a:effectLst>
        </p:spPr>
      </p:sp>
      <p:sp>
        <p:nvSpPr>
          <p:cNvPr id="7" name="Shape 5"/>
          <p:cNvSpPr/>
          <p:nvPr/>
        </p:nvSpPr>
        <p:spPr>
          <a:xfrm>
            <a:off x="731520" y="2084705"/>
            <a:ext cx="567055" cy="567055"/>
          </a:xfrm>
          <a:prstGeom prst="ellipse">
            <a:avLst/>
          </a:prstGeom>
          <a:solidFill>
            <a:srgbClr val="2E5A46"/>
          </a:solidFill>
          <a:ln w="12700">
            <a:solidFill>
              <a:srgbClr val="2E5A46"/>
            </a:solidFill>
            <a:prstDash val="solid"/>
          </a:ln>
        </p:spPr>
      </p:sp>
      <p:pic>
        <p:nvPicPr>
          <p:cNvPr id="8" name="Image 0">    </p:cNvPr>
          <p:cNvPicPr>
            <a:picLocks noChangeAspect="1"/>
          </p:cNvPicPr>
          <p:nvPr/>
        </p:nvPicPr>
        <p:blipFill>
          <a:blip r:embed="rId1"/>
          <a:stretch>
            <a:fillRect/>
          </a:stretch>
        </p:blipFill>
        <p:spPr>
          <a:xfrm>
            <a:off x="878840" y="2232025"/>
            <a:ext cx="272415" cy="272415"/>
          </a:xfrm>
          <a:prstGeom prst="rect">
            <a:avLst/>
          </a:prstGeom>
        </p:spPr>
      </p:pic>
      <p:sp>
        <p:nvSpPr>
          <p:cNvPr id="9" name="Text 6"/>
          <p:cNvSpPr txBox="1"/>
          <p:nvPr/>
        </p:nvSpPr>
        <p:spPr>
          <a:xfrm>
            <a:off x="1463040" y="1938655"/>
            <a:ext cx="2514600" cy="365760"/>
          </a:xfrm>
          <a:prstGeom prst="rect">
            <a:avLst/>
          </a:prstGeom>
          <a:noFill/>
          <a:ln/>
        </p:spPr>
        <p:txBody>
          <a:bodyPr wrap="square" lIns="0" tIns="0" rIns="0" bIns="0" rtlCol="0" anchor="t"/>
          <a:lstStyle/>
          <a:p>
            <a:pPr indent="0" marL="0">
              <a:buNone/>
            </a:pPr>
            <a:r>
              <a:rPr lang="en-US" sz="1650" b="1" dirty="0">
                <a:solidFill>
                  <a:srgbClr val="1E2621"/>
                </a:solidFill>
                <a:latin typeface="Malgun Gothic" pitchFamily="34" charset="0"/>
                <a:ea typeface="Malgun Gothic" pitchFamily="34" charset="-122"/>
                <a:cs typeface="Malgun Gothic" pitchFamily="34" charset="-120"/>
              </a:rPr>
              <a:t>HTML 페이지 차단</a:t>
            </a:r>
            <a:endParaRPr lang="en-US" sz="1650" dirty="0"/>
          </a:p>
        </p:txBody>
      </p:sp>
      <p:sp>
        <p:nvSpPr>
          <p:cNvPr id="10" name="Text 7"/>
          <p:cNvSpPr txBox="1"/>
          <p:nvPr/>
        </p:nvSpPr>
        <p:spPr>
          <a:xfrm>
            <a:off x="1463040" y="2322830"/>
            <a:ext cx="2514600" cy="603250"/>
          </a:xfrm>
          <a:prstGeom prst="rect">
            <a:avLst/>
          </a:prstGeom>
          <a:noFill/>
          <a:ln/>
        </p:spPr>
        <p:txBody>
          <a:bodyPr wrap="square" lIns="0" tIns="0" rIns="0" bIns="0" rtlCol="0" anchor="t"/>
          <a:lstStyle/>
          <a:p>
            <a:pPr indent="0" marL="0">
              <a:lnSpc>
                <a:spcPct val="105000"/>
              </a:lnSpc>
              <a:buNone/>
            </a:pPr>
            <a:r>
              <a:rPr lang="en-US" sz="1150" b="1" dirty="0">
                <a:solidFill>
                  <a:srgbClr val="5E5B52"/>
                </a:solidFill>
                <a:latin typeface="Malgun Gothic" pitchFamily="34" charset="0"/>
                <a:ea typeface="Malgun Gothic" pitchFamily="34" charset="-122"/>
                <a:cs typeface="Malgun Gothic" pitchFamily="34" charset="-120"/>
              </a:rPr>
              <a:t>받은 파일이 CSV가 아니라</a:t>
            </a:r>
            <a:endParaRPr lang="en-US" sz="1150" dirty="0"/>
          </a:p>
          <a:p>
            <a:pPr indent="0" marL="0">
              <a:lnSpc>
                <a:spcPct val="105000"/>
              </a:lnSpc>
              <a:buNone/>
            </a:pPr>
            <a:r>
              <a:rPr lang="en-US" sz="1150" b="1" dirty="0">
                <a:solidFill>
                  <a:srgbClr val="5E5B52"/>
                </a:solidFill>
                <a:latin typeface="Malgun Gothic" pitchFamily="34" charset="0"/>
                <a:ea typeface="Malgun Gothic" pitchFamily="34" charset="-122"/>
                <a:cs typeface="Malgun Gothic" pitchFamily="34" charset="-120"/>
              </a:rPr>
              <a:t>로그인 페이지 같은 HTML이면 중단</a:t>
            </a:r>
            <a:endParaRPr lang="en-US" sz="1150" dirty="0"/>
          </a:p>
        </p:txBody>
      </p:sp>
      <p:sp>
        <p:nvSpPr>
          <p:cNvPr id="11" name="Shape 8"/>
          <p:cNvSpPr/>
          <p:nvPr/>
        </p:nvSpPr>
        <p:spPr>
          <a:xfrm>
            <a:off x="4251960" y="1810385"/>
            <a:ext cx="3520440" cy="1170305"/>
          </a:xfrm>
          <a:prstGeom prst="roundRect">
            <a:avLst>
              <a:gd name="adj" fmla="val 10938"/>
            </a:avLst>
          </a:prstGeom>
          <a:solidFill>
            <a:srgbClr val="FFFCF6"/>
          </a:solidFill>
          <a:ln w="12700">
            <a:solidFill>
              <a:srgbClr val="D8CBB2"/>
            </a:solidFill>
            <a:prstDash val="solid"/>
          </a:ln>
          <a:effectLst>
            <a:outerShdw sx="100000" sy="100000" kx="0" ky="0" algn="bl" rotWithShape="0" blurRad="101600" dist="25400" dir="5400000">
              <a:srgbClr val="8A7A5C">
                <a:alpha val="18000"/>
              </a:srgbClr>
            </a:outerShdw>
          </a:effectLst>
        </p:spPr>
      </p:sp>
      <p:sp>
        <p:nvSpPr>
          <p:cNvPr id="12" name="Shape 9"/>
          <p:cNvSpPr/>
          <p:nvPr/>
        </p:nvSpPr>
        <p:spPr>
          <a:xfrm>
            <a:off x="4434840" y="2084705"/>
            <a:ext cx="567055" cy="567055"/>
          </a:xfrm>
          <a:prstGeom prst="ellipse">
            <a:avLst/>
          </a:prstGeom>
          <a:solidFill>
            <a:srgbClr val="2E5A46"/>
          </a:solidFill>
          <a:ln w="12700">
            <a:solidFill>
              <a:srgbClr val="2E5A46"/>
            </a:solidFill>
            <a:prstDash val="solid"/>
          </a:ln>
        </p:spPr>
      </p:sp>
      <p:pic>
        <p:nvPicPr>
          <p:cNvPr id="13" name="Image 1">    </p:cNvPr>
          <p:cNvPicPr>
            <a:picLocks noChangeAspect="1"/>
          </p:cNvPicPr>
          <p:nvPr/>
        </p:nvPicPr>
        <p:blipFill>
          <a:blip r:embed="rId2"/>
          <a:stretch>
            <a:fillRect/>
          </a:stretch>
        </p:blipFill>
        <p:spPr>
          <a:xfrm>
            <a:off x="4582160" y="2232025"/>
            <a:ext cx="272415" cy="272415"/>
          </a:xfrm>
          <a:prstGeom prst="rect">
            <a:avLst/>
          </a:prstGeom>
        </p:spPr>
      </p:pic>
      <p:sp>
        <p:nvSpPr>
          <p:cNvPr id="14" name="Text 10"/>
          <p:cNvSpPr txBox="1"/>
          <p:nvPr/>
        </p:nvSpPr>
        <p:spPr>
          <a:xfrm>
            <a:off x="5166360" y="1938655"/>
            <a:ext cx="2514600" cy="365760"/>
          </a:xfrm>
          <a:prstGeom prst="rect">
            <a:avLst/>
          </a:prstGeom>
          <a:noFill/>
          <a:ln/>
        </p:spPr>
        <p:txBody>
          <a:bodyPr wrap="square" lIns="0" tIns="0" rIns="0" bIns="0" rtlCol="0" anchor="t"/>
          <a:lstStyle/>
          <a:p>
            <a:pPr indent="0" marL="0">
              <a:buNone/>
            </a:pPr>
            <a:r>
              <a:rPr lang="en-US" sz="1650" b="1" dirty="0">
                <a:solidFill>
                  <a:srgbClr val="1E2621"/>
                </a:solidFill>
                <a:latin typeface="Malgun Gothic" pitchFamily="34" charset="0"/>
                <a:ea typeface="Malgun Gothic" pitchFamily="34" charset="-122"/>
                <a:cs typeface="Malgun Gothic" pitchFamily="34" charset="-120"/>
              </a:rPr>
              <a:t>UTF-8 디코딩</a:t>
            </a:r>
            <a:endParaRPr lang="en-US" sz="1650" dirty="0"/>
          </a:p>
        </p:txBody>
      </p:sp>
      <p:sp>
        <p:nvSpPr>
          <p:cNvPr id="15" name="Text 11"/>
          <p:cNvSpPr txBox="1"/>
          <p:nvPr/>
        </p:nvSpPr>
        <p:spPr>
          <a:xfrm>
            <a:off x="5166360" y="2322830"/>
            <a:ext cx="2514600" cy="603250"/>
          </a:xfrm>
          <a:prstGeom prst="rect">
            <a:avLst/>
          </a:prstGeom>
          <a:noFill/>
          <a:ln/>
        </p:spPr>
        <p:txBody>
          <a:bodyPr wrap="square" lIns="0" tIns="0" rIns="0" bIns="0" rtlCol="0" anchor="t"/>
          <a:lstStyle/>
          <a:p>
            <a:pPr indent="0" marL="0">
              <a:lnSpc>
                <a:spcPct val="105000"/>
              </a:lnSpc>
              <a:buNone/>
            </a:pPr>
            <a:r>
              <a:rPr lang="en-US" sz="1150" b="1" dirty="0">
                <a:solidFill>
                  <a:srgbClr val="5E5B52"/>
                </a:solidFill>
                <a:latin typeface="Malgun Gothic" pitchFamily="34" charset="0"/>
                <a:ea typeface="Malgun Gothic" pitchFamily="34" charset="-122"/>
                <a:cs typeface="Malgun Gothic" pitchFamily="34" charset="-120"/>
              </a:rPr>
              <a:t>인코딩이 깨지면</a:t>
            </a:r>
            <a:endParaRPr lang="en-US" sz="1150" dirty="0"/>
          </a:p>
          <a:p>
            <a:pPr indent="0" marL="0">
              <a:lnSpc>
                <a:spcPct val="105000"/>
              </a:lnSpc>
              <a:buNone/>
            </a:pPr>
            <a:r>
              <a:rPr lang="en-US" sz="1150" b="1" dirty="0">
                <a:solidFill>
                  <a:srgbClr val="5E5B52"/>
                </a:solidFill>
                <a:latin typeface="Malgun Gothic" pitchFamily="34" charset="0"/>
                <a:ea typeface="Malgun Gothic" pitchFamily="34" charset="-122"/>
                <a:cs typeface="Malgun Gothic" pitchFamily="34" charset="-120"/>
              </a:rPr>
              <a:t>깨진 byte 위치와 함께 실패 기록</a:t>
            </a:r>
            <a:endParaRPr lang="en-US" sz="1150" dirty="0"/>
          </a:p>
        </p:txBody>
      </p:sp>
      <p:sp>
        <p:nvSpPr>
          <p:cNvPr id="16" name="Shape 12"/>
          <p:cNvSpPr/>
          <p:nvPr/>
        </p:nvSpPr>
        <p:spPr>
          <a:xfrm>
            <a:off x="548640" y="3163570"/>
            <a:ext cx="3520440" cy="1170305"/>
          </a:xfrm>
          <a:prstGeom prst="roundRect">
            <a:avLst>
              <a:gd name="adj" fmla="val 10938"/>
            </a:avLst>
          </a:prstGeom>
          <a:solidFill>
            <a:srgbClr val="FFFCF6"/>
          </a:solidFill>
          <a:ln w="12700">
            <a:solidFill>
              <a:srgbClr val="D8CBB2"/>
            </a:solidFill>
            <a:prstDash val="solid"/>
          </a:ln>
          <a:effectLst>
            <a:outerShdw sx="100000" sy="100000" kx="0" ky="0" algn="bl" rotWithShape="0" blurRad="101600" dist="25400" dir="5400000">
              <a:srgbClr val="8A7A5C">
                <a:alpha val="18000"/>
              </a:srgbClr>
            </a:outerShdw>
          </a:effectLst>
        </p:spPr>
      </p:sp>
      <p:sp>
        <p:nvSpPr>
          <p:cNvPr id="17" name="Shape 13"/>
          <p:cNvSpPr/>
          <p:nvPr/>
        </p:nvSpPr>
        <p:spPr>
          <a:xfrm>
            <a:off x="731520" y="3437890"/>
            <a:ext cx="567055" cy="567055"/>
          </a:xfrm>
          <a:prstGeom prst="ellipse">
            <a:avLst/>
          </a:prstGeom>
          <a:solidFill>
            <a:srgbClr val="B5654A"/>
          </a:solidFill>
          <a:ln w="12700">
            <a:solidFill>
              <a:srgbClr val="B5654A"/>
            </a:solidFill>
            <a:prstDash val="solid"/>
          </a:ln>
        </p:spPr>
      </p:sp>
      <p:pic>
        <p:nvPicPr>
          <p:cNvPr id="18" name="Image 2">    </p:cNvPr>
          <p:cNvPicPr>
            <a:picLocks noChangeAspect="1"/>
          </p:cNvPicPr>
          <p:nvPr/>
        </p:nvPicPr>
        <p:blipFill>
          <a:blip r:embed="rId3"/>
          <a:stretch>
            <a:fillRect/>
          </a:stretch>
        </p:blipFill>
        <p:spPr>
          <a:xfrm>
            <a:off x="878840" y="3585845"/>
            <a:ext cx="272415" cy="272415"/>
          </a:xfrm>
          <a:prstGeom prst="rect">
            <a:avLst/>
          </a:prstGeom>
        </p:spPr>
      </p:pic>
      <p:sp>
        <p:nvSpPr>
          <p:cNvPr id="19" name="Text 14"/>
          <p:cNvSpPr txBox="1"/>
          <p:nvPr/>
        </p:nvSpPr>
        <p:spPr>
          <a:xfrm>
            <a:off x="1463040" y="3291840"/>
            <a:ext cx="2514600" cy="365760"/>
          </a:xfrm>
          <a:prstGeom prst="rect">
            <a:avLst/>
          </a:prstGeom>
          <a:noFill/>
          <a:ln/>
        </p:spPr>
        <p:txBody>
          <a:bodyPr wrap="square" lIns="0" tIns="0" rIns="0" bIns="0" rtlCol="0" anchor="t"/>
          <a:lstStyle/>
          <a:p>
            <a:pPr indent="0" marL="0">
              <a:buNone/>
            </a:pPr>
            <a:r>
              <a:rPr lang="en-US" sz="1650" b="1" dirty="0">
                <a:solidFill>
                  <a:srgbClr val="1E2621"/>
                </a:solidFill>
                <a:latin typeface="Malgun Gothic" pitchFamily="34" charset="0"/>
                <a:ea typeface="Malgun Gothic" pitchFamily="34" charset="-122"/>
                <a:cs typeface="Malgun Gothic" pitchFamily="34" charset="-120"/>
              </a:rPr>
              <a:t>헤더 검사</a:t>
            </a:r>
            <a:endParaRPr lang="en-US" sz="1650" dirty="0"/>
          </a:p>
        </p:txBody>
      </p:sp>
      <p:sp>
        <p:nvSpPr>
          <p:cNvPr id="20" name="Text 15"/>
          <p:cNvSpPr txBox="1"/>
          <p:nvPr/>
        </p:nvSpPr>
        <p:spPr>
          <a:xfrm>
            <a:off x="1463040" y="3676015"/>
            <a:ext cx="2514600" cy="603250"/>
          </a:xfrm>
          <a:prstGeom prst="rect">
            <a:avLst/>
          </a:prstGeom>
          <a:noFill/>
          <a:ln/>
        </p:spPr>
        <p:txBody>
          <a:bodyPr wrap="square" lIns="0" tIns="0" rIns="0" bIns="0" rtlCol="0" anchor="t"/>
          <a:lstStyle/>
          <a:p>
            <a:pPr indent="0" marL="0">
              <a:lnSpc>
                <a:spcPct val="105000"/>
              </a:lnSpc>
              <a:buNone/>
            </a:pPr>
            <a:r>
              <a:rPr lang="en-US" sz="1150" b="1" dirty="0">
                <a:solidFill>
                  <a:srgbClr val="5E5B52"/>
                </a:solidFill>
                <a:latin typeface="Malgun Gothic" pitchFamily="34" charset="0"/>
                <a:ea typeface="Malgun Gothic" pitchFamily="34" charset="-122"/>
                <a:cs typeface="Malgun Gothic" pitchFamily="34" charset="-120"/>
              </a:rPr>
              <a:t>이름 없는 컬럼 ·</a:t>
            </a:r>
            <a:endParaRPr lang="en-US" sz="1150" dirty="0"/>
          </a:p>
          <a:p>
            <a:pPr indent="0" marL="0">
              <a:lnSpc>
                <a:spcPct val="105000"/>
              </a:lnSpc>
              <a:buNone/>
            </a:pPr>
            <a:r>
              <a:rPr lang="en-US" sz="1150" b="1" dirty="0">
                <a:solidFill>
                  <a:srgbClr val="5E5B52"/>
                </a:solidFill>
                <a:latin typeface="Malgun Gothic" pitchFamily="34" charset="0"/>
                <a:ea typeface="Malgun Gothic" pitchFamily="34" charset="-122"/>
                <a:cs typeface="Malgun Gothic" pitchFamily="34" charset="-120"/>
              </a:rPr>
              <a:t>중복 컬럼명이 있으면 차단</a:t>
            </a:r>
            <a:endParaRPr lang="en-US" sz="1150" dirty="0"/>
          </a:p>
        </p:txBody>
      </p:sp>
      <p:sp>
        <p:nvSpPr>
          <p:cNvPr id="21" name="Shape 16"/>
          <p:cNvSpPr/>
          <p:nvPr/>
        </p:nvSpPr>
        <p:spPr>
          <a:xfrm>
            <a:off x="4251960" y="3163570"/>
            <a:ext cx="3520440" cy="1170305"/>
          </a:xfrm>
          <a:prstGeom prst="roundRect">
            <a:avLst>
              <a:gd name="adj" fmla="val 10938"/>
            </a:avLst>
          </a:prstGeom>
          <a:solidFill>
            <a:srgbClr val="FFFCF6"/>
          </a:solidFill>
          <a:ln w="12700">
            <a:solidFill>
              <a:srgbClr val="D8CBB2"/>
            </a:solidFill>
            <a:prstDash val="solid"/>
          </a:ln>
          <a:effectLst>
            <a:outerShdw sx="100000" sy="100000" kx="0" ky="0" algn="bl" rotWithShape="0" blurRad="101600" dist="25400" dir="5400000">
              <a:srgbClr val="8A7A5C">
                <a:alpha val="18000"/>
              </a:srgbClr>
            </a:outerShdw>
          </a:effectLst>
        </p:spPr>
      </p:sp>
      <p:sp>
        <p:nvSpPr>
          <p:cNvPr id="22" name="Shape 17"/>
          <p:cNvSpPr/>
          <p:nvPr/>
        </p:nvSpPr>
        <p:spPr>
          <a:xfrm>
            <a:off x="4434840" y="3437890"/>
            <a:ext cx="567055" cy="567055"/>
          </a:xfrm>
          <a:prstGeom prst="ellipse">
            <a:avLst/>
          </a:prstGeom>
          <a:solidFill>
            <a:srgbClr val="2E5A46"/>
          </a:solidFill>
          <a:ln w="12700">
            <a:solidFill>
              <a:srgbClr val="2E5A46"/>
            </a:solidFill>
            <a:prstDash val="solid"/>
          </a:ln>
        </p:spPr>
      </p:sp>
      <p:pic>
        <p:nvPicPr>
          <p:cNvPr id="23" name="Image 3">    </p:cNvPr>
          <p:cNvPicPr>
            <a:picLocks noChangeAspect="1"/>
          </p:cNvPicPr>
          <p:nvPr/>
        </p:nvPicPr>
        <p:blipFill>
          <a:blip r:embed="rId4"/>
          <a:stretch>
            <a:fillRect/>
          </a:stretch>
        </p:blipFill>
        <p:spPr>
          <a:xfrm>
            <a:off x="4582160" y="3585845"/>
            <a:ext cx="272415" cy="272415"/>
          </a:xfrm>
          <a:prstGeom prst="rect">
            <a:avLst/>
          </a:prstGeom>
        </p:spPr>
      </p:pic>
      <p:sp>
        <p:nvSpPr>
          <p:cNvPr id="24" name="Text 18"/>
          <p:cNvSpPr txBox="1"/>
          <p:nvPr/>
        </p:nvSpPr>
        <p:spPr>
          <a:xfrm>
            <a:off x="5166360" y="3291840"/>
            <a:ext cx="2514600" cy="365760"/>
          </a:xfrm>
          <a:prstGeom prst="rect">
            <a:avLst/>
          </a:prstGeom>
          <a:noFill/>
          <a:ln/>
        </p:spPr>
        <p:txBody>
          <a:bodyPr wrap="square" lIns="0" tIns="0" rIns="0" bIns="0" rtlCol="0" anchor="t"/>
          <a:lstStyle/>
          <a:p>
            <a:pPr indent="0" marL="0">
              <a:buNone/>
            </a:pPr>
            <a:r>
              <a:rPr lang="en-US" sz="1650" b="1" dirty="0">
                <a:solidFill>
                  <a:srgbClr val="1E2621"/>
                </a:solidFill>
                <a:latin typeface="Malgun Gothic" pitchFamily="34" charset="0"/>
                <a:ea typeface="Malgun Gothic" pitchFamily="34" charset="-122"/>
                <a:cs typeface="Malgun Gothic" pitchFamily="34" charset="-120"/>
              </a:rPr>
              <a:t>행 구조 검사</a:t>
            </a:r>
            <a:endParaRPr lang="en-US" sz="1650" dirty="0"/>
          </a:p>
        </p:txBody>
      </p:sp>
      <p:sp>
        <p:nvSpPr>
          <p:cNvPr id="25" name="Text 19"/>
          <p:cNvSpPr txBox="1"/>
          <p:nvPr/>
        </p:nvSpPr>
        <p:spPr>
          <a:xfrm>
            <a:off x="5166360" y="3676015"/>
            <a:ext cx="2514600" cy="603250"/>
          </a:xfrm>
          <a:prstGeom prst="rect">
            <a:avLst/>
          </a:prstGeom>
          <a:noFill/>
          <a:ln/>
        </p:spPr>
        <p:txBody>
          <a:bodyPr wrap="square" lIns="0" tIns="0" rIns="0" bIns="0" rtlCol="0" anchor="t"/>
          <a:lstStyle/>
          <a:p>
            <a:pPr indent="0" marL="0">
              <a:lnSpc>
                <a:spcPct val="105000"/>
              </a:lnSpc>
              <a:buNone/>
            </a:pPr>
            <a:r>
              <a:rPr lang="en-US" sz="1150" b="1" dirty="0">
                <a:solidFill>
                  <a:srgbClr val="5E5B52"/>
                </a:solidFill>
                <a:latin typeface="Malgun Gothic" pitchFamily="34" charset="0"/>
                <a:ea typeface="Malgun Gothic" pitchFamily="34" charset="-122"/>
                <a:cs typeface="Malgun Gothic" pitchFamily="34" charset="-120"/>
              </a:rPr>
              <a:t>헤더와 컬럼 수가 다른 행은</a:t>
            </a:r>
            <a:endParaRPr lang="en-US" sz="1150" dirty="0"/>
          </a:p>
          <a:p>
            <a:pPr indent="0" marL="0">
              <a:lnSpc>
                <a:spcPct val="105000"/>
              </a:lnSpc>
              <a:buNone/>
            </a:pPr>
            <a:r>
              <a:rPr lang="en-US" sz="1150" b="1" dirty="0">
                <a:solidFill>
                  <a:srgbClr val="5E5B52"/>
                </a:solidFill>
                <a:latin typeface="Malgun Gothic" pitchFamily="34" charset="0"/>
                <a:ea typeface="Malgun Gothic" pitchFamily="34" charset="-122"/>
                <a:cs typeface="Malgun Gothic" pitchFamily="34" charset="-120"/>
              </a:rPr>
              <a:t>줄 번호를 남기고 중단</a:t>
            </a:r>
            <a:endParaRPr lang="en-US" sz="1150" dirty="0"/>
          </a:p>
        </p:txBody>
      </p:sp>
      <p:sp>
        <p:nvSpPr>
          <p:cNvPr id="26" name="Shape 20"/>
          <p:cNvSpPr/>
          <p:nvPr/>
        </p:nvSpPr>
        <p:spPr>
          <a:xfrm>
            <a:off x="548640" y="4517390"/>
            <a:ext cx="3520440" cy="1170305"/>
          </a:xfrm>
          <a:prstGeom prst="roundRect">
            <a:avLst>
              <a:gd name="adj" fmla="val 10938"/>
            </a:avLst>
          </a:prstGeom>
          <a:solidFill>
            <a:srgbClr val="FFFCF6"/>
          </a:solidFill>
          <a:ln w="12700">
            <a:solidFill>
              <a:srgbClr val="D8CBB2"/>
            </a:solidFill>
            <a:prstDash val="solid"/>
          </a:ln>
          <a:effectLst>
            <a:outerShdw sx="100000" sy="100000" kx="0" ky="0" algn="bl" rotWithShape="0" blurRad="101600" dist="25400" dir="5400000">
              <a:srgbClr val="8A7A5C">
                <a:alpha val="18000"/>
              </a:srgbClr>
            </a:outerShdw>
          </a:effectLst>
        </p:spPr>
      </p:sp>
      <p:sp>
        <p:nvSpPr>
          <p:cNvPr id="27" name="Shape 21"/>
          <p:cNvSpPr/>
          <p:nvPr/>
        </p:nvSpPr>
        <p:spPr>
          <a:xfrm>
            <a:off x="731520" y="4791710"/>
            <a:ext cx="567055" cy="567055"/>
          </a:xfrm>
          <a:prstGeom prst="ellipse">
            <a:avLst/>
          </a:prstGeom>
          <a:solidFill>
            <a:srgbClr val="2E5A46"/>
          </a:solidFill>
          <a:ln w="12700">
            <a:solidFill>
              <a:srgbClr val="2E5A46"/>
            </a:solidFill>
            <a:prstDash val="solid"/>
          </a:ln>
        </p:spPr>
      </p:sp>
      <p:pic>
        <p:nvPicPr>
          <p:cNvPr id="28" name="Image 4">    </p:cNvPr>
          <p:cNvPicPr>
            <a:picLocks noChangeAspect="1"/>
          </p:cNvPicPr>
          <p:nvPr/>
        </p:nvPicPr>
        <p:blipFill>
          <a:blip r:embed="rId5"/>
          <a:stretch>
            <a:fillRect/>
          </a:stretch>
        </p:blipFill>
        <p:spPr>
          <a:xfrm>
            <a:off x="878840" y="4939030"/>
            <a:ext cx="272415" cy="272415"/>
          </a:xfrm>
          <a:prstGeom prst="rect">
            <a:avLst/>
          </a:prstGeom>
        </p:spPr>
      </p:pic>
      <p:sp>
        <p:nvSpPr>
          <p:cNvPr id="29" name="Text 22"/>
          <p:cNvSpPr txBox="1"/>
          <p:nvPr/>
        </p:nvSpPr>
        <p:spPr>
          <a:xfrm>
            <a:off x="1463040" y="4645025"/>
            <a:ext cx="2514600" cy="365760"/>
          </a:xfrm>
          <a:prstGeom prst="rect">
            <a:avLst/>
          </a:prstGeom>
          <a:noFill/>
          <a:ln/>
        </p:spPr>
        <p:txBody>
          <a:bodyPr wrap="square" lIns="0" tIns="0" rIns="0" bIns="0" rtlCol="0" anchor="t"/>
          <a:lstStyle/>
          <a:p>
            <a:pPr indent="0" marL="0">
              <a:buNone/>
            </a:pPr>
            <a:r>
              <a:rPr lang="en-US" sz="1650" b="1" dirty="0">
                <a:solidFill>
                  <a:srgbClr val="1E2621"/>
                </a:solidFill>
                <a:latin typeface="Malgun Gothic" pitchFamily="34" charset="0"/>
                <a:ea typeface="Malgun Gothic" pitchFamily="34" charset="-122"/>
                <a:cs typeface="Malgun Gothic" pitchFamily="34" charset="-120"/>
              </a:rPr>
              <a:t>NUL 문자 차단</a:t>
            </a:r>
            <a:endParaRPr lang="en-US" sz="1650" dirty="0"/>
          </a:p>
        </p:txBody>
      </p:sp>
      <p:sp>
        <p:nvSpPr>
          <p:cNvPr id="30" name="Text 23"/>
          <p:cNvSpPr txBox="1"/>
          <p:nvPr/>
        </p:nvSpPr>
        <p:spPr>
          <a:xfrm>
            <a:off x="1463040" y="5029200"/>
            <a:ext cx="2514600" cy="603250"/>
          </a:xfrm>
          <a:prstGeom prst="rect">
            <a:avLst/>
          </a:prstGeom>
          <a:noFill/>
          <a:ln/>
        </p:spPr>
        <p:txBody>
          <a:bodyPr wrap="square" lIns="0" tIns="0" rIns="0" bIns="0" rtlCol="0" anchor="t"/>
          <a:lstStyle/>
          <a:p>
            <a:pPr indent="0" marL="0">
              <a:lnSpc>
                <a:spcPct val="105000"/>
              </a:lnSpc>
              <a:buNone/>
            </a:pPr>
            <a:r>
              <a:rPr lang="en-US" sz="1150" b="1" dirty="0">
                <a:solidFill>
                  <a:srgbClr val="5E5B52"/>
                </a:solidFill>
                <a:latin typeface="Malgun Gothic" pitchFamily="34" charset="0"/>
                <a:ea typeface="Malgun Gothic" pitchFamily="34" charset="-122"/>
                <a:cs typeface="Malgun Gothic" pitchFamily="34" charset="-120"/>
              </a:rPr>
              <a:t>PostgreSQL TEXT가 허용하지 않는</a:t>
            </a:r>
            <a:endParaRPr lang="en-US" sz="1150" dirty="0"/>
          </a:p>
          <a:p>
            <a:pPr indent="0" marL="0">
              <a:lnSpc>
                <a:spcPct val="105000"/>
              </a:lnSpc>
              <a:buNone/>
            </a:pPr>
            <a:r>
              <a:rPr lang="en-US" sz="1150" b="1" dirty="0">
                <a:solidFill>
                  <a:srgbClr val="5E5B52"/>
                </a:solidFill>
                <a:latin typeface="Malgun Gothic" pitchFamily="34" charset="0"/>
                <a:ea typeface="Malgun Gothic" pitchFamily="34" charset="-122"/>
                <a:cs typeface="Malgun Gothic" pitchFamily="34" charset="-120"/>
              </a:rPr>
              <a:t>문자가 있으면 적재 전 중단</a:t>
            </a:r>
            <a:endParaRPr lang="en-US" sz="1150" dirty="0"/>
          </a:p>
        </p:txBody>
      </p:sp>
      <p:sp>
        <p:nvSpPr>
          <p:cNvPr id="31" name="Shape 24"/>
          <p:cNvSpPr/>
          <p:nvPr/>
        </p:nvSpPr>
        <p:spPr>
          <a:xfrm>
            <a:off x="4251960" y="4517390"/>
            <a:ext cx="3520440" cy="1170305"/>
          </a:xfrm>
          <a:prstGeom prst="roundRect">
            <a:avLst>
              <a:gd name="adj" fmla="val 10938"/>
            </a:avLst>
          </a:prstGeom>
          <a:solidFill>
            <a:srgbClr val="FFFCF6"/>
          </a:solidFill>
          <a:ln w="12700">
            <a:solidFill>
              <a:srgbClr val="D8CBB2"/>
            </a:solidFill>
            <a:prstDash val="solid"/>
          </a:ln>
          <a:effectLst>
            <a:outerShdw sx="100000" sy="100000" kx="0" ky="0" algn="bl" rotWithShape="0" blurRad="101600" dist="25400" dir="5400000">
              <a:srgbClr val="8A7A5C">
                <a:alpha val="18000"/>
              </a:srgbClr>
            </a:outerShdw>
          </a:effectLst>
        </p:spPr>
      </p:sp>
      <p:sp>
        <p:nvSpPr>
          <p:cNvPr id="32" name="Shape 25"/>
          <p:cNvSpPr/>
          <p:nvPr/>
        </p:nvSpPr>
        <p:spPr>
          <a:xfrm>
            <a:off x="4434840" y="4791710"/>
            <a:ext cx="567055" cy="567055"/>
          </a:xfrm>
          <a:prstGeom prst="ellipse">
            <a:avLst/>
          </a:prstGeom>
          <a:solidFill>
            <a:srgbClr val="B5654A"/>
          </a:solidFill>
          <a:ln w="12700">
            <a:solidFill>
              <a:srgbClr val="B5654A"/>
            </a:solidFill>
            <a:prstDash val="solid"/>
          </a:ln>
        </p:spPr>
      </p:sp>
      <p:pic>
        <p:nvPicPr>
          <p:cNvPr id="33" name="Image 5">    </p:cNvPr>
          <p:cNvPicPr>
            <a:picLocks noChangeAspect="1"/>
          </p:cNvPicPr>
          <p:nvPr/>
        </p:nvPicPr>
        <p:blipFill>
          <a:blip r:embed="rId6"/>
          <a:stretch>
            <a:fillRect/>
          </a:stretch>
        </p:blipFill>
        <p:spPr>
          <a:xfrm>
            <a:off x="4582160" y="4939030"/>
            <a:ext cx="272415" cy="272415"/>
          </a:xfrm>
          <a:prstGeom prst="rect">
            <a:avLst/>
          </a:prstGeom>
        </p:spPr>
      </p:pic>
      <p:sp>
        <p:nvSpPr>
          <p:cNvPr id="34" name="Text 26"/>
          <p:cNvSpPr txBox="1"/>
          <p:nvPr/>
        </p:nvSpPr>
        <p:spPr>
          <a:xfrm>
            <a:off x="5166360" y="4645025"/>
            <a:ext cx="2514600" cy="365760"/>
          </a:xfrm>
          <a:prstGeom prst="rect">
            <a:avLst/>
          </a:prstGeom>
          <a:noFill/>
          <a:ln/>
        </p:spPr>
        <p:txBody>
          <a:bodyPr wrap="square" lIns="0" tIns="0" rIns="0" bIns="0" rtlCol="0" anchor="t"/>
          <a:lstStyle/>
          <a:p>
            <a:pPr indent="0" marL="0">
              <a:buNone/>
            </a:pPr>
            <a:r>
              <a:rPr lang="en-US" sz="1650" b="1" dirty="0">
                <a:solidFill>
                  <a:srgbClr val="1E2621"/>
                </a:solidFill>
                <a:latin typeface="Malgun Gothic" pitchFamily="34" charset="0"/>
                <a:ea typeface="Malgun Gothic" pitchFamily="34" charset="-122"/>
                <a:cs typeface="Malgun Gothic" pitchFamily="34" charset="-120"/>
              </a:rPr>
              <a:t>빈 파일 차단</a:t>
            </a:r>
            <a:endParaRPr lang="en-US" sz="1650" dirty="0"/>
          </a:p>
        </p:txBody>
      </p:sp>
      <p:sp>
        <p:nvSpPr>
          <p:cNvPr id="35" name="Text 27"/>
          <p:cNvSpPr txBox="1"/>
          <p:nvPr/>
        </p:nvSpPr>
        <p:spPr>
          <a:xfrm>
            <a:off x="5166360" y="5029200"/>
            <a:ext cx="2514600" cy="603250"/>
          </a:xfrm>
          <a:prstGeom prst="rect">
            <a:avLst/>
          </a:prstGeom>
          <a:noFill/>
          <a:ln/>
        </p:spPr>
        <p:txBody>
          <a:bodyPr wrap="square" lIns="0" tIns="0" rIns="0" bIns="0" rtlCol="0" anchor="t"/>
          <a:lstStyle/>
          <a:p>
            <a:pPr indent="0" marL="0">
              <a:lnSpc>
                <a:spcPct val="105000"/>
              </a:lnSpc>
              <a:buNone/>
            </a:pPr>
            <a:r>
              <a:rPr lang="en-US" sz="1150" b="1" dirty="0">
                <a:solidFill>
                  <a:srgbClr val="5E5B52"/>
                </a:solidFill>
                <a:latin typeface="Malgun Gothic" pitchFamily="34" charset="0"/>
                <a:ea typeface="Malgun Gothic" pitchFamily="34" charset="-122"/>
                <a:cs typeface="Malgun Gothic" pitchFamily="34" charset="-120"/>
              </a:rPr>
              <a:t>헤더 외 데이터 행이 0건이면</a:t>
            </a:r>
            <a:endParaRPr lang="en-US" sz="1150" dirty="0"/>
          </a:p>
          <a:p>
            <a:pPr indent="0" marL="0">
              <a:lnSpc>
                <a:spcPct val="105000"/>
              </a:lnSpc>
              <a:buNone/>
            </a:pPr>
            <a:r>
              <a:rPr lang="en-US" sz="1150" b="1" dirty="0">
                <a:solidFill>
                  <a:srgbClr val="5E5B52"/>
                </a:solidFill>
                <a:latin typeface="Malgun Gothic" pitchFamily="34" charset="0"/>
                <a:ea typeface="Malgun Gothic" pitchFamily="34" charset="-122"/>
                <a:cs typeface="Malgun Gothic" pitchFamily="34" charset="-120"/>
              </a:rPr>
              <a:t>적재하지 않음</a:t>
            </a:r>
            <a:endParaRPr lang="en-US" sz="1150" dirty="0"/>
          </a:p>
        </p:txBody>
      </p:sp>
      <p:sp>
        <p:nvSpPr>
          <p:cNvPr id="36" name="Shape 28"/>
          <p:cNvSpPr/>
          <p:nvPr/>
        </p:nvSpPr>
        <p:spPr>
          <a:xfrm>
            <a:off x="8092440" y="1810385"/>
            <a:ext cx="3547745" cy="3877310"/>
          </a:xfrm>
          <a:prstGeom prst="roundRect">
            <a:avLst>
              <a:gd name="adj" fmla="val 3608"/>
            </a:avLst>
          </a:prstGeom>
          <a:solidFill>
            <a:srgbClr val="1E3B2F"/>
          </a:solidFill>
          <a:ln w="12700">
            <a:solidFill>
              <a:srgbClr val="1E3B2F"/>
            </a:solidFill>
            <a:prstDash val="solid"/>
          </a:ln>
          <a:effectLst>
            <a:outerShdw sx="100000" sy="100000" kx="0" ky="0" algn="bl" rotWithShape="0" blurRad="101600" dist="25400" dir="5400000">
              <a:srgbClr val="8A7A5C">
                <a:alpha val="18000"/>
              </a:srgbClr>
            </a:outerShdw>
          </a:effectLst>
        </p:spPr>
      </p:sp>
      <p:sp>
        <p:nvSpPr>
          <p:cNvPr id="37" name="Text 29"/>
          <p:cNvSpPr txBox="1"/>
          <p:nvPr/>
        </p:nvSpPr>
        <p:spPr>
          <a:xfrm>
            <a:off x="8321040" y="1938655"/>
            <a:ext cx="3108960" cy="384175"/>
          </a:xfrm>
          <a:prstGeom prst="rect">
            <a:avLst/>
          </a:prstGeom>
          <a:noFill/>
          <a:ln/>
        </p:spPr>
        <p:txBody>
          <a:bodyPr wrap="square" lIns="0" tIns="0" rIns="0" bIns="0" rtlCol="0" anchor="t"/>
          <a:lstStyle/>
          <a:p>
            <a:pPr indent="0" marL="0">
              <a:buNone/>
            </a:pPr>
            <a:r>
              <a:rPr lang="en-US" sz="1700" b="1" dirty="0">
                <a:solidFill>
                  <a:srgbClr val="D9A441"/>
                </a:solidFill>
                <a:latin typeface="Malgun Gothic" pitchFamily="34" charset="0"/>
                <a:ea typeface="Malgun Gothic" pitchFamily="34" charset="-122"/>
                <a:cs typeface="Malgun Gothic" pitchFamily="34" charset="-120"/>
              </a:rPr>
              <a:t>행 수를 5번 대조합니다</a:t>
            </a:r>
            <a:endParaRPr lang="en-US" sz="1700" dirty="0"/>
          </a:p>
        </p:txBody>
      </p:sp>
      <p:sp>
        <p:nvSpPr>
          <p:cNvPr id="38" name="Shape 30"/>
          <p:cNvSpPr/>
          <p:nvPr/>
        </p:nvSpPr>
        <p:spPr>
          <a:xfrm>
            <a:off x="8458200" y="2450465"/>
            <a:ext cx="2834640" cy="420370"/>
          </a:xfrm>
          <a:prstGeom prst="roundRect">
            <a:avLst>
              <a:gd name="adj" fmla="val 50000"/>
            </a:avLst>
          </a:prstGeom>
          <a:solidFill>
            <a:srgbClr val="2E5A46"/>
          </a:solidFill>
          <a:ln w="12700">
            <a:solidFill>
              <a:srgbClr val="2E5A46"/>
            </a:solidFill>
            <a:prstDash val="solid"/>
          </a:ln>
        </p:spPr>
      </p:sp>
      <p:sp>
        <p:nvSpPr>
          <p:cNvPr id="39" name="Text 31"/>
          <p:cNvSpPr txBox="1"/>
          <p:nvPr/>
        </p:nvSpPr>
        <p:spPr>
          <a:xfrm>
            <a:off x="8458200" y="2450465"/>
            <a:ext cx="2834640" cy="420370"/>
          </a:xfrm>
          <a:prstGeom prst="rect">
            <a:avLst/>
          </a:prstGeom>
          <a:noFill/>
          <a:ln/>
        </p:spPr>
        <p:txBody>
          <a:bodyPr wrap="square" lIns="0" tIns="0" rIns="0" bIns="0" rtlCol="0" anchor="ctr"/>
          <a:lstStyle/>
          <a:p>
            <a:pPr algn="ctr" indent="0" marL="0">
              <a:buNone/>
            </a:pPr>
            <a:r>
              <a:rPr lang="en-US" sz="1350" b="1" dirty="0">
                <a:solidFill>
                  <a:srgbClr val="FFFFFF"/>
                </a:solidFill>
                <a:latin typeface="Malgun Gothic" pitchFamily="34" charset="0"/>
                <a:ea typeface="Malgun Gothic" pitchFamily="34" charset="-122"/>
                <a:cs typeface="Malgun Gothic" pitchFamily="34" charset="-120"/>
              </a:rPr>
              <a:t>CSV 검증 행 수</a:t>
            </a:r>
            <a:endParaRPr lang="en-US" sz="1350" dirty="0"/>
          </a:p>
        </p:txBody>
      </p:sp>
      <p:sp>
        <p:nvSpPr>
          <p:cNvPr id="40" name="Text 32"/>
          <p:cNvSpPr txBox="1"/>
          <p:nvPr/>
        </p:nvSpPr>
        <p:spPr>
          <a:xfrm>
            <a:off x="8458200" y="2853055"/>
            <a:ext cx="2834640" cy="219710"/>
          </a:xfrm>
          <a:prstGeom prst="rect">
            <a:avLst/>
          </a:prstGeom>
          <a:noFill/>
          <a:ln/>
        </p:spPr>
        <p:txBody>
          <a:bodyPr wrap="square" lIns="0" tIns="0" rIns="0" bIns="0" rtlCol="0" anchor="ctr"/>
          <a:lstStyle/>
          <a:p>
            <a:pPr algn="ctr" indent="0" marL="0">
              <a:buNone/>
            </a:pPr>
            <a:r>
              <a:rPr lang="en-US" sz="1300" b="1" dirty="0">
                <a:solidFill>
                  <a:srgbClr val="D9A441"/>
                </a:solidFill>
                <a:latin typeface="Malgun Gothic" pitchFamily="34" charset="0"/>
                <a:ea typeface="Malgun Gothic" pitchFamily="34" charset="-122"/>
                <a:cs typeface="Malgun Gothic" pitchFamily="34" charset="-120"/>
              </a:rPr>
              <a:t>=</a:t>
            </a:r>
            <a:endParaRPr lang="en-US" sz="1300" dirty="0"/>
          </a:p>
        </p:txBody>
      </p:sp>
      <p:sp>
        <p:nvSpPr>
          <p:cNvPr id="41" name="Shape 33"/>
          <p:cNvSpPr/>
          <p:nvPr/>
        </p:nvSpPr>
        <p:spPr>
          <a:xfrm>
            <a:off x="8458200" y="3054350"/>
            <a:ext cx="2834640" cy="420370"/>
          </a:xfrm>
          <a:prstGeom prst="roundRect">
            <a:avLst>
              <a:gd name="adj" fmla="val 50000"/>
            </a:avLst>
          </a:prstGeom>
          <a:solidFill>
            <a:srgbClr val="2E5A46"/>
          </a:solidFill>
          <a:ln w="12700">
            <a:solidFill>
              <a:srgbClr val="2E5A46"/>
            </a:solidFill>
            <a:prstDash val="solid"/>
          </a:ln>
        </p:spPr>
      </p:sp>
      <p:sp>
        <p:nvSpPr>
          <p:cNvPr id="42" name="Text 34"/>
          <p:cNvSpPr txBox="1"/>
          <p:nvPr/>
        </p:nvSpPr>
        <p:spPr>
          <a:xfrm>
            <a:off x="8458200" y="3054350"/>
            <a:ext cx="2834640" cy="420370"/>
          </a:xfrm>
          <a:prstGeom prst="rect">
            <a:avLst/>
          </a:prstGeom>
          <a:noFill/>
          <a:ln/>
        </p:spPr>
        <p:txBody>
          <a:bodyPr wrap="square" lIns="0" tIns="0" rIns="0" bIns="0" rtlCol="0" anchor="ctr"/>
          <a:lstStyle/>
          <a:p>
            <a:pPr algn="ctr" indent="0" marL="0">
              <a:buNone/>
            </a:pPr>
            <a:r>
              <a:rPr lang="en-US" sz="1350" b="1" dirty="0">
                <a:solidFill>
                  <a:srgbClr val="FFFFFF"/>
                </a:solidFill>
                <a:latin typeface="Malgun Gothic" pitchFamily="34" charset="0"/>
                <a:ea typeface="Malgun Gothic" pitchFamily="34" charset="-122"/>
                <a:cs typeface="Malgun Gothic" pitchFamily="34" charset="-120"/>
              </a:rPr>
              <a:t>COPY 행 수</a:t>
            </a:r>
            <a:endParaRPr lang="en-US" sz="1350" dirty="0"/>
          </a:p>
        </p:txBody>
      </p:sp>
      <p:sp>
        <p:nvSpPr>
          <p:cNvPr id="43" name="Text 35"/>
          <p:cNvSpPr txBox="1"/>
          <p:nvPr/>
        </p:nvSpPr>
        <p:spPr>
          <a:xfrm>
            <a:off x="8458200" y="3456305"/>
            <a:ext cx="2834640" cy="219710"/>
          </a:xfrm>
          <a:prstGeom prst="rect">
            <a:avLst/>
          </a:prstGeom>
          <a:noFill/>
          <a:ln/>
        </p:spPr>
        <p:txBody>
          <a:bodyPr wrap="square" lIns="0" tIns="0" rIns="0" bIns="0" rtlCol="0" anchor="ctr"/>
          <a:lstStyle/>
          <a:p>
            <a:pPr algn="ctr" indent="0" marL="0">
              <a:buNone/>
            </a:pPr>
            <a:r>
              <a:rPr lang="en-US" sz="1300" b="1" dirty="0">
                <a:solidFill>
                  <a:srgbClr val="D9A441"/>
                </a:solidFill>
                <a:latin typeface="Malgun Gothic" pitchFamily="34" charset="0"/>
                <a:ea typeface="Malgun Gothic" pitchFamily="34" charset="-122"/>
                <a:cs typeface="Malgun Gothic" pitchFamily="34" charset="-120"/>
              </a:rPr>
              <a:t>=</a:t>
            </a:r>
            <a:endParaRPr lang="en-US" sz="1300" dirty="0"/>
          </a:p>
        </p:txBody>
      </p:sp>
      <p:sp>
        <p:nvSpPr>
          <p:cNvPr id="44" name="Shape 36"/>
          <p:cNvSpPr/>
          <p:nvPr/>
        </p:nvSpPr>
        <p:spPr>
          <a:xfrm>
            <a:off x="8458200" y="3657600"/>
            <a:ext cx="2834640" cy="420370"/>
          </a:xfrm>
          <a:prstGeom prst="roundRect">
            <a:avLst>
              <a:gd name="adj" fmla="val 50000"/>
            </a:avLst>
          </a:prstGeom>
          <a:solidFill>
            <a:srgbClr val="2E5A46"/>
          </a:solidFill>
          <a:ln w="12700">
            <a:solidFill>
              <a:srgbClr val="2E5A46"/>
            </a:solidFill>
            <a:prstDash val="solid"/>
          </a:ln>
        </p:spPr>
      </p:sp>
      <p:sp>
        <p:nvSpPr>
          <p:cNvPr id="45" name="Text 37"/>
          <p:cNvSpPr txBox="1"/>
          <p:nvPr/>
        </p:nvSpPr>
        <p:spPr>
          <a:xfrm>
            <a:off x="8458200" y="3657600"/>
            <a:ext cx="2834640" cy="420370"/>
          </a:xfrm>
          <a:prstGeom prst="rect">
            <a:avLst/>
          </a:prstGeom>
          <a:noFill/>
          <a:ln/>
        </p:spPr>
        <p:txBody>
          <a:bodyPr wrap="square" lIns="0" tIns="0" rIns="0" bIns="0" rtlCol="0" anchor="ctr"/>
          <a:lstStyle/>
          <a:p>
            <a:pPr algn="ctr" indent="0" marL="0">
              <a:buNone/>
            </a:pPr>
            <a:r>
              <a:rPr lang="en-US" sz="1350" b="1" dirty="0">
                <a:solidFill>
                  <a:srgbClr val="FFFFFF"/>
                </a:solidFill>
                <a:latin typeface="Malgun Gothic" pitchFamily="34" charset="0"/>
                <a:ea typeface="Malgun Gothic" pitchFamily="34" charset="-122"/>
                <a:cs typeface="Malgun Gothic" pitchFamily="34" charset="-120"/>
              </a:rPr>
              <a:t>staging 테이블</a:t>
            </a:r>
            <a:endParaRPr lang="en-US" sz="1350" dirty="0"/>
          </a:p>
        </p:txBody>
      </p:sp>
      <p:sp>
        <p:nvSpPr>
          <p:cNvPr id="46" name="Text 38"/>
          <p:cNvSpPr txBox="1"/>
          <p:nvPr/>
        </p:nvSpPr>
        <p:spPr>
          <a:xfrm>
            <a:off x="8458200" y="4060190"/>
            <a:ext cx="2834640" cy="219710"/>
          </a:xfrm>
          <a:prstGeom prst="rect">
            <a:avLst/>
          </a:prstGeom>
          <a:noFill/>
          <a:ln/>
        </p:spPr>
        <p:txBody>
          <a:bodyPr wrap="square" lIns="0" tIns="0" rIns="0" bIns="0" rtlCol="0" anchor="ctr"/>
          <a:lstStyle/>
          <a:p>
            <a:pPr algn="ctr" indent="0" marL="0">
              <a:buNone/>
            </a:pPr>
            <a:r>
              <a:rPr lang="en-US" sz="1300" b="1" dirty="0">
                <a:solidFill>
                  <a:srgbClr val="D9A441"/>
                </a:solidFill>
                <a:latin typeface="Malgun Gothic" pitchFamily="34" charset="0"/>
                <a:ea typeface="Malgun Gothic" pitchFamily="34" charset="-122"/>
                <a:cs typeface="Malgun Gothic" pitchFamily="34" charset="-120"/>
              </a:rPr>
              <a:t>=</a:t>
            </a:r>
            <a:endParaRPr lang="en-US" sz="1300" dirty="0"/>
          </a:p>
        </p:txBody>
      </p:sp>
      <p:sp>
        <p:nvSpPr>
          <p:cNvPr id="47" name="Shape 39"/>
          <p:cNvSpPr/>
          <p:nvPr/>
        </p:nvSpPr>
        <p:spPr>
          <a:xfrm>
            <a:off x="8458200" y="4260850"/>
            <a:ext cx="2834640" cy="420370"/>
          </a:xfrm>
          <a:prstGeom prst="roundRect">
            <a:avLst>
              <a:gd name="adj" fmla="val 50000"/>
            </a:avLst>
          </a:prstGeom>
          <a:solidFill>
            <a:srgbClr val="2E5A46"/>
          </a:solidFill>
          <a:ln w="12700">
            <a:solidFill>
              <a:srgbClr val="2E5A46"/>
            </a:solidFill>
            <a:prstDash val="solid"/>
          </a:ln>
        </p:spPr>
      </p:sp>
      <p:sp>
        <p:nvSpPr>
          <p:cNvPr id="48" name="Text 40"/>
          <p:cNvSpPr txBox="1"/>
          <p:nvPr/>
        </p:nvSpPr>
        <p:spPr>
          <a:xfrm>
            <a:off x="8458200" y="4260850"/>
            <a:ext cx="2834640" cy="420370"/>
          </a:xfrm>
          <a:prstGeom prst="rect">
            <a:avLst/>
          </a:prstGeom>
          <a:noFill/>
          <a:ln/>
        </p:spPr>
        <p:txBody>
          <a:bodyPr wrap="square" lIns="0" tIns="0" rIns="0" bIns="0" rtlCol="0" anchor="ctr"/>
          <a:lstStyle/>
          <a:p>
            <a:pPr algn="ctr" indent="0" marL="0">
              <a:buNone/>
            </a:pPr>
            <a:r>
              <a:rPr lang="en-US" sz="1350" b="1" dirty="0">
                <a:solidFill>
                  <a:srgbClr val="FFFFFF"/>
                </a:solidFill>
                <a:latin typeface="Malgun Gothic" pitchFamily="34" charset="0"/>
                <a:ea typeface="Malgun Gothic" pitchFamily="34" charset="-122"/>
                <a:cs typeface="Malgun Gothic" pitchFamily="34" charset="-120"/>
              </a:rPr>
              <a:t>final 테이블</a:t>
            </a:r>
            <a:endParaRPr lang="en-US" sz="1350" dirty="0"/>
          </a:p>
        </p:txBody>
      </p:sp>
      <p:sp>
        <p:nvSpPr>
          <p:cNvPr id="49" name="Text 41"/>
          <p:cNvSpPr txBox="1"/>
          <p:nvPr/>
        </p:nvSpPr>
        <p:spPr>
          <a:xfrm>
            <a:off x="8458200" y="4663440"/>
            <a:ext cx="2834640" cy="219710"/>
          </a:xfrm>
          <a:prstGeom prst="rect">
            <a:avLst/>
          </a:prstGeom>
          <a:noFill/>
          <a:ln/>
        </p:spPr>
        <p:txBody>
          <a:bodyPr wrap="square" lIns="0" tIns="0" rIns="0" bIns="0" rtlCol="0" anchor="ctr"/>
          <a:lstStyle/>
          <a:p>
            <a:pPr algn="ctr" indent="0" marL="0">
              <a:buNone/>
            </a:pPr>
            <a:r>
              <a:rPr lang="en-US" sz="1300" b="1" dirty="0">
                <a:solidFill>
                  <a:srgbClr val="D9A441"/>
                </a:solidFill>
                <a:latin typeface="Malgun Gothic" pitchFamily="34" charset="0"/>
                <a:ea typeface="Malgun Gothic" pitchFamily="34" charset="-122"/>
                <a:cs typeface="Malgun Gothic" pitchFamily="34" charset="-120"/>
              </a:rPr>
              <a:t>=</a:t>
            </a:r>
            <a:endParaRPr lang="en-US" sz="1300" dirty="0"/>
          </a:p>
        </p:txBody>
      </p:sp>
      <p:sp>
        <p:nvSpPr>
          <p:cNvPr id="50" name="Shape 42"/>
          <p:cNvSpPr/>
          <p:nvPr/>
        </p:nvSpPr>
        <p:spPr>
          <a:xfrm>
            <a:off x="8458200" y="4864735"/>
            <a:ext cx="2834640" cy="420370"/>
          </a:xfrm>
          <a:prstGeom prst="roundRect">
            <a:avLst>
              <a:gd name="adj" fmla="val 50000"/>
            </a:avLst>
          </a:prstGeom>
          <a:solidFill>
            <a:srgbClr val="B5654A"/>
          </a:solidFill>
          <a:ln w="12700">
            <a:solidFill>
              <a:srgbClr val="B5654A"/>
            </a:solidFill>
            <a:prstDash val="solid"/>
          </a:ln>
        </p:spPr>
      </p:sp>
      <p:sp>
        <p:nvSpPr>
          <p:cNvPr id="51" name="Text 43"/>
          <p:cNvSpPr txBox="1"/>
          <p:nvPr/>
        </p:nvSpPr>
        <p:spPr>
          <a:xfrm>
            <a:off x="8458200" y="4864735"/>
            <a:ext cx="2834640" cy="420370"/>
          </a:xfrm>
          <a:prstGeom prst="rect">
            <a:avLst/>
          </a:prstGeom>
          <a:noFill/>
          <a:ln/>
        </p:spPr>
        <p:txBody>
          <a:bodyPr wrap="square" lIns="0" tIns="0" rIns="0" bIns="0" rtlCol="0" anchor="ctr"/>
          <a:lstStyle/>
          <a:p>
            <a:pPr algn="ctr" indent="0" marL="0">
              <a:buNone/>
            </a:pPr>
            <a:r>
              <a:rPr lang="en-US" sz="1350" b="1" dirty="0">
                <a:solidFill>
                  <a:srgbClr val="FFFFFF"/>
                </a:solidFill>
                <a:latin typeface="Malgun Gothic" pitchFamily="34" charset="0"/>
                <a:ea typeface="Malgun Gothic" pitchFamily="34" charset="-122"/>
                <a:cs typeface="Malgun Gothic" pitchFamily="34" charset="-120"/>
              </a:rPr>
              <a:t>커밋 후 조회</a:t>
            </a:r>
            <a:endParaRPr lang="en-US" sz="1350" dirty="0"/>
          </a:p>
        </p:txBody>
      </p:sp>
      <p:sp>
        <p:nvSpPr>
          <p:cNvPr id="52" name="Shape 44"/>
          <p:cNvSpPr/>
          <p:nvPr/>
        </p:nvSpPr>
        <p:spPr>
          <a:xfrm>
            <a:off x="548640" y="5852160"/>
            <a:ext cx="11091545" cy="457200"/>
          </a:xfrm>
          <a:prstGeom prst="roundRect">
            <a:avLst>
              <a:gd name="adj" fmla="val 28000"/>
            </a:avLst>
          </a:prstGeom>
          <a:solidFill>
            <a:srgbClr val="E3EDE5"/>
          </a:solidFill>
          <a:ln w="12700">
            <a:solidFill>
              <a:srgbClr val="E3EDE5"/>
            </a:solidFill>
            <a:prstDash val="solid"/>
          </a:ln>
        </p:spPr>
      </p:sp>
      <p:sp>
        <p:nvSpPr>
          <p:cNvPr id="53" name="Text 45"/>
          <p:cNvSpPr txBox="1"/>
          <p:nvPr/>
        </p:nvSpPr>
        <p:spPr>
          <a:xfrm>
            <a:off x="731520" y="5852160"/>
            <a:ext cx="10789920" cy="457200"/>
          </a:xfrm>
          <a:prstGeom prst="rect">
            <a:avLst/>
          </a:prstGeom>
          <a:noFill/>
          <a:ln/>
        </p:spPr>
        <p:txBody>
          <a:bodyPr wrap="square" lIns="0" tIns="0" rIns="0" bIns="0" rtlCol="0" anchor="ctr"/>
          <a:lstStyle/>
          <a:p>
            <a:pPr indent="0" marL="0">
              <a:buNone/>
            </a:pPr>
            <a:r>
              <a:rPr lang="en-US" sz="1300" b="1" dirty="0">
                <a:solidFill>
                  <a:srgbClr val="B5654A"/>
                </a:solidFill>
                <a:latin typeface="Malgun Gothic" pitchFamily="34" charset="0"/>
                <a:ea typeface="Malgun Gothic" pitchFamily="34" charset="-122"/>
                <a:cs typeface="Malgun Gothic" pitchFamily="34" charset="-120"/>
              </a:rPr>
              <a:t>원본은 수정하지 않습니다  </a:t>
            </a:r>
            <a:pPr indent="0" marL="0">
              <a:buNone/>
            </a:pPr>
            <a:r>
              <a:rPr lang="en-US" sz="1300" b="1" dirty="0">
                <a:solidFill>
                  <a:srgbClr val="1E3B2F"/>
                </a:solidFill>
                <a:latin typeface="Malgun Gothic" pitchFamily="34" charset="0"/>
                <a:ea typeface="Malgun Gothic" pitchFamily="34" charset="-122"/>
                <a:cs typeface="Malgun Gothic" pitchFamily="34" charset="-120"/>
              </a:rPr>
              <a:t>빈 문자열만 NULL로 바꾸고 나머지 원본 문자열은 그대로 COPY · 실패 시 stage와 원인을 로그로 기록</a:t>
            </a:r>
            <a:endParaRPr lang="en-US" sz="1300" dirty="0"/>
          </a:p>
        </p:txBody>
      </p:sp>
      <p:sp>
        <p:nvSpPr>
          <p:cNvPr id="54" name="Text 46"/>
          <p:cNvSpPr txBox="1"/>
          <p:nvPr/>
        </p:nvSpPr>
        <p:spPr>
          <a:xfrm>
            <a:off x="548640" y="6446520"/>
            <a:ext cx="4572000" cy="228600"/>
          </a:xfrm>
          <a:prstGeom prst="rect">
            <a:avLst/>
          </a:prstGeom>
          <a:noFill/>
          <a:ln/>
        </p:spPr>
        <p:txBody>
          <a:bodyPr wrap="square" lIns="0" tIns="0" rIns="0" bIns="0" rtlCol="0" anchor="t"/>
          <a:lstStyle/>
          <a:p>
            <a:pPr indent="0" marL="0">
              <a:buNone/>
            </a:pPr>
            <a:r>
              <a:rPr lang="en-US" sz="900" b="1" spc="200" kern="0" dirty="0">
                <a:solidFill>
                  <a:srgbClr val="9A907C"/>
                </a:solidFill>
                <a:latin typeface="Malgun Gothic" pitchFamily="34" charset="0"/>
                <a:ea typeface="Malgun Gothic" pitchFamily="34" charset="-122"/>
                <a:cs typeface="Malgun Gothic" pitchFamily="34" charset="-120"/>
              </a:rPr>
              <a:t>WOOSIMWOONKKA · MY MOVE CLUB</a:t>
            </a:r>
            <a:endParaRPr lang="en-US" sz="900" dirty="0"/>
          </a:p>
        </p:txBody>
      </p:sp>
      <p:sp>
        <p:nvSpPr>
          <p:cNvPr id="55" name="Text 47"/>
          <p:cNvSpPr txBox="1"/>
          <p:nvPr/>
        </p:nvSpPr>
        <p:spPr>
          <a:xfrm>
            <a:off x="11182985" y="6446520"/>
            <a:ext cx="457200" cy="228600"/>
          </a:xfrm>
          <a:prstGeom prst="rect">
            <a:avLst/>
          </a:prstGeom>
          <a:noFill/>
          <a:ln/>
        </p:spPr>
        <p:txBody>
          <a:bodyPr wrap="square" lIns="0" tIns="0" rIns="0" bIns="0" rtlCol="0" anchor="t"/>
          <a:lstStyle/>
          <a:p>
            <a:pPr algn="r" indent="0" marL="0">
              <a:buNone/>
            </a:pPr>
            <a:r>
              <a:rPr lang="en-US" sz="900" b="1" dirty="0">
                <a:solidFill>
                  <a:srgbClr val="9A907C"/>
                </a:solidFill>
                <a:latin typeface="Malgun Gothic" pitchFamily="34" charset="0"/>
                <a:ea typeface="Malgun Gothic" pitchFamily="34" charset="-122"/>
                <a:cs typeface="Malgun Gothic" pitchFamily="34" charset="-120"/>
              </a:rPr>
              <a:t>17</a:t>
            </a:r>
            <a:endParaRPr lang="en-US" sz="900" dirty="0"/>
          </a:p>
        </p:txBody>
      </p:sp>
      <p:sp>
        <p:nvSpPr>
          <p:cNvPr id="56" name="도형 7"/>
          <p:cNvSpPr>
            <a:spLocks/>
          </p:cNvSpPr>
          <p:nvPr/>
        </p:nvSpPr>
        <p:spPr>
          <a:xfrm rot="0">
            <a:off x="548640" y="384175"/>
            <a:ext cx="384175" cy="384175"/>
          </a:xfrm>
          <a:prstGeom prst="rect"/>
          <a:noFill/>
          <a:ln>
            <a:noFill/>
            <a:prstDash/>
          </a:ln>
        </p:spPr>
        <p:style>
          <a:lnRef idx="0"/>
          <a:fillRef idx="0"/>
          <a:effectRef idx="0"/>
          <a:fontRef idx="minor"/>
        </p:style>
        <p:txBody>
          <a:bodyPr wrap="square" lIns="0" tIns="0" rIns="0" bIns="0" numCol="1" vert="horz" anchor="ctr">
            <a:noAutofit/>
          </a:bodyPr>
          <a:lstStyle/>
          <a:p>
            <a:pPr marL="0" indent="0" algn="ctr" defTabSz="914400">
              <a:lnSpc>
                <a:spcPct val="100000"/>
              </a:lnSpc>
              <a:buFontTx/>
              <a:buNone/>
              <a:tabLst>
                <a:tab pos="0" algn="l"/>
              </a:tabLst>
            </a:pPr>
            <a:r>
              <a:rPr lang="en-US" sz="1300" b="1" strike="noStrike">
                <a:solidFill>
                  <a:srgbClr val="FFFFFF"/>
                </a:solidFill>
                <a:latin typeface="Malgun Gothic" charset="0"/>
                <a:ea typeface="Malgun Gothic" charset="0"/>
              </a:rPr>
              <a:t>0</a:t>
            </a:r>
            <a:r>
              <a:rPr lang="ko-KR" sz="1300" b="1" strike="noStrike">
                <a:solidFill>
                  <a:srgbClr val="FFFFFF"/>
                </a:solidFill>
                <a:latin typeface="Malgun Gothic" charset="0"/>
                <a:ea typeface="Malgun Gothic" charset="0"/>
              </a:rPr>
              <a:t>6</a:t>
            </a:r>
            <a:endParaRPr lang="ko-KR" altLang="en-US" sz="1300" b="1" strike="noStrike">
              <a:solidFill>
                <a:srgbClr val="FFFFFF"/>
              </a:solidFill>
              <a:latin typeface="Malgun Gothic" charset="0"/>
              <a:ea typeface="Malgun Gothic" charset="0"/>
            </a:endParaRPr>
          </a:p>
        </p:txBody>
      </p:sp>
    </p:spTree>
  </p:cSld>
  <p:clrMapOvr>
    <a:masterClrMapping/>
  </p:clrMapOvr>
  <mc:AlternateContent xmlns:mc="http://schemas.openxmlformats.org/markup-compatibility/2006">
    <mc:Choice xmlns:p14="http://schemas.microsoft.com/office/powerpoint/2010/main" Requires="p14">
      <p:transition spd="slow" p14:dur="2000"/>
    </mc:Choice>
    <mc:Fallback>
      <p:transition spd="slow"/>
    </mc:Fallback>
  </mc:AlternateContent>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xmlns:p14="http://schemas.microsoft.com/office/powerpoint/2010/main">
  <p:cSld name="">
    <p:bg>
      <p:bgPr>
        <a:solidFill>
          <a:srgbClr val="F7F1E6"/>
        </a:solidFill>
      </p:bgPr>
    </p:bg>
    <p:spTree>
      <p:nvGrpSpPr>
        <p:cNvPr id="1" name=""/>
        <p:cNvGrpSpPr/>
        <p:nvPr/>
      </p:nvGrpSpPr>
      <p:grpSpPr>
        <a:xfrm>
          <a:off x="0" y="0"/>
          <a:ext cx="0" cy="0"/>
          <a:chOff x="0" y="0"/>
          <a:chExt cx="0" cy="0"/>
        </a:xfrm>
      </p:grpSpPr>
      <p:sp>
        <p:nvSpPr>
          <p:cNvPr id="2" name="Shape 0"/>
          <p:cNvSpPr/>
          <p:nvPr/>
        </p:nvSpPr>
        <p:spPr>
          <a:xfrm>
            <a:off x="548640" y="384175"/>
            <a:ext cx="384175" cy="384175"/>
          </a:xfrm>
          <a:prstGeom prst="ellipse">
            <a:avLst/>
          </a:prstGeom>
          <a:solidFill>
            <a:srgbClr val="2E5A46"/>
          </a:solidFill>
          <a:ln w="12700">
            <a:solidFill>
              <a:srgbClr val="2E5A46"/>
            </a:solidFill>
            <a:prstDash val="solid"/>
          </a:ln>
        </p:spPr>
        <p:txBody>
          <a:bodyPr/>
          <a:p/>
        </p:txBody>
      </p:sp>
      <p:sp>
        <p:nvSpPr>
          <p:cNvPr id="4" name="Text 2"/>
          <p:cNvSpPr txBox="1"/>
          <p:nvPr/>
        </p:nvSpPr>
        <p:spPr>
          <a:xfrm>
            <a:off x="1042670" y="384175"/>
            <a:ext cx="5486400" cy="384175"/>
          </a:xfrm>
          <a:prstGeom prst="rect">
            <a:avLst/>
          </a:prstGeom>
          <a:noFill/>
          <a:ln/>
        </p:spPr>
        <p:txBody>
          <a:bodyPr wrap="square" lIns="0" tIns="0" rIns="0" bIns="0" rtlCol="0" anchor="ctr"/>
          <a:lstStyle/>
          <a:p>
            <a:pPr indent="0" marL="0">
              <a:buNone/>
            </a:pPr>
            <a:r>
              <a:rPr lang="en-US" sz="1400" b="1" spc="200" kern="0" dirty="0">
                <a:solidFill>
                  <a:srgbClr val="B5654A"/>
                </a:solidFill>
                <a:latin typeface="Malgun Gothic" pitchFamily="34" charset="0"/>
                <a:ea typeface="Malgun Gothic" pitchFamily="34" charset="-122"/>
                <a:cs typeface="Malgun Gothic" pitchFamily="34" charset="-120"/>
              </a:rPr>
              <a:t>EXCEPTION · 오류 분류</a:t>
            </a:r>
            <a:endParaRPr lang="en-US" sz="1400" dirty="0"/>
          </a:p>
        </p:txBody>
      </p:sp>
      <p:graphicFrame>
        <p:nvGraphicFramePr>
          <p:cNvPr id="4" name="Text 2"/>
          <p:cNvGraphicFramePr>
            <a:graphicFrameLocks noGrp="1"/>
          </p:cNvGraphicFramePr>
          <p:nvPr>
            <p:extLst>
              <p:ext uri="{D42A27DB-BD31-4B8C-83A1-F6EECF244321}">
                <p14:modId xmlns:p14="http://schemas.microsoft.com/office/powerpoint/2010/main" val="1579011935"/>
              </p:ext>
            </p:extLst>
          </p:nvPr>
        </p:nvGraphicFramePr>
        <p:xfrm>
          <a:off x="548640" y="2331720"/>
          <a:ext cx="11091672" cy="914400"/>
        </p:xfrm>
        <a:graphic>
          <a:graphicData uri="http://schemas.openxmlformats.org/drawingml/2006/table">
            <a:tbl>
              <a:tblPr/>
              <a:tblGrid>
                <a:gridCol w="2834640"/>
                <a:gridCol w="4325112"/>
                <a:gridCol w="3931920"/>
              </a:tblGrid>
              <a:tr h="420624">
                <a:tc>
                  <a:txBody>
                    <a:bodyPr/>
                    <a:lstStyle/>
                    <a:p>
                      <a:pPr algn="ctr" indent="0" marL="0">
                        <a:buNone/>
                      </a:pPr>
                      <a:r>
                        <a:rPr lang="en-US" sz="1250" b="1" dirty="0">
                          <a:solidFill>
                            <a:srgbClr val="FFFFFF"/>
                          </a:solidFill>
                          <a:latin typeface="Malgun Gothic" pitchFamily="34" charset="0"/>
                          <a:ea typeface="Malgun Gothic" pitchFamily="34" charset="-122"/>
                          <a:cs typeface="Malgun Gothic" pitchFamily="34" charset="-120"/>
                        </a:rPr>
                        <a:t>오류 유형</a:t>
                      </a:r>
                      <a:endParaRPr lang="en-US" sz="1250" dirty="0">
                        <a:latin typeface="Malgun Gothic" charset="0"/>
                        <a:ea typeface="Malgun Gothic" charset="0"/>
                        <a:cs typeface="Malgun Gothic" charset="0"/>
                      </a:endParaRPr>
                    </a:p>
                  </a:txBody>
                  <a:tcPr marL="137160" marR="137160" marT="36576" marB="36576" anchor="ctr">
                    <a:lnL w="12700" cap="flat" cmpd="sng" algn="ctr">
                      <a:solidFill>
                        <a:srgbClr val="D8CBB2"/>
                      </a:solidFill>
                      <a:prstDash val="solid"/>
                      <a:round/>
                      <a:headEnd type="none" w="med" len="med"/>
                      <a:tailEnd type="none" w="med" len="med"/>
                    </a:lnL>
                    <a:lnR w="12700" cap="flat" cmpd="sng" algn="ctr">
                      <a:solidFill>
                        <a:srgbClr val="D8CBB2"/>
                      </a:solidFill>
                      <a:prstDash val="solid"/>
                      <a:round/>
                      <a:headEnd type="none" w="med" len="med"/>
                      <a:tailEnd type="none" w="med" len="med"/>
                    </a:lnR>
                    <a:lnT w="12700" cap="flat" cmpd="sng" algn="ctr">
                      <a:solidFill>
                        <a:srgbClr val="D8CBB2"/>
                      </a:solidFill>
                      <a:prstDash val="solid"/>
                      <a:round/>
                      <a:headEnd type="none" w="med" len="med"/>
                      <a:tailEnd type="none" w="med" len="med"/>
                    </a:lnT>
                    <a:lnB w="12700" cap="flat" cmpd="sng" algn="ctr">
                      <a:solidFill>
                        <a:srgbClr val="D8CBB2"/>
                      </a:solidFill>
                      <a:prstDash val="solid"/>
                      <a:round/>
                      <a:headEnd type="none" w="med" len="med"/>
                      <a:tailEnd type="none" w="med" len="med"/>
                    </a:lnB>
                    <a:solidFill>
                      <a:srgbClr val="2E5A46"/>
                    </a:solidFill>
                  </a:tcPr>
                </a:tc>
                <a:tc>
                  <a:txBody>
                    <a:bodyPr/>
                    <a:lstStyle/>
                    <a:p>
                      <a:pPr algn="ctr" indent="0" marL="0">
                        <a:buNone/>
                      </a:pPr>
                      <a:r>
                        <a:rPr lang="en-US" sz="1250" b="1" dirty="0">
                          <a:solidFill>
                            <a:srgbClr val="FFFFFF"/>
                          </a:solidFill>
                          <a:latin typeface="Malgun Gothic" pitchFamily="34" charset="0"/>
                          <a:ea typeface="Malgun Gothic" pitchFamily="34" charset="-122"/>
                          <a:cs typeface="Malgun Gothic" pitchFamily="34" charset="-120"/>
                        </a:rPr>
                        <a:t>예시</a:t>
                      </a:r>
                      <a:endParaRPr lang="en-US" sz="1250" dirty="0">
                        <a:latin typeface="Malgun Gothic" charset="0"/>
                        <a:ea typeface="Malgun Gothic" charset="0"/>
                        <a:cs typeface="Malgun Gothic" charset="0"/>
                      </a:endParaRPr>
                    </a:p>
                  </a:txBody>
                  <a:tcPr marL="137160" marR="137160" marT="36576" marB="36576" anchor="ctr">
                    <a:lnL w="12700" cap="flat" cmpd="sng" algn="ctr">
                      <a:solidFill>
                        <a:srgbClr val="D8CBB2"/>
                      </a:solidFill>
                      <a:prstDash val="solid"/>
                      <a:round/>
                      <a:headEnd type="none" w="med" len="med"/>
                      <a:tailEnd type="none" w="med" len="med"/>
                    </a:lnL>
                    <a:lnR w="12700" cap="flat" cmpd="sng" algn="ctr">
                      <a:solidFill>
                        <a:srgbClr val="D8CBB2"/>
                      </a:solidFill>
                      <a:prstDash val="solid"/>
                      <a:round/>
                      <a:headEnd type="none" w="med" len="med"/>
                      <a:tailEnd type="none" w="med" len="med"/>
                    </a:lnR>
                    <a:lnT w="12700" cap="flat" cmpd="sng" algn="ctr">
                      <a:solidFill>
                        <a:srgbClr val="D8CBB2"/>
                      </a:solidFill>
                      <a:prstDash val="solid"/>
                      <a:round/>
                      <a:headEnd type="none" w="med" len="med"/>
                      <a:tailEnd type="none" w="med" len="med"/>
                    </a:lnT>
                    <a:lnB w="12700" cap="flat" cmpd="sng" algn="ctr">
                      <a:solidFill>
                        <a:srgbClr val="D8CBB2"/>
                      </a:solidFill>
                      <a:prstDash val="solid"/>
                      <a:round/>
                      <a:headEnd type="none" w="med" len="med"/>
                      <a:tailEnd type="none" w="med" len="med"/>
                    </a:lnB>
                    <a:solidFill>
                      <a:srgbClr val="2E5A46"/>
                    </a:solidFill>
                  </a:tcPr>
                </a:tc>
                <a:tc>
                  <a:txBody>
                    <a:bodyPr/>
                    <a:lstStyle/>
                    <a:p>
                      <a:pPr algn="ctr" indent="0" marL="0">
                        <a:buNone/>
                      </a:pPr>
                      <a:r>
                        <a:rPr lang="en-US" sz="1250" b="1" dirty="0">
                          <a:solidFill>
                            <a:srgbClr val="FFFFFF"/>
                          </a:solidFill>
                          <a:latin typeface="Malgun Gothic" pitchFamily="34" charset="0"/>
                          <a:ea typeface="Malgun Gothic" pitchFamily="34" charset="-122"/>
                          <a:cs typeface="Malgun Gothic" pitchFamily="34" charset="-120"/>
                        </a:rPr>
                        <a:t>처리 방식</a:t>
                      </a:r>
                      <a:endParaRPr lang="en-US" sz="1250" dirty="0">
                        <a:latin typeface="Malgun Gothic" charset="0"/>
                        <a:ea typeface="Malgun Gothic" charset="0"/>
                        <a:cs typeface="Malgun Gothic" charset="0"/>
                      </a:endParaRPr>
                    </a:p>
                  </a:txBody>
                  <a:tcPr marL="137160" marR="137160" marT="36576" marB="36576" anchor="ctr">
                    <a:lnL w="12700" cap="flat" cmpd="sng" algn="ctr">
                      <a:solidFill>
                        <a:srgbClr val="D8CBB2"/>
                      </a:solidFill>
                      <a:prstDash val="solid"/>
                      <a:round/>
                      <a:headEnd type="none" w="med" len="med"/>
                      <a:tailEnd type="none" w="med" len="med"/>
                    </a:lnL>
                    <a:lnR w="12700" cap="flat" cmpd="sng" algn="ctr">
                      <a:solidFill>
                        <a:srgbClr val="D8CBB2"/>
                      </a:solidFill>
                      <a:prstDash val="solid"/>
                      <a:round/>
                      <a:headEnd type="none" w="med" len="med"/>
                      <a:tailEnd type="none" w="med" len="med"/>
                    </a:lnR>
                    <a:lnT w="12700" cap="flat" cmpd="sng" algn="ctr">
                      <a:solidFill>
                        <a:srgbClr val="D8CBB2"/>
                      </a:solidFill>
                      <a:prstDash val="solid"/>
                      <a:round/>
                      <a:headEnd type="none" w="med" len="med"/>
                      <a:tailEnd type="none" w="med" len="med"/>
                    </a:lnT>
                    <a:lnB w="12700" cap="flat" cmpd="sng" algn="ctr">
                      <a:solidFill>
                        <a:srgbClr val="D8CBB2"/>
                      </a:solidFill>
                      <a:prstDash val="solid"/>
                      <a:round/>
                      <a:headEnd type="none" w="med" len="med"/>
                      <a:tailEnd type="none" w="med" len="med"/>
                    </a:lnB>
                    <a:solidFill>
                      <a:srgbClr val="2E5A46"/>
                    </a:solidFill>
                  </a:tcPr>
                </a:tc>
              </a:tr>
              <a:tr h="658368">
                <a:tc>
                  <a:txBody>
                    <a:bodyPr/>
                    <a:lstStyle/>
                    <a:p>
                      <a:pPr indent="0" marL="0">
                        <a:buNone/>
                      </a:pPr>
                      <a:r>
                        <a:rPr lang="en-US" sz="1200" b="1" dirty="0">
                          <a:solidFill>
                            <a:srgbClr val="1E2621"/>
                          </a:solidFill>
                          <a:latin typeface="Malgun Gothic" pitchFamily="34" charset="0"/>
                          <a:ea typeface="Malgun Gothic" pitchFamily="34" charset="-122"/>
                          <a:cs typeface="Malgun Gothic" pitchFamily="34" charset="-120"/>
                        </a:rPr>
                        <a:t>일시적 오류</a:t>
                      </a:r>
                      <a:endParaRPr lang="en-US" sz="1200" dirty="0">
                        <a:latin typeface="Malgun Gothic" charset="0"/>
                        <a:ea typeface="Malgun Gothic" charset="0"/>
                        <a:cs typeface="Malgun Gothic" charset="0"/>
                      </a:endParaRPr>
                    </a:p>
                    <a:p>
                      <a:pPr indent="0" marL="0">
                        <a:buNone/>
                      </a:pPr>
                      <a:r>
                        <a:rPr lang="en-US" sz="1200" b="1" dirty="0">
                          <a:solidFill>
                            <a:srgbClr val="1E2621"/>
                          </a:solidFill>
                          <a:latin typeface="Malgun Gothic" pitchFamily="34" charset="0"/>
                          <a:ea typeface="Malgun Gothic" pitchFamily="34" charset="-122"/>
                          <a:cs typeface="Malgun Gothic" pitchFamily="34" charset="-120"/>
                        </a:rPr>
                        <a:t>TransientApiError</a:t>
                      </a:r>
                      <a:endParaRPr lang="en-US" sz="1200" dirty="0">
                        <a:latin typeface="Malgun Gothic" charset="0"/>
                        <a:ea typeface="Malgun Gothic" charset="0"/>
                        <a:cs typeface="Malgun Gothic" charset="0"/>
                      </a:endParaRPr>
                    </a:p>
                  </a:txBody>
                  <a:tcPr marL="137160" marR="137160" marT="36576" marB="36576" anchor="ctr">
                    <a:lnL w="12700" cap="flat" cmpd="sng" algn="ctr">
                      <a:solidFill>
                        <a:srgbClr val="D8CBB2"/>
                      </a:solidFill>
                      <a:prstDash val="solid"/>
                      <a:round/>
                      <a:headEnd type="none" w="med" len="med"/>
                      <a:tailEnd type="none" w="med" len="med"/>
                    </a:lnL>
                    <a:lnR w="12700" cap="flat" cmpd="sng" algn="ctr">
                      <a:solidFill>
                        <a:srgbClr val="D8CBB2"/>
                      </a:solidFill>
                      <a:prstDash val="solid"/>
                      <a:round/>
                      <a:headEnd type="none" w="med" len="med"/>
                      <a:tailEnd type="none" w="med" len="med"/>
                    </a:lnR>
                    <a:lnT w="12700" cap="flat" cmpd="sng" algn="ctr">
                      <a:solidFill>
                        <a:srgbClr val="D8CBB2"/>
                      </a:solidFill>
                      <a:prstDash val="solid"/>
                      <a:round/>
                      <a:headEnd type="none" w="med" len="med"/>
                      <a:tailEnd type="none" w="med" len="med"/>
                    </a:lnT>
                    <a:lnB w="12700" cap="flat" cmpd="sng" algn="ctr">
                      <a:solidFill>
                        <a:srgbClr val="D8CBB2"/>
                      </a:solidFill>
                      <a:prstDash val="solid"/>
                      <a:round/>
                      <a:headEnd type="none" w="med" len="med"/>
                      <a:tailEnd type="none" w="med" len="med"/>
                    </a:lnB>
                    <a:solidFill>
                      <a:srgbClr val="FFFFFF"/>
                    </a:solidFill>
                  </a:tcPr>
                </a:tc>
                <a:tc>
                  <a:txBody>
                    <a:bodyPr/>
                    <a:lstStyle/>
                    <a:p>
                      <a:pPr indent="0" marL="0">
                        <a:buNone/>
                      </a:pPr>
                      <a:r>
                        <a:rPr lang="en-US" sz="1200" b="1" dirty="0">
                          <a:solidFill>
                            <a:srgbClr val="5E5B52"/>
                          </a:solidFill>
                          <a:latin typeface="Malgun Gothic" pitchFamily="34" charset="0"/>
                          <a:ea typeface="Malgun Gothic" pitchFamily="34" charset="-122"/>
                          <a:cs typeface="Malgun Gothic" pitchFamily="34" charset="-120"/>
                        </a:rPr>
                        <a:t>Timeout · 연결 오류 · HTTP 5xx</a:t>
                      </a:r>
                      <a:endParaRPr lang="en-US" sz="1200" dirty="0">
                        <a:latin typeface="Malgun Gothic" charset="0"/>
                        <a:ea typeface="Malgun Gothic" charset="0"/>
                        <a:cs typeface="Malgun Gothic" charset="0"/>
                      </a:endParaRPr>
                    </a:p>
                    <a:p>
                      <a:pPr indent="0" marL="0">
                        <a:buNone/>
                      </a:pPr>
                      <a:r>
                        <a:rPr lang="en-US" sz="1200" b="1" dirty="0">
                          <a:solidFill>
                            <a:srgbClr val="5E5B52"/>
                          </a:solidFill>
                          <a:latin typeface="Malgun Gothic" pitchFamily="34" charset="0"/>
                          <a:ea typeface="Malgun Gothic" pitchFamily="34" charset="-122"/>
                          <a:cs typeface="Malgun Gothic" pitchFamily="34" charset="-120"/>
                        </a:rPr>
                        <a:t>일시적 429 · resultCode 99</a:t>
                      </a:r>
                      <a:endParaRPr lang="en-US" sz="1200" dirty="0">
                        <a:latin typeface="Malgun Gothic" charset="0"/>
                        <a:ea typeface="Malgun Gothic" charset="0"/>
                        <a:cs typeface="Malgun Gothic" charset="0"/>
                      </a:endParaRPr>
                    </a:p>
                  </a:txBody>
                  <a:tcPr marL="137160" marR="137160" marT="36576" marB="36576" anchor="ctr">
                    <a:lnL w="12700" cap="flat" cmpd="sng" algn="ctr">
                      <a:solidFill>
                        <a:srgbClr val="D8CBB2"/>
                      </a:solidFill>
                      <a:prstDash val="solid"/>
                      <a:round/>
                      <a:headEnd type="none" w="med" len="med"/>
                      <a:tailEnd type="none" w="med" len="med"/>
                    </a:lnL>
                    <a:lnR w="12700" cap="flat" cmpd="sng" algn="ctr">
                      <a:solidFill>
                        <a:srgbClr val="D8CBB2"/>
                      </a:solidFill>
                      <a:prstDash val="solid"/>
                      <a:round/>
                      <a:headEnd type="none" w="med" len="med"/>
                      <a:tailEnd type="none" w="med" len="med"/>
                    </a:lnR>
                    <a:lnT w="12700" cap="flat" cmpd="sng" algn="ctr">
                      <a:solidFill>
                        <a:srgbClr val="D8CBB2"/>
                      </a:solidFill>
                      <a:prstDash val="solid"/>
                      <a:round/>
                      <a:headEnd type="none" w="med" len="med"/>
                      <a:tailEnd type="none" w="med" len="med"/>
                    </a:lnT>
                    <a:lnB w="12700" cap="flat" cmpd="sng" algn="ctr">
                      <a:solidFill>
                        <a:srgbClr val="D8CBB2"/>
                      </a:solidFill>
                      <a:prstDash val="solid"/>
                      <a:round/>
                      <a:headEnd type="none" w="med" len="med"/>
                      <a:tailEnd type="none" w="med" len="med"/>
                    </a:lnB>
                    <a:solidFill>
                      <a:srgbClr val="FFFFFF"/>
                    </a:solidFill>
                  </a:tcPr>
                </a:tc>
                <a:tc>
                  <a:txBody>
                    <a:bodyPr/>
                    <a:lstStyle/>
                    <a:p>
                      <a:pPr indent="0" marL="0">
                        <a:buNone/>
                      </a:pPr>
                      <a:r>
                        <a:rPr lang="en-US" sz="1200" b="1" dirty="0">
                          <a:solidFill>
                            <a:srgbClr val="2E5A46"/>
                          </a:solidFill>
                          <a:latin typeface="Malgun Gothic" pitchFamily="34" charset="0"/>
                          <a:ea typeface="Malgun Gothic" pitchFamily="34" charset="-122"/>
                          <a:cs typeface="Malgun Gothic" pitchFamily="34" charset="-120"/>
                        </a:rPr>
                        <a:t>최대 3회 재시도</a:t>
                      </a:r>
                      <a:endParaRPr lang="en-US" sz="1200" dirty="0">
                        <a:latin typeface="Malgun Gothic" charset="0"/>
                        <a:ea typeface="Malgun Gothic" charset="0"/>
                        <a:cs typeface="Malgun Gothic" charset="0"/>
                      </a:endParaRPr>
                    </a:p>
                    <a:p>
                      <a:pPr indent="0" marL="0">
                        <a:buNone/>
                      </a:pPr>
                      <a:r>
                        <a:rPr lang="en-US" sz="1200" b="1" dirty="0">
                          <a:solidFill>
                            <a:srgbClr val="2E5A46"/>
                          </a:solidFill>
                          <a:latin typeface="Malgun Gothic" pitchFamily="34" charset="0"/>
                          <a:ea typeface="Malgun Gothic" pitchFamily="34" charset="-122"/>
                          <a:cs typeface="Malgun Gothic" pitchFamily="34" charset="-120"/>
                        </a:rPr>
                        <a:t>3초 → 5초 대기 후 다시 요청</a:t>
                      </a:r>
                      <a:endParaRPr lang="en-US" sz="1200" dirty="0">
                        <a:latin typeface="Malgun Gothic" charset="0"/>
                        <a:ea typeface="Malgun Gothic" charset="0"/>
                        <a:cs typeface="Malgun Gothic" charset="0"/>
                      </a:endParaRPr>
                    </a:p>
                  </a:txBody>
                  <a:tcPr marL="137160" marR="137160" marT="36576" marB="36576" anchor="ctr">
                    <a:lnL w="12700" cap="flat" cmpd="sng" algn="ctr">
                      <a:solidFill>
                        <a:srgbClr val="D8CBB2"/>
                      </a:solidFill>
                      <a:prstDash val="solid"/>
                      <a:round/>
                      <a:headEnd type="none" w="med" len="med"/>
                      <a:tailEnd type="none" w="med" len="med"/>
                    </a:lnL>
                    <a:lnR w="12700" cap="flat" cmpd="sng" algn="ctr">
                      <a:solidFill>
                        <a:srgbClr val="D8CBB2"/>
                      </a:solidFill>
                      <a:prstDash val="solid"/>
                      <a:round/>
                      <a:headEnd type="none" w="med" len="med"/>
                      <a:tailEnd type="none" w="med" len="med"/>
                    </a:lnR>
                    <a:lnT w="12700" cap="flat" cmpd="sng" algn="ctr">
                      <a:solidFill>
                        <a:srgbClr val="D8CBB2"/>
                      </a:solidFill>
                      <a:prstDash val="solid"/>
                      <a:round/>
                      <a:headEnd type="none" w="med" len="med"/>
                      <a:tailEnd type="none" w="med" len="med"/>
                    </a:lnT>
                    <a:lnB w="12700" cap="flat" cmpd="sng" algn="ctr">
                      <a:solidFill>
                        <a:srgbClr val="D8CBB2"/>
                      </a:solidFill>
                      <a:prstDash val="solid"/>
                      <a:round/>
                      <a:headEnd type="none" w="med" len="med"/>
                      <a:tailEnd type="none" w="med" len="med"/>
                    </a:lnB>
                    <a:solidFill>
                      <a:srgbClr val="FFFFFF"/>
                    </a:solidFill>
                  </a:tcPr>
                </a:tc>
              </a:tr>
              <a:tr h="548640">
                <a:tc>
                  <a:txBody>
                    <a:bodyPr/>
                    <a:lstStyle/>
                    <a:p>
                      <a:pPr indent="0" marL="0">
                        <a:buNone/>
                      </a:pPr>
                      <a:r>
                        <a:rPr lang="en-US" sz="1200" b="1" dirty="0">
                          <a:solidFill>
                            <a:srgbClr val="1E2621"/>
                          </a:solidFill>
                          <a:latin typeface="Malgun Gothic" pitchFamily="34" charset="0"/>
                          <a:ea typeface="Malgun Gothic" pitchFamily="34" charset="-122"/>
                          <a:cs typeface="Malgun Gothic" pitchFamily="34" charset="-120"/>
                        </a:rPr>
                        <a:t>영구 오류</a:t>
                      </a:r>
                      <a:endParaRPr lang="en-US" sz="1200" dirty="0">
                        <a:latin typeface="Malgun Gothic" charset="0"/>
                        <a:ea typeface="Malgun Gothic" charset="0"/>
                        <a:cs typeface="Malgun Gothic" charset="0"/>
                      </a:endParaRPr>
                    </a:p>
                    <a:p>
                      <a:pPr indent="0" marL="0">
                        <a:buNone/>
                      </a:pPr>
                      <a:r>
                        <a:rPr lang="en-US" sz="1200" b="1" dirty="0">
                          <a:solidFill>
                            <a:srgbClr val="1E2621"/>
                          </a:solidFill>
                          <a:latin typeface="Malgun Gothic" pitchFamily="34" charset="0"/>
                          <a:ea typeface="Malgun Gothic" pitchFamily="34" charset="-122"/>
                          <a:cs typeface="Malgun Gothic" pitchFamily="34" charset="-120"/>
                        </a:rPr>
                        <a:t>PermanentApiError</a:t>
                      </a:r>
                      <a:endParaRPr lang="en-US" sz="1200" dirty="0">
                        <a:latin typeface="Malgun Gothic" charset="0"/>
                        <a:ea typeface="Malgun Gothic" charset="0"/>
                        <a:cs typeface="Malgun Gothic" charset="0"/>
                      </a:endParaRPr>
                    </a:p>
                  </a:txBody>
                  <a:tcPr marL="137160" marR="137160" marT="36576" marB="36576" anchor="ctr">
                    <a:lnL w="12700" cap="flat" cmpd="sng" algn="ctr">
                      <a:solidFill>
                        <a:srgbClr val="D8CBB2"/>
                      </a:solidFill>
                      <a:prstDash val="solid"/>
                      <a:round/>
                      <a:headEnd type="none" w="med" len="med"/>
                      <a:tailEnd type="none" w="med" len="med"/>
                    </a:lnL>
                    <a:lnR w="12700" cap="flat" cmpd="sng" algn="ctr">
                      <a:solidFill>
                        <a:srgbClr val="D8CBB2"/>
                      </a:solidFill>
                      <a:prstDash val="solid"/>
                      <a:round/>
                      <a:headEnd type="none" w="med" len="med"/>
                      <a:tailEnd type="none" w="med" len="med"/>
                    </a:lnR>
                    <a:lnT w="12700" cap="flat" cmpd="sng" algn="ctr">
                      <a:solidFill>
                        <a:srgbClr val="D8CBB2"/>
                      </a:solidFill>
                      <a:prstDash val="solid"/>
                      <a:round/>
                      <a:headEnd type="none" w="med" len="med"/>
                      <a:tailEnd type="none" w="med" len="med"/>
                    </a:lnT>
                    <a:lnB w="12700" cap="flat" cmpd="sng" algn="ctr">
                      <a:solidFill>
                        <a:srgbClr val="D8CBB2"/>
                      </a:solidFill>
                      <a:prstDash val="solid"/>
                      <a:round/>
                      <a:headEnd type="none" w="med" len="med"/>
                      <a:tailEnd type="none" w="med" len="med"/>
                    </a:lnB>
                    <a:solidFill>
                      <a:srgbClr val="FFFFFF"/>
                    </a:solidFill>
                  </a:tcPr>
                </a:tc>
                <a:tc>
                  <a:txBody>
                    <a:bodyPr/>
                    <a:lstStyle/>
                    <a:p>
                      <a:pPr indent="0" marL="0">
                        <a:buNone/>
                      </a:pPr>
                      <a:r>
                        <a:rPr lang="en-US" sz="1200" b="1" dirty="0">
                          <a:solidFill>
                            <a:srgbClr val="5E5B52"/>
                          </a:solidFill>
                          <a:latin typeface="Malgun Gothic" pitchFamily="34" charset="0"/>
                          <a:ea typeface="Malgun Gothic" pitchFamily="34" charset="-122"/>
                          <a:cs typeface="Malgun Gothic" pitchFamily="34" charset="-120"/>
                        </a:rPr>
                        <a:t>HTTP 4xx · 정의되지 않은 resultCode</a:t>
                      </a:r>
                      <a:endParaRPr lang="en-US" sz="1200" dirty="0">
                        <a:latin typeface="Malgun Gothic" charset="0"/>
                        <a:ea typeface="Malgun Gothic" charset="0"/>
                        <a:cs typeface="Malgun Gothic" charset="0"/>
                      </a:endParaRPr>
                    </a:p>
                  </a:txBody>
                  <a:tcPr marL="137160" marR="137160" marT="36576" marB="36576" anchor="ctr">
                    <a:lnL w="12700" cap="flat" cmpd="sng" algn="ctr">
                      <a:solidFill>
                        <a:srgbClr val="D8CBB2"/>
                      </a:solidFill>
                      <a:prstDash val="solid"/>
                      <a:round/>
                      <a:headEnd type="none" w="med" len="med"/>
                      <a:tailEnd type="none" w="med" len="med"/>
                    </a:lnL>
                    <a:lnR w="12700" cap="flat" cmpd="sng" algn="ctr">
                      <a:solidFill>
                        <a:srgbClr val="D8CBB2"/>
                      </a:solidFill>
                      <a:prstDash val="solid"/>
                      <a:round/>
                      <a:headEnd type="none" w="med" len="med"/>
                      <a:tailEnd type="none" w="med" len="med"/>
                    </a:lnR>
                    <a:lnT w="12700" cap="flat" cmpd="sng" algn="ctr">
                      <a:solidFill>
                        <a:srgbClr val="D8CBB2"/>
                      </a:solidFill>
                      <a:prstDash val="solid"/>
                      <a:round/>
                      <a:headEnd type="none" w="med" len="med"/>
                      <a:tailEnd type="none" w="med" len="med"/>
                    </a:lnT>
                    <a:lnB w="12700" cap="flat" cmpd="sng" algn="ctr">
                      <a:solidFill>
                        <a:srgbClr val="D8CBB2"/>
                      </a:solidFill>
                      <a:prstDash val="solid"/>
                      <a:round/>
                      <a:headEnd type="none" w="med" len="med"/>
                      <a:tailEnd type="none" w="med" len="med"/>
                    </a:lnB>
                    <a:solidFill>
                      <a:srgbClr val="FFFFFF"/>
                    </a:solidFill>
                  </a:tcPr>
                </a:tc>
                <a:tc>
                  <a:txBody>
                    <a:bodyPr/>
                    <a:lstStyle/>
                    <a:p>
                      <a:pPr indent="0" marL="0">
                        <a:buNone/>
                      </a:pPr>
                      <a:r>
                        <a:rPr lang="en-US" sz="1200" b="1" dirty="0">
                          <a:solidFill>
                            <a:srgbClr val="B5654A"/>
                          </a:solidFill>
                          <a:latin typeface="Malgun Gothic" pitchFamily="34" charset="0"/>
                          <a:ea typeface="Malgun Gothic" pitchFamily="34" charset="-122"/>
                          <a:cs typeface="Malgun Gothic" pitchFamily="34" charset="-120"/>
                        </a:rPr>
                        <a:t>재시도 없이 실패 기록</a:t>
                      </a:r>
                      <a:endParaRPr lang="en-US" sz="1200" dirty="0">
                        <a:latin typeface="Malgun Gothic" charset="0"/>
                        <a:ea typeface="Malgun Gothic" charset="0"/>
                        <a:cs typeface="Malgun Gothic" charset="0"/>
                      </a:endParaRPr>
                    </a:p>
                  </a:txBody>
                  <a:tcPr marL="137160" marR="137160" marT="36576" marB="36576" anchor="ctr">
                    <a:lnL w="12700" cap="flat" cmpd="sng" algn="ctr">
                      <a:solidFill>
                        <a:srgbClr val="D8CBB2"/>
                      </a:solidFill>
                      <a:prstDash val="solid"/>
                      <a:round/>
                      <a:headEnd type="none" w="med" len="med"/>
                      <a:tailEnd type="none" w="med" len="med"/>
                    </a:lnL>
                    <a:lnR w="12700" cap="flat" cmpd="sng" algn="ctr">
                      <a:solidFill>
                        <a:srgbClr val="D8CBB2"/>
                      </a:solidFill>
                      <a:prstDash val="solid"/>
                      <a:round/>
                      <a:headEnd type="none" w="med" len="med"/>
                      <a:tailEnd type="none" w="med" len="med"/>
                    </a:lnR>
                    <a:lnT w="12700" cap="flat" cmpd="sng" algn="ctr">
                      <a:solidFill>
                        <a:srgbClr val="D8CBB2"/>
                      </a:solidFill>
                      <a:prstDash val="solid"/>
                      <a:round/>
                      <a:headEnd type="none" w="med" len="med"/>
                      <a:tailEnd type="none" w="med" len="med"/>
                    </a:lnT>
                    <a:lnB w="12700" cap="flat" cmpd="sng" algn="ctr">
                      <a:solidFill>
                        <a:srgbClr val="D8CBB2"/>
                      </a:solidFill>
                      <a:prstDash val="solid"/>
                      <a:round/>
                      <a:headEnd type="none" w="med" len="med"/>
                      <a:tailEnd type="none" w="med" len="med"/>
                    </a:lnB>
                    <a:solidFill>
                      <a:srgbClr val="FFFFFF"/>
                    </a:solidFill>
                  </a:tcPr>
                </a:tc>
              </a:tr>
              <a:tr h="658368">
                <a:tc>
                  <a:txBody>
                    <a:bodyPr/>
                    <a:lstStyle/>
                    <a:p>
                      <a:pPr indent="0" marL="0">
                        <a:buNone/>
                      </a:pPr>
                      <a:r>
                        <a:rPr lang="en-US" sz="1200" b="1" dirty="0">
                          <a:solidFill>
                            <a:srgbClr val="1E2621"/>
                          </a:solidFill>
                          <a:latin typeface="Malgun Gothic" pitchFamily="34" charset="0"/>
                          <a:ea typeface="Malgun Gothic" pitchFamily="34" charset="-122"/>
                          <a:cs typeface="Malgun Gothic" pitchFamily="34" charset="-120"/>
                        </a:rPr>
                        <a:t>범위 오류</a:t>
                      </a:r>
                      <a:endParaRPr lang="en-US" sz="1200" dirty="0">
                        <a:latin typeface="Malgun Gothic" charset="0"/>
                        <a:ea typeface="Malgun Gothic" charset="0"/>
                        <a:cs typeface="Malgun Gothic" charset="0"/>
                      </a:endParaRPr>
                    </a:p>
                    <a:p>
                      <a:pPr indent="0" marL="0">
                        <a:buNone/>
                      </a:pPr>
                      <a:r>
                        <a:rPr lang="en-US" sz="1200" b="1" dirty="0">
                          <a:solidFill>
                            <a:srgbClr val="1E2621"/>
                          </a:solidFill>
                          <a:latin typeface="Malgun Gothic" pitchFamily="34" charset="0"/>
                          <a:ea typeface="Malgun Gothic" pitchFamily="34" charset="-122"/>
                          <a:cs typeface="Malgun Gothic" pitchFamily="34" charset="-120"/>
                        </a:rPr>
                        <a:t>UnsupportedScopeError</a:t>
                      </a:r>
                      <a:endParaRPr lang="en-US" sz="1200" dirty="0">
                        <a:latin typeface="Malgun Gothic" charset="0"/>
                        <a:ea typeface="Malgun Gothic" charset="0"/>
                        <a:cs typeface="Malgun Gothic" charset="0"/>
                      </a:endParaRPr>
                    </a:p>
                  </a:txBody>
                  <a:tcPr marL="137160" marR="137160" marT="36576" marB="36576" anchor="ctr">
                    <a:lnL w="12700" cap="flat" cmpd="sng" algn="ctr">
                      <a:solidFill>
                        <a:srgbClr val="D8CBB2"/>
                      </a:solidFill>
                      <a:prstDash val="solid"/>
                      <a:round/>
                      <a:headEnd type="none" w="med" len="med"/>
                      <a:tailEnd type="none" w="med" len="med"/>
                    </a:lnL>
                    <a:lnR w="12700" cap="flat" cmpd="sng" algn="ctr">
                      <a:solidFill>
                        <a:srgbClr val="D8CBB2"/>
                      </a:solidFill>
                      <a:prstDash val="solid"/>
                      <a:round/>
                      <a:headEnd type="none" w="med" len="med"/>
                      <a:tailEnd type="none" w="med" len="med"/>
                    </a:lnR>
                    <a:lnT w="12700" cap="flat" cmpd="sng" algn="ctr">
                      <a:solidFill>
                        <a:srgbClr val="D8CBB2"/>
                      </a:solidFill>
                      <a:prstDash val="solid"/>
                      <a:round/>
                      <a:headEnd type="none" w="med" len="med"/>
                      <a:tailEnd type="none" w="med" len="med"/>
                    </a:lnT>
                    <a:lnB w="12700" cap="flat" cmpd="sng" algn="ctr">
                      <a:solidFill>
                        <a:srgbClr val="D8CBB2"/>
                      </a:solidFill>
                      <a:prstDash val="solid"/>
                      <a:round/>
                      <a:headEnd type="none" w="med" len="med"/>
                      <a:tailEnd type="none" w="med" len="med"/>
                    </a:lnB>
                    <a:solidFill>
                      <a:srgbClr val="FFFFFF"/>
                    </a:solidFill>
                  </a:tcPr>
                </a:tc>
                <a:tc>
                  <a:txBody>
                    <a:bodyPr/>
                    <a:lstStyle/>
                    <a:p>
                      <a:pPr indent="0" marL="0">
                        <a:buNone/>
                      </a:pPr>
                      <a:r>
                        <a:rPr lang="en-US" sz="1200" b="1" dirty="0">
                          <a:solidFill>
                            <a:srgbClr val="5E5B52"/>
                          </a:solidFill>
                          <a:latin typeface="Malgun Gothic" pitchFamily="34" charset="0"/>
                          <a:ea typeface="Malgun Gothic" pitchFamily="34" charset="-122"/>
                          <a:cs typeface="Malgun Gothic" pitchFamily="34" charset="-120"/>
                        </a:rPr>
                        <a:t>resultCode 10</a:t>
                      </a:r>
                      <a:endParaRPr lang="en-US" sz="1200" dirty="0">
                        <a:latin typeface="Malgun Gothic" charset="0"/>
                        <a:ea typeface="Malgun Gothic" charset="0"/>
                        <a:cs typeface="Malgun Gothic" charset="0"/>
                      </a:endParaRPr>
                    </a:p>
                    <a:p>
                      <a:pPr indent="0" marL="0">
                        <a:buNone/>
                      </a:pPr>
                      <a:r>
                        <a:rPr lang="en-US" sz="1200" b="1" dirty="0">
                          <a:solidFill>
                            <a:srgbClr val="5E5B52"/>
                          </a:solidFill>
                          <a:latin typeface="Malgun Gothic" pitchFamily="34" charset="0"/>
                          <a:ea typeface="Malgun Gothic" pitchFamily="34" charset="-122"/>
                          <a:cs typeface="Malgun Gothic" pitchFamily="34" charset="-120"/>
                        </a:rPr>
                        <a:t>존재하지 않는 연도 · 행정구역 조합</a:t>
                      </a:r>
                      <a:endParaRPr lang="en-US" sz="1200" dirty="0">
                        <a:latin typeface="Malgun Gothic" charset="0"/>
                        <a:ea typeface="Malgun Gothic" charset="0"/>
                        <a:cs typeface="Malgun Gothic" charset="0"/>
                      </a:endParaRPr>
                    </a:p>
                  </a:txBody>
                  <a:tcPr marL="137160" marR="137160" marT="36576" marB="36576" anchor="ctr">
                    <a:lnL w="12700" cap="flat" cmpd="sng" algn="ctr">
                      <a:solidFill>
                        <a:srgbClr val="D8CBB2"/>
                      </a:solidFill>
                      <a:prstDash val="solid"/>
                      <a:round/>
                      <a:headEnd type="none" w="med" len="med"/>
                      <a:tailEnd type="none" w="med" len="med"/>
                    </a:lnL>
                    <a:lnR w="12700" cap="flat" cmpd="sng" algn="ctr">
                      <a:solidFill>
                        <a:srgbClr val="D8CBB2"/>
                      </a:solidFill>
                      <a:prstDash val="solid"/>
                      <a:round/>
                      <a:headEnd type="none" w="med" len="med"/>
                      <a:tailEnd type="none" w="med" len="med"/>
                    </a:lnR>
                    <a:lnT w="12700" cap="flat" cmpd="sng" algn="ctr">
                      <a:solidFill>
                        <a:srgbClr val="D8CBB2"/>
                      </a:solidFill>
                      <a:prstDash val="solid"/>
                      <a:round/>
                      <a:headEnd type="none" w="med" len="med"/>
                      <a:tailEnd type="none" w="med" len="med"/>
                    </a:lnT>
                    <a:lnB w="12700" cap="flat" cmpd="sng" algn="ctr">
                      <a:solidFill>
                        <a:srgbClr val="D8CBB2"/>
                      </a:solidFill>
                      <a:prstDash val="solid"/>
                      <a:round/>
                      <a:headEnd type="none" w="med" len="med"/>
                      <a:tailEnd type="none" w="med" len="med"/>
                    </a:lnB>
                    <a:solidFill>
                      <a:srgbClr val="FFFFFF"/>
                    </a:solidFill>
                  </a:tcPr>
                </a:tc>
                <a:tc>
                  <a:txBody>
                    <a:bodyPr/>
                    <a:lstStyle/>
                    <a:p>
                      <a:pPr indent="0" marL="0">
                        <a:buNone/>
                      </a:pPr>
                      <a:r>
                        <a:rPr lang="en-US" sz="1200" b="1" dirty="0">
                          <a:solidFill>
                            <a:srgbClr val="2E5A46"/>
                          </a:solidFill>
                          <a:latin typeface="Malgun Gothic" pitchFamily="34" charset="0"/>
                          <a:ea typeface="Malgun Gothic" pitchFamily="34" charset="-122"/>
                          <a:cs typeface="Malgun Gothic" pitchFamily="34" charset="-120"/>
                        </a:rPr>
                        <a:t>해당 범위만 건너뛰고 계속 수집</a:t>
                      </a:r>
                      <a:endParaRPr lang="en-US" sz="1200" dirty="0">
                        <a:latin typeface="Malgun Gothic" charset="0"/>
                        <a:ea typeface="Malgun Gothic" charset="0"/>
                        <a:cs typeface="Malgun Gothic" charset="0"/>
                      </a:endParaRPr>
                    </a:p>
                  </a:txBody>
                  <a:tcPr marL="137160" marR="137160" marT="36576" marB="36576" anchor="ctr">
                    <a:lnL w="12700" cap="flat" cmpd="sng" algn="ctr">
                      <a:solidFill>
                        <a:srgbClr val="D8CBB2"/>
                      </a:solidFill>
                      <a:prstDash val="solid"/>
                      <a:round/>
                      <a:headEnd type="none" w="med" len="med"/>
                      <a:tailEnd type="none" w="med" len="med"/>
                    </a:lnL>
                    <a:lnR w="12700" cap="flat" cmpd="sng" algn="ctr">
                      <a:solidFill>
                        <a:srgbClr val="D8CBB2"/>
                      </a:solidFill>
                      <a:prstDash val="solid"/>
                      <a:round/>
                      <a:headEnd type="none" w="med" len="med"/>
                      <a:tailEnd type="none" w="med" len="med"/>
                    </a:lnR>
                    <a:lnT w="12700" cap="flat" cmpd="sng" algn="ctr">
                      <a:solidFill>
                        <a:srgbClr val="D8CBB2"/>
                      </a:solidFill>
                      <a:prstDash val="solid"/>
                      <a:round/>
                      <a:headEnd type="none" w="med" len="med"/>
                      <a:tailEnd type="none" w="med" len="med"/>
                    </a:lnT>
                    <a:lnB w="12700" cap="flat" cmpd="sng" algn="ctr">
                      <a:solidFill>
                        <a:srgbClr val="D8CBB2"/>
                      </a:solidFill>
                      <a:prstDash val="solid"/>
                      <a:round/>
                      <a:headEnd type="none" w="med" len="med"/>
                      <a:tailEnd type="none" w="med" len="med"/>
                    </a:lnB>
                    <a:solidFill>
                      <a:srgbClr val="FFFFFF"/>
                    </a:solidFill>
                  </a:tcPr>
                </a:tc>
              </a:tr>
              <a:tr h="658368">
                <a:tc>
                  <a:txBody>
                    <a:bodyPr/>
                    <a:lstStyle/>
                    <a:p>
                      <a:pPr indent="0" marL="0">
                        <a:buNone/>
                      </a:pPr>
                      <a:r>
                        <a:rPr lang="en-US" sz="1200" b="1" dirty="0">
                          <a:solidFill>
                            <a:srgbClr val="1E2621"/>
                          </a:solidFill>
                          <a:latin typeface="Malgun Gothic" pitchFamily="34" charset="0"/>
                          <a:ea typeface="Malgun Gothic" pitchFamily="34" charset="-122"/>
                          <a:cs typeface="Malgun Gothic" pitchFamily="34" charset="-120"/>
                        </a:rPr>
                        <a:t>전역 오류</a:t>
                      </a:r>
                      <a:endParaRPr lang="en-US" sz="1200" dirty="0">
                        <a:latin typeface="Malgun Gothic" charset="0"/>
                        <a:ea typeface="Malgun Gothic" charset="0"/>
                        <a:cs typeface="Malgun Gothic" charset="0"/>
                      </a:endParaRPr>
                    </a:p>
                    <a:p>
                      <a:pPr indent="0" marL="0">
                        <a:buNone/>
                      </a:pPr>
                      <a:r>
                        <a:rPr lang="en-US" sz="1200" b="1" dirty="0">
                          <a:solidFill>
                            <a:srgbClr val="1E2621"/>
                          </a:solidFill>
                          <a:latin typeface="Malgun Gothic" pitchFamily="34" charset="0"/>
                          <a:ea typeface="Malgun Gothic" pitchFamily="34" charset="-122"/>
                          <a:cs typeface="Malgun Gothic" pitchFamily="34" charset="-120"/>
                        </a:rPr>
                        <a:t>GlobalServiceError</a:t>
                      </a:r>
                      <a:endParaRPr lang="en-US" sz="1200" dirty="0">
                        <a:latin typeface="Malgun Gothic" charset="0"/>
                        <a:ea typeface="Malgun Gothic" charset="0"/>
                        <a:cs typeface="Malgun Gothic" charset="0"/>
                      </a:endParaRPr>
                    </a:p>
                  </a:txBody>
                  <a:tcPr marL="137160" marR="137160" marT="36576" marB="36576" anchor="ctr">
                    <a:lnL w="12700" cap="flat" cmpd="sng" algn="ctr">
                      <a:solidFill>
                        <a:srgbClr val="D8CBB2"/>
                      </a:solidFill>
                      <a:prstDash val="solid"/>
                      <a:round/>
                      <a:headEnd type="none" w="med" len="med"/>
                      <a:tailEnd type="none" w="med" len="med"/>
                    </a:lnL>
                    <a:lnR w="12700" cap="flat" cmpd="sng" algn="ctr">
                      <a:solidFill>
                        <a:srgbClr val="D8CBB2"/>
                      </a:solidFill>
                      <a:prstDash val="solid"/>
                      <a:round/>
                      <a:headEnd type="none" w="med" len="med"/>
                      <a:tailEnd type="none" w="med" len="med"/>
                    </a:lnR>
                    <a:lnT w="12700" cap="flat" cmpd="sng" algn="ctr">
                      <a:solidFill>
                        <a:srgbClr val="D8CBB2"/>
                      </a:solidFill>
                      <a:prstDash val="solid"/>
                      <a:round/>
                      <a:headEnd type="none" w="med" len="med"/>
                      <a:tailEnd type="none" w="med" len="med"/>
                    </a:lnT>
                    <a:lnB w="12700" cap="flat" cmpd="sng" algn="ctr">
                      <a:solidFill>
                        <a:srgbClr val="D8CBB2"/>
                      </a:solidFill>
                      <a:prstDash val="solid"/>
                      <a:round/>
                      <a:headEnd type="none" w="med" len="med"/>
                      <a:tailEnd type="none" w="med" len="med"/>
                    </a:lnB>
                    <a:solidFill>
                      <a:srgbClr val="FFFFFF"/>
                    </a:solidFill>
                  </a:tcPr>
                </a:tc>
                <a:tc>
                  <a:txBody>
                    <a:bodyPr/>
                    <a:lstStyle/>
                    <a:p>
                      <a:pPr indent="0" marL="0">
                        <a:buNone/>
                      </a:pPr>
                      <a:r>
                        <a:rPr lang="en-US" sz="1200" b="1" dirty="0">
                          <a:solidFill>
                            <a:srgbClr val="5E5B52"/>
                          </a:solidFill>
                          <a:latin typeface="Malgun Gothic" pitchFamily="34" charset="0"/>
                          <a:ea typeface="Malgun Gothic" pitchFamily="34" charset="-122"/>
                          <a:cs typeface="Malgun Gothic" pitchFamily="34" charset="-120"/>
                        </a:rPr>
                        <a:t>일일 호출 한도 초과(429 · 22)</a:t>
                      </a:r>
                      <a:endParaRPr lang="en-US" sz="1200" dirty="0">
                        <a:latin typeface="Malgun Gothic" charset="0"/>
                        <a:ea typeface="Malgun Gothic" charset="0"/>
                        <a:cs typeface="Malgun Gothic" charset="0"/>
                      </a:endParaRPr>
                    </a:p>
                    <a:p>
                      <a:pPr indent="0" marL="0">
                        <a:buNone/>
                      </a:pPr>
                      <a:r>
                        <a:rPr lang="en-US" sz="1200" b="1" dirty="0">
                          <a:solidFill>
                            <a:srgbClr val="5E5B52"/>
                          </a:solidFill>
                          <a:latin typeface="Malgun Gothic" pitchFamily="34" charset="0"/>
                          <a:ea typeface="Malgun Gothic" pitchFamily="34" charset="-122"/>
                          <a:cs typeface="Malgun Gothic" pitchFamily="34" charset="-120"/>
                        </a:rPr>
                        <a:t>인증키 · 사용승인 오류(30 · 31 · 32)</a:t>
                      </a:r>
                      <a:endParaRPr lang="en-US" sz="1200" dirty="0">
                        <a:latin typeface="Malgun Gothic" charset="0"/>
                        <a:ea typeface="Malgun Gothic" charset="0"/>
                        <a:cs typeface="Malgun Gothic" charset="0"/>
                      </a:endParaRPr>
                    </a:p>
                  </a:txBody>
                  <a:tcPr marL="137160" marR="137160" marT="36576" marB="36576" anchor="ctr">
                    <a:lnL w="12700" cap="flat" cmpd="sng" algn="ctr">
                      <a:solidFill>
                        <a:srgbClr val="D8CBB2"/>
                      </a:solidFill>
                      <a:prstDash val="solid"/>
                      <a:round/>
                      <a:headEnd type="none" w="med" len="med"/>
                      <a:tailEnd type="none" w="med" len="med"/>
                    </a:lnL>
                    <a:lnR w="12700" cap="flat" cmpd="sng" algn="ctr">
                      <a:solidFill>
                        <a:srgbClr val="D8CBB2"/>
                      </a:solidFill>
                      <a:prstDash val="solid"/>
                      <a:round/>
                      <a:headEnd type="none" w="med" len="med"/>
                      <a:tailEnd type="none" w="med" len="med"/>
                    </a:lnR>
                    <a:lnT w="12700" cap="flat" cmpd="sng" algn="ctr">
                      <a:solidFill>
                        <a:srgbClr val="D8CBB2"/>
                      </a:solidFill>
                      <a:prstDash val="solid"/>
                      <a:round/>
                      <a:headEnd type="none" w="med" len="med"/>
                      <a:tailEnd type="none" w="med" len="med"/>
                    </a:lnT>
                    <a:lnB w="12700" cap="flat" cmpd="sng" algn="ctr">
                      <a:solidFill>
                        <a:srgbClr val="D8CBB2"/>
                      </a:solidFill>
                      <a:prstDash val="solid"/>
                      <a:round/>
                      <a:headEnd type="none" w="med" len="med"/>
                      <a:tailEnd type="none" w="med" len="med"/>
                    </a:lnB>
                    <a:solidFill>
                      <a:srgbClr val="FFFFFF"/>
                    </a:solidFill>
                  </a:tcPr>
                </a:tc>
                <a:tc>
                  <a:txBody>
                    <a:bodyPr/>
                    <a:lstStyle/>
                    <a:p>
                      <a:pPr indent="0" marL="0">
                        <a:buNone/>
                      </a:pPr>
                      <a:r>
                        <a:rPr lang="en-US" sz="1200" b="1" dirty="0">
                          <a:solidFill>
                            <a:srgbClr val="B5654A"/>
                          </a:solidFill>
                          <a:latin typeface="Malgun Gothic" pitchFamily="34" charset="0"/>
                          <a:ea typeface="Malgun Gothic" pitchFamily="34" charset="-122"/>
                          <a:cs typeface="Malgun Gothic" pitchFamily="34" charset="-120"/>
                        </a:rPr>
                        <a:t>즉시 전체 중단</a:t>
                      </a:r>
                      <a:endParaRPr lang="en-US" sz="1200" dirty="0">
                        <a:latin typeface="Malgun Gothic" charset="0"/>
                        <a:ea typeface="Malgun Gothic" charset="0"/>
                        <a:cs typeface="Malgun Gothic" charset="0"/>
                      </a:endParaRPr>
                    </a:p>
                    <a:p>
                      <a:pPr indent="0" marL="0">
                        <a:buNone/>
                      </a:pPr>
                      <a:r>
                        <a:rPr lang="en-US" sz="1200" b="1" dirty="0">
                          <a:solidFill>
                            <a:srgbClr val="B5654A"/>
                          </a:solidFill>
                          <a:latin typeface="Malgun Gothic" pitchFamily="34" charset="0"/>
                          <a:ea typeface="Malgun Gothic" pitchFamily="34" charset="-122"/>
                          <a:cs typeface="Malgun Gothic" pitchFamily="34" charset="-120"/>
                        </a:rPr>
                        <a:t>재시도해도 해결되지 않음</a:t>
                      </a:r>
                      <a:endParaRPr lang="en-US" sz="1200" dirty="0">
                        <a:latin typeface="Malgun Gothic" charset="0"/>
                        <a:ea typeface="Malgun Gothic" charset="0"/>
                        <a:cs typeface="Malgun Gothic" charset="0"/>
                      </a:endParaRPr>
                    </a:p>
                  </a:txBody>
                  <a:tcPr marL="137160" marR="137160" marT="36576" marB="36576" anchor="ctr">
                    <a:lnL w="12700" cap="flat" cmpd="sng" algn="ctr">
                      <a:solidFill>
                        <a:srgbClr val="D8CBB2"/>
                      </a:solidFill>
                      <a:prstDash val="solid"/>
                      <a:round/>
                      <a:headEnd type="none" w="med" len="med"/>
                      <a:tailEnd type="none" w="med" len="med"/>
                    </a:lnL>
                    <a:lnR w="12700" cap="flat" cmpd="sng" algn="ctr">
                      <a:solidFill>
                        <a:srgbClr val="D8CBB2"/>
                      </a:solidFill>
                      <a:prstDash val="solid"/>
                      <a:round/>
                      <a:headEnd type="none" w="med" len="med"/>
                      <a:tailEnd type="none" w="med" len="med"/>
                    </a:lnR>
                    <a:lnT w="12700" cap="flat" cmpd="sng" algn="ctr">
                      <a:solidFill>
                        <a:srgbClr val="D8CBB2"/>
                      </a:solidFill>
                      <a:prstDash val="solid"/>
                      <a:round/>
                      <a:headEnd type="none" w="med" len="med"/>
                      <a:tailEnd type="none" w="med" len="med"/>
                    </a:lnT>
                    <a:lnB w="12700" cap="flat" cmpd="sng" algn="ctr">
                      <a:solidFill>
                        <a:srgbClr val="D8CBB2"/>
                      </a:solidFill>
                      <a:prstDash val="solid"/>
                      <a:round/>
                      <a:headEnd type="none" w="med" len="med"/>
                      <a:tailEnd type="none" w="med" len="med"/>
                    </a:lnB>
                    <a:solidFill>
                      <a:srgbClr val="FFFFFF"/>
                    </a:solidFill>
                  </a:tcPr>
                </a:tc>
              </a:tr>
              <a:tr h="548640">
                <a:tc>
                  <a:txBody>
                    <a:bodyPr/>
                    <a:lstStyle/>
                    <a:p>
                      <a:pPr indent="0" marL="0">
                        <a:buNone/>
                      </a:pPr>
                      <a:r>
                        <a:rPr lang="en-US" sz="1200" b="1" dirty="0">
                          <a:solidFill>
                            <a:srgbClr val="1E2621"/>
                          </a:solidFill>
                          <a:latin typeface="Malgun Gothic" pitchFamily="34" charset="0"/>
                          <a:ea typeface="Malgun Gothic" pitchFamily="34" charset="-122"/>
                          <a:cs typeface="Malgun Gothic" pitchFamily="34" charset="-120"/>
                        </a:rPr>
                        <a:t>데이터 없음</a:t>
                      </a:r>
                      <a:endParaRPr lang="en-US" sz="1200" dirty="0">
                        <a:latin typeface="Malgun Gothic" charset="0"/>
                        <a:ea typeface="Malgun Gothic" charset="0"/>
                        <a:cs typeface="Malgun Gothic" charset="0"/>
                      </a:endParaRPr>
                    </a:p>
                  </a:txBody>
                  <a:tcPr marL="137160" marR="137160" marT="36576" marB="36576" anchor="ctr">
                    <a:lnL w="12700" cap="flat" cmpd="sng" algn="ctr">
                      <a:solidFill>
                        <a:srgbClr val="D8CBB2"/>
                      </a:solidFill>
                      <a:prstDash val="solid"/>
                      <a:round/>
                      <a:headEnd type="none" w="med" len="med"/>
                      <a:tailEnd type="none" w="med" len="med"/>
                    </a:lnL>
                    <a:lnR w="12700" cap="flat" cmpd="sng" algn="ctr">
                      <a:solidFill>
                        <a:srgbClr val="D8CBB2"/>
                      </a:solidFill>
                      <a:prstDash val="solid"/>
                      <a:round/>
                      <a:headEnd type="none" w="med" len="med"/>
                      <a:tailEnd type="none" w="med" len="med"/>
                    </a:lnR>
                    <a:lnT w="12700" cap="flat" cmpd="sng" algn="ctr">
                      <a:solidFill>
                        <a:srgbClr val="D8CBB2"/>
                      </a:solidFill>
                      <a:prstDash val="solid"/>
                      <a:round/>
                      <a:headEnd type="none" w="med" len="med"/>
                      <a:tailEnd type="none" w="med" len="med"/>
                    </a:lnT>
                    <a:lnB w="12700" cap="flat" cmpd="sng" algn="ctr">
                      <a:solidFill>
                        <a:srgbClr val="D8CBB2"/>
                      </a:solidFill>
                      <a:prstDash val="solid"/>
                      <a:round/>
                      <a:headEnd type="none" w="med" len="med"/>
                      <a:tailEnd type="none" w="med" len="med"/>
                    </a:lnB>
                    <a:solidFill>
                      <a:srgbClr val="FFFFFF"/>
                    </a:solidFill>
                  </a:tcPr>
                </a:tc>
                <a:tc>
                  <a:txBody>
                    <a:bodyPr/>
                    <a:lstStyle/>
                    <a:p>
                      <a:pPr indent="0" marL="0">
                        <a:buNone/>
                      </a:pPr>
                      <a:r>
                        <a:rPr lang="en-US" sz="1200" b="1" dirty="0">
                          <a:solidFill>
                            <a:srgbClr val="5E5B52"/>
                          </a:solidFill>
                          <a:latin typeface="Malgun Gothic" pitchFamily="34" charset="0"/>
                          <a:ea typeface="Malgun Gothic" pitchFamily="34" charset="-122"/>
                          <a:cs typeface="Malgun Gothic" pitchFamily="34" charset="-120"/>
                        </a:rPr>
                        <a:t>resultCode 03</a:t>
                      </a:r>
                      <a:endParaRPr lang="en-US" sz="1200" dirty="0">
                        <a:latin typeface="Malgun Gothic" charset="0"/>
                        <a:ea typeface="Malgun Gothic" charset="0"/>
                        <a:cs typeface="Malgun Gothic" charset="0"/>
                      </a:endParaRPr>
                    </a:p>
                  </a:txBody>
                  <a:tcPr marL="137160" marR="137160" marT="36576" marB="36576" anchor="ctr">
                    <a:lnL w="12700" cap="flat" cmpd="sng" algn="ctr">
                      <a:solidFill>
                        <a:srgbClr val="D8CBB2"/>
                      </a:solidFill>
                      <a:prstDash val="solid"/>
                      <a:round/>
                      <a:headEnd type="none" w="med" len="med"/>
                      <a:tailEnd type="none" w="med" len="med"/>
                    </a:lnL>
                    <a:lnR w="12700" cap="flat" cmpd="sng" algn="ctr">
                      <a:solidFill>
                        <a:srgbClr val="D8CBB2"/>
                      </a:solidFill>
                      <a:prstDash val="solid"/>
                      <a:round/>
                      <a:headEnd type="none" w="med" len="med"/>
                      <a:tailEnd type="none" w="med" len="med"/>
                    </a:lnR>
                    <a:lnT w="12700" cap="flat" cmpd="sng" algn="ctr">
                      <a:solidFill>
                        <a:srgbClr val="D8CBB2"/>
                      </a:solidFill>
                      <a:prstDash val="solid"/>
                      <a:round/>
                      <a:headEnd type="none" w="med" len="med"/>
                      <a:tailEnd type="none" w="med" len="med"/>
                    </a:lnT>
                    <a:lnB w="12700" cap="flat" cmpd="sng" algn="ctr">
                      <a:solidFill>
                        <a:srgbClr val="D8CBB2"/>
                      </a:solidFill>
                      <a:prstDash val="solid"/>
                      <a:round/>
                      <a:headEnd type="none" w="med" len="med"/>
                      <a:tailEnd type="none" w="med" len="med"/>
                    </a:lnB>
                    <a:solidFill>
                      <a:srgbClr val="FFFFFF"/>
                    </a:solidFill>
                  </a:tcPr>
                </a:tc>
                <a:tc>
                  <a:txBody>
                    <a:bodyPr/>
                    <a:lstStyle/>
                    <a:p>
                      <a:pPr indent="0" marL="0">
                        <a:buNone/>
                      </a:pPr>
                      <a:r>
                        <a:rPr lang="en-US" sz="1200" b="1" dirty="0">
                          <a:solidFill>
                            <a:srgbClr val="2E5A46"/>
                          </a:solidFill>
                          <a:latin typeface="Malgun Gothic" pitchFamily="34" charset="0"/>
                          <a:ea typeface="Malgun Gothic" pitchFamily="34" charset="-122"/>
                          <a:cs typeface="Malgun Gothic" pitchFamily="34" charset="-120"/>
                        </a:rPr>
                        <a:t>오류가 아닌 0건으로 정상 처리</a:t>
                      </a:r>
                      <a:endParaRPr lang="en-US" sz="1200" dirty="0">
                        <a:latin typeface="Malgun Gothic" charset="0"/>
                        <a:ea typeface="Malgun Gothic" charset="0"/>
                        <a:cs typeface="Malgun Gothic" charset="0"/>
                      </a:endParaRPr>
                    </a:p>
                  </a:txBody>
                  <a:tcPr marL="137160" marR="137160" marT="36576" marB="36576" anchor="ctr">
                    <a:lnL w="12700" cap="flat" cmpd="sng" algn="ctr">
                      <a:solidFill>
                        <a:srgbClr val="D8CBB2"/>
                      </a:solidFill>
                      <a:prstDash val="solid"/>
                      <a:round/>
                      <a:headEnd type="none" w="med" len="med"/>
                      <a:tailEnd type="none" w="med" len="med"/>
                    </a:lnL>
                    <a:lnR w="12700" cap="flat" cmpd="sng" algn="ctr">
                      <a:solidFill>
                        <a:srgbClr val="D8CBB2"/>
                      </a:solidFill>
                      <a:prstDash val="solid"/>
                      <a:round/>
                      <a:headEnd type="none" w="med" len="med"/>
                      <a:tailEnd type="none" w="med" len="med"/>
                    </a:lnR>
                    <a:lnT w="12700" cap="flat" cmpd="sng" algn="ctr">
                      <a:solidFill>
                        <a:srgbClr val="D8CBB2"/>
                      </a:solidFill>
                      <a:prstDash val="solid"/>
                      <a:round/>
                      <a:headEnd type="none" w="med" len="med"/>
                      <a:tailEnd type="none" w="med" len="med"/>
                    </a:lnT>
                    <a:lnB w="12700" cap="flat" cmpd="sng" algn="ctr">
                      <a:solidFill>
                        <a:srgbClr val="D8CBB2"/>
                      </a:solidFill>
                      <a:prstDash val="solid"/>
                      <a:round/>
                      <a:headEnd type="none" w="med" len="med"/>
                      <a:tailEnd type="none" w="med" len="med"/>
                    </a:lnB>
                    <a:solidFill>
                      <a:srgbClr val="FFFFFF"/>
                    </a:solidFill>
                  </a:tcPr>
                </a:tc>
              </a:tr>
            </a:tbl>
          </a:graphicData>
        </a:graphic>
      </p:graphicFrame>
      <p:sp>
        <p:nvSpPr>
          <p:cNvPr id="5" name="Text 3"/>
          <p:cNvSpPr txBox="1"/>
          <p:nvPr/>
        </p:nvSpPr>
        <p:spPr>
          <a:xfrm>
            <a:off x="548640" y="895985"/>
            <a:ext cx="11064240" cy="731520"/>
          </a:xfrm>
          <a:prstGeom prst="rect">
            <a:avLst/>
          </a:prstGeom>
          <a:noFill/>
          <a:ln/>
        </p:spPr>
        <p:txBody>
          <a:bodyPr wrap="square" lIns="0" tIns="0" rIns="0" bIns="0" rtlCol="0" anchor="ctr"/>
          <a:lstStyle/>
          <a:p>
            <a:pPr indent="0" marL="0">
              <a:buNone/>
            </a:pPr>
            <a:r>
              <a:rPr lang="en-US" sz="3400" b="1" dirty="0">
                <a:solidFill>
                  <a:srgbClr val="1E2621"/>
                </a:solidFill>
                <a:latin typeface="Malgun Gothic" pitchFamily="34" charset="0"/>
                <a:ea typeface="Malgun Gothic" pitchFamily="34" charset="-122"/>
                <a:cs typeface="Malgun Gothic" pitchFamily="34" charset="-120"/>
              </a:rPr>
              <a:t>모든 오류를 똑같이 재시도하지 않습니다</a:t>
            </a:r>
            <a:endParaRPr lang="en-US" sz="3400" dirty="0"/>
          </a:p>
        </p:txBody>
      </p:sp>
      <p:sp>
        <p:nvSpPr>
          <p:cNvPr id="6" name="Shape 4"/>
          <p:cNvSpPr/>
          <p:nvPr/>
        </p:nvSpPr>
        <p:spPr>
          <a:xfrm>
            <a:off x="548640" y="1737360"/>
            <a:ext cx="2743200" cy="402590"/>
          </a:xfrm>
          <a:prstGeom prst="roundRect">
            <a:avLst>
              <a:gd name="adj" fmla="val 50000"/>
            </a:avLst>
          </a:prstGeom>
          <a:solidFill>
            <a:srgbClr val="B5654A"/>
          </a:solidFill>
          <a:ln w="12700">
            <a:solidFill>
              <a:srgbClr val="B5654A"/>
            </a:solidFill>
            <a:prstDash val="solid"/>
          </a:ln>
        </p:spPr>
      </p:sp>
      <p:sp>
        <p:nvSpPr>
          <p:cNvPr id="7" name="Text 5"/>
          <p:cNvSpPr txBox="1"/>
          <p:nvPr/>
        </p:nvSpPr>
        <p:spPr>
          <a:xfrm>
            <a:off x="548640" y="1737360"/>
            <a:ext cx="2743200" cy="402590"/>
          </a:xfrm>
          <a:prstGeom prst="rect">
            <a:avLst/>
          </a:prstGeom>
          <a:noFill/>
          <a:ln/>
        </p:spPr>
        <p:txBody>
          <a:bodyPr wrap="square" lIns="0" tIns="0" rIns="0" bIns="0" rtlCol="0" anchor="ctr"/>
          <a:lstStyle/>
          <a:p>
            <a:pPr algn="ctr" indent="0" marL="0">
              <a:buNone/>
            </a:pPr>
            <a:r>
              <a:rPr lang="en-US" sz="1400" b="1" dirty="0">
                <a:solidFill>
                  <a:srgbClr val="FFFFFF"/>
                </a:solidFill>
                <a:latin typeface="Malgun Gothic" pitchFamily="34" charset="0"/>
                <a:ea typeface="Malgun Gothic" pitchFamily="34" charset="-122"/>
                <a:cs typeface="Malgun Gothic" pitchFamily="34" charset="-120"/>
              </a:rPr>
              <a:t>HTTP 200 ≠ 정상 응답</a:t>
            </a:r>
            <a:endParaRPr lang="en-US" sz="1400" dirty="0"/>
          </a:p>
        </p:txBody>
      </p:sp>
      <p:sp>
        <p:nvSpPr>
          <p:cNvPr id="8" name="Text 6"/>
          <p:cNvSpPr txBox="1"/>
          <p:nvPr/>
        </p:nvSpPr>
        <p:spPr>
          <a:xfrm>
            <a:off x="3474720" y="1737360"/>
            <a:ext cx="8138160" cy="402590"/>
          </a:xfrm>
          <a:prstGeom prst="rect">
            <a:avLst/>
          </a:prstGeom>
          <a:noFill/>
          <a:ln/>
        </p:spPr>
        <p:txBody>
          <a:bodyPr wrap="square" lIns="0" tIns="0" rIns="0" bIns="0" rtlCol="0" anchor="ctr"/>
          <a:lstStyle/>
          <a:p>
            <a:pPr indent="0" marL="0">
              <a:buNone/>
            </a:pPr>
            <a:r>
              <a:rPr lang="en-US" sz="1500" b="1" dirty="0">
                <a:solidFill>
                  <a:srgbClr val="2E5A46"/>
                </a:solidFill>
                <a:latin typeface="Malgun Gothic" pitchFamily="34" charset="0"/>
                <a:ea typeface="Malgun Gothic" pitchFamily="34" charset="-122"/>
                <a:cs typeface="Malgun Gothic" pitchFamily="34" charset="-120"/>
              </a:rPr>
              <a:t>HTTP 상태코드 + API resultCode + 응답 형식(JSON/XML)을 함께 확인합니다</a:t>
            </a:r>
            <a:endParaRPr lang="en-US" sz="1500" dirty="0"/>
          </a:p>
        </p:txBody>
      </p:sp>
      <p:sp>
        <p:nvSpPr>
          <p:cNvPr id="10" name="Text 7"/>
          <p:cNvSpPr txBox="1"/>
          <p:nvPr/>
        </p:nvSpPr>
        <p:spPr>
          <a:xfrm>
            <a:off x="548640" y="6053455"/>
            <a:ext cx="11064240" cy="274320"/>
          </a:xfrm>
          <a:prstGeom prst="rect">
            <a:avLst/>
          </a:prstGeom>
          <a:noFill/>
          <a:ln/>
        </p:spPr>
        <p:txBody>
          <a:bodyPr wrap="square" lIns="0" tIns="0" rIns="0" bIns="0" rtlCol="0" anchor="t"/>
          <a:lstStyle/>
          <a:p>
            <a:pPr indent="0" marL="0">
              <a:buNone/>
            </a:pPr>
            <a:r>
              <a:rPr lang="en-US" sz="1150" b="1" dirty="0">
                <a:solidFill>
                  <a:srgbClr val="5E5B52"/>
                </a:solidFill>
                <a:latin typeface="Malgun Gothic" pitchFamily="34" charset="0"/>
                <a:ea typeface="Malgun Gothic" pitchFamily="34" charset="-122"/>
                <a:cs typeface="Malgun Gothic" pitchFamily="34" charset="-120"/>
              </a:rPr>
              <a:t>※ 자전거 사고다발지역 수집기 기준 분류 · 기상·대기질·AED 등 다른 수집기도 timeout 30초 · 최대 3회 재시도 적용</a:t>
            </a:r>
            <a:endParaRPr lang="en-US" sz="1150" dirty="0"/>
          </a:p>
        </p:txBody>
      </p:sp>
      <p:sp>
        <p:nvSpPr>
          <p:cNvPr id="11" name="Text 8"/>
          <p:cNvSpPr txBox="1"/>
          <p:nvPr/>
        </p:nvSpPr>
        <p:spPr>
          <a:xfrm>
            <a:off x="548640" y="6446520"/>
            <a:ext cx="4572000" cy="228600"/>
          </a:xfrm>
          <a:prstGeom prst="rect">
            <a:avLst/>
          </a:prstGeom>
          <a:noFill/>
          <a:ln/>
        </p:spPr>
        <p:txBody>
          <a:bodyPr wrap="square" lIns="0" tIns="0" rIns="0" bIns="0" rtlCol="0" anchor="t"/>
          <a:lstStyle/>
          <a:p>
            <a:pPr indent="0" marL="0">
              <a:buNone/>
            </a:pPr>
            <a:r>
              <a:rPr lang="en-US" sz="900" b="1" spc="200" kern="0" dirty="0">
                <a:solidFill>
                  <a:srgbClr val="9A907C"/>
                </a:solidFill>
                <a:latin typeface="Malgun Gothic" pitchFamily="34" charset="0"/>
                <a:ea typeface="Malgun Gothic" pitchFamily="34" charset="-122"/>
                <a:cs typeface="Malgun Gothic" pitchFamily="34" charset="-120"/>
              </a:rPr>
              <a:t>WOOSIMWOONKKA · MY MOVE CLUB</a:t>
            </a:r>
            <a:endParaRPr lang="en-US" sz="900" dirty="0"/>
          </a:p>
        </p:txBody>
      </p:sp>
      <p:sp>
        <p:nvSpPr>
          <p:cNvPr id="12" name="Text 9"/>
          <p:cNvSpPr txBox="1"/>
          <p:nvPr/>
        </p:nvSpPr>
        <p:spPr>
          <a:xfrm>
            <a:off x="11182985" y="6446520"/>
            <a:ext cx="457200" cy="228600"/>
          </a:xfrm>
          <a:prstGeom prst="rect">
            <a:avLst/>
          </a:prstGeom>
          <a:noFill/>
          <a:ln/>
        </p:spPr>
        <p:txBody>
          <a:bodyPr wrap="square" lIns="0" tIns="0" rIns="0" bIns="0" rtlCol="0" anchor="t"/>
          <a:lstStyle/>
          <a:p>
            <a:pPr algn="r" indent="0" marL="0">
              <a:buNone/>
            </a:pPr>
            <a:r>
              <a:rPr lang="en-US" sz="900" b="1" dirty="0">
                <a:solidFill>
                  <a:srgbClr val="9A907C"/>
                </a:solidFill>
                <a:latin typeface="Malgun Gothic" pitchFamily="34" charset="0"/>
                <a:ea typeface="Malgun Gothic" pitchFamily="34" charset="-122"/>
                <a:cs typeface="Malgun Gothic" pitchFamily="34" charset="-120"/>
              </a:rPr>
              <a:t>18</a:t>
            </a:r>
            <a:endParaRPr lang="en-US" sz="900" dirty="0"/>
          </a:p>
        </p:txBody>
      </p:sp>
      <p:sp>
        <p:nvSpPr>
          <p:cNvPr id="13" name="도형 8"/>
          <p:cNvSpPr>
            <a:spLocks/>
          </p:cNvSpPr>
          <p:nvPr/>
        </p:nvSpPr>
        <p:spPr>
          <a:xfrm rot="0">
            <a:off x="548640" y="384175"/>
            <a:ext cx="384175" cy="384175"/>
          </a:xfrm>
          <a:prstGeom prst="rect"/>
          <a:noFill/>
          <a:ln>
            <a:noFill/>
            <a:prstDash/>
          </a:ln>
        </p:spPr>
        <p:style>
          <a:lnRef idx="0"/>
          <a:fillRef idx="0"/>
          <a:effectRef idx="0"/>
          <a:fontRef idx="minor"/>
        </p:style>
        <p:txBody>
          <a:bodyPr wrap="square" lIns="0" tIns="0" rIns="0" bIns="0" numCol="1" vert="horz" anchor="ctr">
            <a:noAutofit/>
          </a:bodyPr>
          <a:lstStyle/>
          <a:p>
            <a:pPr marL="0" indent="0" algn="ctr" defTabSz="914400">
              <a:lnSpc>
                <a:spcPct val="100000"/>
              </a:lnSpc>
              <a:buFontTx/>
              <a:buNone/>
              <a:tabLst>
                <a:tab pos="0" algn="l"/>
              </a:tabLst>
            </a:pPr>
            <a:r>
              <a:rPr lang="en-US" sz="1300" b="1" strike="noStrike">
                <a:solidFill>
                  <a:srgbClr val="FFFFFF"/>
                </a:solidFill>
                <a:latin typeface="Malgun Gothic" charset="0"/>
                <a:ea typeface="Malgun Gothic" charset="0"/>
              </a:rPr>
              <a:t>07</a:t>
            </a:r>
            <a:r>
              <a:rPr lang="ko-KR" sz="1300" b="1" strike="noStrike">
                <a:solidFill>
                  <a:srgbClr val="FFFFFF"/>
                </a:solidFill>
                <a:latin typeface="Malgun Gothic" charset="0"/>
                <a:ea typeface="Malgun Gothic" charset="0"/>
              </a:rPr>
              <a:t/>
            </a:r>
            <a:endParaRPr lang="ko-KR" altLang="en-US" sz="1300" b="1" strike="noStrike">
              <a:solidFill>
                <a:srgbClr val="FFFFFF"/>
              </a:solidFill>
              <a:latin typeface="Malgun Gothic" charset="0"/>
              <a:ea typeface="Malgun Gothic" charset="0"/>
            </a:endParaRPr>
          </a:p>
        </p:txBody>
      </p:sp>
    </p:spTree>
  </p:cSld>
  <p:clrMapOvr>
    <a:masterClrMapping/>
  </p:clrMapOvr>
  <mc:AlternateContent xmlns:mc="http://schemas.openxmlformats.org/markup-compatibility/2006">
    <mc:Choice xmlns:p14="http://schemas.microsoft.com/office/powerpoint/2010/main" Requires="p14">
      <p:transition spd="slow" p14:dur="2000"/>
    </mc:Choice>
    <mc:Fallback>
      <p:transition spd="slow"/>
    </mc:Fallback>
  </mc:AlternateContent>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xmlns:p14="http://schemas.microsoft.com/office/powerpoint/2010/main">
  <p:cSld name="">
    <p:bg>
      <p:bgPr>
        <a:solidFill>
          <a:srgbClr val="F7F1E6"/>
        </a:solidFill>
      </p:bgPr>
    </p:bg>
    <p:spTree>
      <p:nvGrpSpPr>
        <p:cNvPr id="1" name=""/>
        <p:cNvGrpSpPr/>
        <p:nvPr/>
      </p:nvGrpSpPr>
      <p:grpSpPr>
        <a:xfrm>
          <a:off x="0" y="0"/>
          <a:ext cx="0" cy="0"/>
          <a:chOff x="0" y="0"/>
          <a:chExt cx="0" cy="0"/>
        </a:xfrm>
      </p:grpSpPr>
      <p:sp>
        <p:nvSpPr>
          <p:cNvPr id="2" name="Shape 0"/>
          <p:cNvSpPr/>
          <p:nvPr/>
        </p:nvSpPr>
        <p:spPr>
          <a:xfrm>
            <a:off x="548640" y="384175"/>
            <a:ext cx="384175" cy="384175"/>
          </a:xfrm>
          <a:prstGeom prst="ellipse">
            <a:avLst/>
          </a:prstGeom>
          <a:solidFill>
            <a:srgbClr val="2E5A46"/>
          </a:solidFill>
          <a:ln w="12700">
            <a:solidFill>
              <a:srgbClr val="2E5A46"/>
            </a:solidFill>
            <a:prstDash val="solid"/>
          </a:ln>
        </p:spPr>
        <p:txBody>
          <a:bodyPr/>
          <a:p/>
        </p:txBody>
      </p:sp>
      <p:sp>
        <p:nvSpPr>
          <p:cNvPr id="4" name="Text 2"/>
          <p:cNvSpPr txBox="1"/>
          <p:nvPr/>
        </p:nvSpPr>
        <p:spPr>
          <a:xfrm>
            <a:off x="1042670" y="384175"/>
            <a:ext cx="5486400" cy="384175"/>
          </a:xfrm>
          <a:prstGeom prst="rect">
            <a:avLst/>
          </a:prstGeom>
          <a:noFill/>
          <a:ln/>
        </p:spPr>
        <p:txBody>
          <a:bodyPr wrap="square" lIns="0" tIns="0" rIns="0" bIns="0" rtlCol="0" anchor="ctr"/>
          <a:lstStyle/>
          <a:p>
            <a:pPr indent="0" marL="0">
              <a:buNone/>
            </a:pPr>
            <a:r>
              <a:rPr lang="en-US" sz="1400" b="1" spc="200" kern="0" dirty="0">
                <a:solidFill>
                  <a:srgbClr val="B5654A"/>
                </a:solidFill>
                <a:latin typeface="Malgun Gothic" pitchFamily="34" charset="0"/>
                <a:ea typeface="Malgun Gothic" pitchFamily="34" charset="-122"/>
                <a:cs typeface="Malgun Gothic" pitchFamily="34" charset="-120"/>
              </a:rPr>
              <a:t>EXCEPTION · 복구와 보호</a:t>
            </a:r>
            <a:endParaRPr lang="en-US" sz="1400" dirty="0"/>
          </a:p>
        </p:txBody>
      </p:sp>
      <p:sp>
        <p:nvSpPr>
          <p:cNvPr id="5" name="Text 3"/>
          <p:cNvSpPr txBox="1"/>
          <p:nvPr/>
        </p:nvSpPr>
        <p:spPr>
          <a:xfrm>
            <a:off x="548640" y="895985"/>
            <a:ext cx="11064240" cy="731520"/>
          </a:xfrm>
          <a:prstGeom prst="rect">
            <a:avLst/>
          </a:prstGeom>
          <a:noFill/>
          <a:ln/>
        </p:spPr>
        <p:txBody>
          <a:bodyPr wrap="square" lIns="0" tIns="0" rIns="0" bIns="0" rtlCol="0" anchor="ctr"/>
          <a:lstStyle/>
          <a:p>
            <a:pPr indent="0" marL="0">
              <a:buNone/>
            </a:pPr>
            <a:r>
              <a:rPr lang="en-US" sz="3400" b="1" dirty="0">
                <a:solidFill>
                  <a:srgbClr val="1E2621"/>
                </a:solidFill>
                <a:latin typeface="Malgun Gothic" pitchFamily="34" charset="0"/>
                <a:ea typeface="Malgun Gothic" pitchFamily="34" charset="-122"/>
                <a:cs typeface="Malgun Gothic" pitchFamily="34" charset="-120"/>
              </a:rPr>
              <a:t>실패해도, 기존 데이터는 지킵니다</a:t>
            </a:r>
            <a:endParaRPr lang="en-US" sz="3400" dirty="0"/>
          </a:p>
        </p:txBody>
      </p:sp>
      <p:sp>
        <p:nvSpPr>
          <p:cNvPr id="6" name="Shape 4"/>
          <p:cNvSpPr/>
          <p:nvPr/>
        </p:nvSpPr>
        <p:spPr>
          <a:xfrm>
            <a:off x="548640" y="1810385"/>
            <a:ext cx="3566160" cy="3401695"/>
          </a:xfrm>
          <a:prstGeom prst="roundRect">
            <a:avLst>
              <a:gd name="adj" fmla="val 3763"/>
            </a:avLst>
          </a:prstGeom>
          <a:solidFill>
            <a:srgbClr val="FFFCF6"/>
          </a:solidFill>
          <a:ln w="12700">
            <a:solidFill>
              <a:srgbClr val="D8CBB2"/>
            </a:solidFill>
            <a:prstDash val="solid"/>
          </a:ln>
          <a:effectLst>
            <a:outerShdw sx="100000" sy="100000" kx="0" ky="0" algn="bl" rotWithShape="0" blurRad="101600" dist="25400" dir="5400000">
              <a:srgbClr val="8A7A5C">
                <a:alpha val="18000"/>
              </a:srgbClr>
            </a:outerShdw>
          </a:effectLst>
        </p:spPr>
      </p:sp>
      <p:sp>
        <p:nvSpPr>
          <p:cNvPr id="7" name="Shape 5"/>
          <p:cNvSpPr/>
          <p:nvPr/>
        </p:nvSpPr>
        <p:spPr>
          <a:xfrm>
            <a:off x="777240" y="2011680"/>
            <a:ext cx="603250" cy="603250"/>
          </a:xfrm>
          <a:prstGeom prst="ellipse">
            <a:avLst/>
          </a:prstGeom>
          <a:solidFill>
            <a:srgbClr val="2E5A46"/>
          </a:solidFill>
          <a:ln w="12700">
            <a:solidFill>
              <a:srgbClr val="2E5A46"/>
            </a:solidFill>
            <a:prstDash val="solid"/>
          </a:ln>
        </p:spPr>
      </p:sp>
      <p:pic>
        <p:nvPicPr>
          <p:cNvPr id="8" name="Image 0">    </p:cNvPr>
          <p:cNvPicPr>
            <a:picLocks noChangeAspect="1"/>
          </p:cNvPicPr>
          <p:nvPr/>
        </p:nvPicPr>
        <p:blipFill>
          <a:blip r:embed="rId1"/>
          <a:stretch>
            <a:fillRect/>
          </a:stretch>
        </p:blipFill>
        <p:spPr>
          <a:xfrm>
            <a:off x="934085" y="2168525"/>
            <a:ext cx="289560" cy="289560"/>
          </a:xfrm>
          <a:prstGeom prst="rect">
            <a:avLst/>
          </a:prstGeom>
        </p:spPr>
      </p:pic>
      <p:sp>
        <p:nvSpPr>
          <p:cNvPr id="9" name="Text 6"/>
          <p:cNvSpPr txBox="1"/>
          <p:nvPr/>
        </p:nvSpPr>
        <p:spPr>
          <a:xfrm>
            <a:off x="1536065" y="2011680"/>
            <a:ext cx="2468880" cy="274320"/>
          </a:xfrm>
          <a:prstGeom prst="rect">
            <a:avLst/>
          </a:prstGeom>
          <a:noFill/>
          <a:ln/>
        </p:spPr>
        <p:txBody>
          <a:bodyPr wrap="square" lIns="0" tIns="0" rIns="0" bIns="0" rtlCol="0" anchor="t"/>
          <a:lstStyle/>
          <a:p>
            <a:pPr indent="0" marL="0">
              <a:buNone/>
            </a:pPr>
            <a:r>
              <a:rPr lang="en-US" sz="1250" b="1" dirty="0">
                <a:solidFill>
                  <a:srgbClr val="B5654A"/>
                </a:solidFill>
                <a:latin typeface="Malgun Gothic" pitchFamily="34" charset="0"/>
                <a:ea typeface="Malgun Gothic" pitchFamily="34" charset="-122"/>
                <a:cs typeface="Malgun Gothic" pitchFamily="34" charset="-120"/>
              </a:rPr>
              <a:t>수집 단계</a:t>
            </a:r>
            <a:endParaRPr lang="en-US" sz="1250" dirty="0"/>
          </a:p>
        </p:txBody>
      </p:sp>
      <p:sp>
        <p:nvSpPr>
          <p:cNvPr id="10" name="Text 7"/>
          <p:cNvSpPr txBox="1"/>
          <p:nvPr/>
        </p:nvSpPr>
        <p:spPr>
          <a:xfrm>
            <a:off x="1536065" y="2286000"/>
            <a:ext cx="2468880" cy="365760"/>
          </a:xfrm>
          <a:prstGeom prst="rect">
            <a:avLst/>
          </a:prstGeom>
          <a:noFill/>
          <a:ln/>
        </p:spPr>
        <p:txBody>
          <a:bodyPr wrap="square" lIns="0" tIns="0" rIns="0" bIns="0" rtlCol="0" anchor="t"/>
          <a:lstStyle/>
          <a:p>
            <a:pPr indent="0" marL="0">
              <a:buNone/>
            </a:pPr>
            <a:r>
              <a:rPr lang="en-US" sz="1600" b="1" dirty="0">
                <a:solidFill>
                  <a:srgbClr val="1E2621"/>
                </a:solidFill>
                <a:latin typeface="Malgun Gothic" pitchFamily="34" charset="0"/>
                <a:ea typeface="Malgun Gothic" pitchFamily="34" charset="-122"/>
                <a:cs typeface="Malgun Gothic" pitchFamily="34" charset="-120"/>
              </a:rPr>
              <a:t>Checkpoint / Resume</a:t>
            </a:r>
            <a:endParaRPr lang="en-US" sz="1600" dirty="0"/>
          </a:p>
        </p:txBody>
      </p:sp>
      <p:sp>
        <p:nvSpPr>
          <p:cNvPr id="11" name="Text 8"/>
          <p:cNvSpPr txBox="1"/>
          <p:nvPr/>
        </p:nvSpPr>
        <p:spPr>
          <a:xfrm>
            <a:off x="777240" y="2853055"/>
            <a:ext cx="3154680" cy="2240280"/>
          </a:xfrm>
          <a:prstGeom prst="rect">
            <a:avLst/>
          </a:prstGeom>
          <a:noFill/>
          <a:ln/>
        </p:spPr>
        <p:txBody>
          <a:bodyPr wrap="square" lIns="0" tIns="0" rIns="0" bIns="0" rtlCol="0" anchor="t"/>
          <a:lstStyle/>
          <a:p>
            <a:pPr marL="342900" indent="-342900">
              <a:spcAft>
                <a:spcPts val="1000"/>
              </a:spcAft>
              <a:buSzPct val="100000"/>
              <a:buChar char="•"/>
            </a:pPr>
            <a:r>
              <a:rPr lang="en-US" sz="1350" b="1" dirty="0">
                <a:solidFill>
                  <a:srgbClr val="1E2621"/>
                </a:solidFill>
                <a:latin typeface="Malgun Gothic" pitchFamily="34" charset="0"/>
                <a:ea typeface="Malgun Gothic" pitchFamily="34" charset="-122"/>
                <a:cs typeface="Malgun Gothic" pitchFamily="34" charset="-120"/>
              </a:rPr>
              <a:t>완료된 요청 단위를 체크포인트 파일(jsonl)에 기록</a:t>
            </a:r>
            <a:endParaRPr lang="en-US" sz="1350" dirty="0"/>
          </a:p>
          <a:p>
            <a:pPr marL="342900" indent="-342900">
              <a:spcAft>
                <a:spcPts val="1000"/>
              </a:spcAft>
              <a:buSzPct val="100000"/>
              <a:buChar char="•"/>
            </a:pPr>
            <a:r>
              <a:rPr lang="en-US" sz="1350" b="1" dirty="0">
                <a:solidFill>
                  <a:srgbClr val="1E2621"/>
                </a:solidFill>
                <a:latin typeface="Malgun Gothic" pitchFamily="34" charset="0"/>
                <a:ea typeface="Malgun Gothic" pitchFamily="34" charset="-122"/>
                <a:cs typeface="Malgun Gothic" pitchFamily="34" charset="-120"/>
              </a:rPr>
              <a:t>재실행 시 완료된 범위는 건너뛰고 이어서 수집</a:t>
            </a:r>
            <a:endParaRPr lang="en-US" sz="1350" dirty="0"/>
          </a:p>
          <a:p>
            <a:pPr marL="342900" indent="-342900">
              <a:spcAft>
                <a:spcPts val="1000"/>
              </a:spcAft>
              <a:buSzPct val="100000"/>
              <a:buChar char="•"/>
            </a:pPr>
            <a:r>
              <a:rPr lang="en-US" sz="1350" b="1" dirty="0">
                <a:solidFill>
                  <a:srgbClr val="1E2621"/>
                </a:solidFill>
                <a:latin typeface="Malgun Gothic" pitchFamily="34" charset="0"/>
                <a:ea typeface="Malgun Gothic" pitchFamily="34" charset="-122"/>
                <a:cs typeface="Malgun Gothic" pitchFamily="34" charset="-120"/>
              </a:rPr>
              <a:t>전체 성공 후 체크포인트 삭제</a:t>
            </a:r>
            <a:endParaRPr lang="en-US" sz="1350" dirty="0"/>
          </a:p>
        </p:txBody>
      </p:sp>
      <p:sp>
        <p:nvSpPr>
          <p:cNvPr id="12" name="Shape 9"/>
          <p:cNvSpPr/>
          <p:nvPr/>
        </p:nvSpPr>
        <p:spPr>
          <a:xfrm>
            <a:off x="4311650" y="1810385"/>
            <a:ext cx="3566160" cy="3401695"/>
          </a:xfrm>
          <a:prstGeom prst="roundRect">
            <a:avLst>
              <a:gd name="adj" fmla="val 3763"/>
            </a:avLst>
          </a:prstGeom>
          <a:solidFill>
            <a:srgbClr val="FFFCF6"/>
          </a:solidFill>
          <a:ln w="12700">
            <a:solidFill>
              <a:srgbClr val="D8CBB2"/>
            </a:solidFill>
            <a:prstDash val="solid"/>
          </a:ln>
          <a:effectLst>
            <a:outerShdw sx="100000" sy="100000" kx="0" ky="0" algn="bl" rotWithShape="0" blurRad="101600" dist="25400" dir="5400000">
              <a:srgbClr val="8A7A5C">
                <a:alpha val="18000"/>
              </a:srgbClr>
            </a:outerShdw>
          </a:effectLst>
        </p:spPr>
      </p:sp>
      <p:sp>
        <p:nvSpPr>
          <p:cNvPr id="13" name="Shape 10"/>
          <p:cNvSpPr/>
          <p:nvPr/>
        </p:nvSpPr>
        <p:spPr>
          <a:xfrm>
            <a:off x="4540250" y="2011680"/>
            <a:ext cx="603250" cy="603250"/>
          </a:xfrm>
          <a:prstGeom prst="ellipse">
            <a:avLst/>
          </a:prstGeom>
          <a:solidFill>
            <a:srgbClr val="B5654A"/>
          </a:solidFill>
          <a:ln w="12700">
            <a:solidFill>
              <a:srgbClr val="B5654A"/>
            </a:solidFill>
            <a:prstDash val="solid"/>
          </a:ln>
        </p:spPr>
      </p:sp>
      <p:pic>
        <p:nvPicPr>
          <p:cNvPr id="14" name="Image 1">    </p:cNvPr>
          <p:cNvPicPr>
            <a:picLocks noChangeAspect="1"/>
          </p:cNvPicPr>
          <p:nvPr/>
        </p:nvPicPr>
        <p:blipFill>
          <a:blip r:embed="rId2"/>
          <a:stretch>
            <a:fillRect/>
          </a:stretch>
        </p:blipFill>
        <p:spPr>
          <a:xfrm>
            <a:off x="4697095" y="2168525"/>
            <a:ext cx="289560" cy="289560"/>
          </a:xfrm>
          <a:prstGeom prst="rect">
            <a:avLst/>
          </a:prstGeom>
        </p:spPr>
      </p:pic>
      <p:sp>
        <p:nvSpPr>
          <p:cNvPr id="15" name="Text 11"/>
          <p:cNvSpPr txBox="1"/>
          <p:nvPr/>
        </p:nvSpPr>
        <p:spPr>
          <a:xfrm>
            <a:off x="5299075" y="2011680"/>
            <a:ext cx="2468880" cy="274320"/>
          </a:xfrm>
          <a:prstGeom prst="rect">
            <a:avLst/>
          </a:prstGeom>
          <a:noFill/>
          <a:ln/>
        </p:spPr>
        <p:txBody>
          <a:bodyPr wrap="square" lIns="0" tIns="0" rIns="0" bIns="0" rtlCol="0" anchor="t"/>
          <a:lstStyle/>
          <a:p>
            <a:pPr indent="0" marL="0">
              <a:buNone/>
            </a:pPr>
            <a:r>
              <a:rPr lang="en-US" sz="1250" b="1" dirty="0">
                <a:solidFill>
                  <a:srgbClr val="B5654A"/>
                </a:solidFill>
                <a:latin typeface="Malgun Gothic" pitchFamily="34" charset="0"/>
                <a:ea typeface="Malgun Gothic" pitchFamily="34" charset="-122"/>
                <a:cs typeface="Malgun Gothic" pitchFamily="34" charset="-120"/>
              </a:rPr>
              <a:t>적재 단계</a:t>
            </a:r>
            <a:endParaRPr lang="en-US" sz="1250" dirty="0"/>
          </a:p>
        </p:txBody>
      </p:sp>
      <p:sp>
        <p:nvSpPr>
          <p:cNvPr id="16" name="Text 12"/>
          <p:cNvSpPr txBox="1"/>
          <p:nvPr/>
        </p:nvSpPr>
        <p:spPr>
          <a:xfrm>
            <a:off x="5299075" y="2286000"/>
            <a:ext cx="2468880" cy="365760"/>
          </a:xfrm>
          <a:prstGeom prst="rect">
            <a:avLst/>
          </a:prstGeom>
          <a:noFill/>
          <a:ln/>
        </p:spPr>
        <p:txBody>
          <a:bodyPr wrap="square" lIns="0" tIns="0" rIns="0" bIns="0" rtlCol="0" anchor="t"/>
          <a:lstStyle/>
          <a:p>
            <a:pPr indent="0" marL="0">
              <a:buNone/>
            </a:pPr>
            <a:r>
              <a:rPr lang="en-US" sz="1600" b="1" dirty="0">
                <a:solidFill>
                  <a:srgbClr val="1E2621"/>
                </a:solidFill>
                <a:latin typeface="Malgun Gothic" pitchFamily="34" charset="0"/>
                <a:ea typeface="Malgun Gothic" pitchFamily="34" charset="-122"/>
                <a:cs typeface="Malgun Gothic" pitchFamily="34" charset="-120"/>
              </a:rPr>
              <a:t>staging → 원자적 교체</a:t>
            </a:r>
            <a:endParaRPr lang="en-US" sz="1600" dirty="0"/>
          </a:p>
        </p:txBody>
      </p:sp>
      <p:sp>
        <p:nvSpPr>
          <p:cNvPr id="17" name="Text 13"/>
          <p:cNvSpPr txBox="1"/>
          <p:nvPr/>
        </p:nvSpPr>
        <p:spPr>
          <a:xfrm>
            <a:off x="4540250" y="2853055"/>
            <a:ext cx="3154680" cy="2240280"/>
          </a:xfrm>
          <a:prstGeom prst="rect">
            <a:avLst/>
          </a:prstGeom>
          <a:noFill/>
          <a:ln/>
        </p:spPr>
        <p:txBody>
          <a:bodyPr wrap="square" lIns="0" tIns="0" rIns="0" bIns="0" rtlCol="0" anchor="t"/>
          <a:lstStyle/>
          <a:p>
            <a:pPr marL="342900" indent="-342900">
              <a:spcAft>
                <a:spcPts val="1000"/>
              </a:spcAft>
              <a:buSzPct val="100000"/>
              <a:buChar char="•"/>
            </a:pPr>
            <a:r>
              <a:rPr lang="en-US" sz="1350" b="1" dirty="0">
                <a:solidFill>
                  <a:srgbClr val="1E2621"/>
                </a:solidFill>
                <a:latin typeface="Malgun Gothic" pitchFamily="34" charset="0"/>
                <a:ea typeface="Malgun Gothic" pitchFamily="34" charset="-122"/>
                <a:cs typeface="Malgun Gothic" pitchFamily="34" charset="-120"/>
              </a:rPr>
              <a:t>새 데이터는 __staging 테이블에 먼저 적재</a:t>
            </a:r>
            <a:endParaRPr lang="en-US" sz="1350" dirty="0"/>
          </a:p>
          <a:p>
            <a:pPr marL="342900" indent="-342900">
              <a:spcAft>
                <a:spcPts val="1000"/>
              </a:spcAft>
              <a:buSzPct val="100000"/>
              <a:buChar char="•"/>
            </a:pPr>
            <a:r>
              <a:rPr lang="en-US" sz="1350" b="1" dirty="0">
                <a:solidFill>
                  <a:srgbClr val="1E2621"/>
                </a:solidFill>
                <a:latin typeface="Malgun Gothic" pitchFamily="34" charset="0"/>
                <a:ea typeface="Malgun Gothic" pitchFamily="34" charset="-122"/>
                <a:cs typeface="Malgun Gothic" pitchFamily="34" charset="-120"/>
              </a:rPr>
              <a:t>행 수 검증을 통과해야 기존 테이블 교체</a:t>
            </a:r>
            <a:endParaRPr lang="en-US" sz="1350" dirty="0"/>
          </a:p>
          <a:p>
            <a:pPr marL="342900" indent="-342900">
              <a:spcAft>
                <a:spcPts val="1000"/>
              </a:spcAft>
              <a:buSzPct val="100000"/>
              <a:buChar char="•"/>
            </a:pPr>
            <a:r>
              <a:rPr lang="en-US" sz="1350" b="1" dirty="0">
                <a:solidFill>
                  <a:srgbClr val="1E2621"/>
                </a:solidFill>
                <a:latin typeface="Malgun Gothic" pitchFamily="34" charset="0"/>
                <a:ea typeface="Malgun Gothic" pitchFamily="34" charset="-122"/>
                <a:cs typeface="Malgun Gothic" pitchFamily="34" charset="-120"/>
              </a:rPr>
              <a:t>여러 테이블을 하나의 transaction으로, 하나라도 실패하면 전체 rollback</a:t>
            </a:r>
            <a:endParaRPr lang="en-US" sz="1350" dirty="0"/>
          </a:p>
        </p:txBody>
      </p:sp>
      <p:sp>
        <p:nvSpPr>
          <p:cNvPr id="18" name="Shape 14"/>
          <p:cNvSpPr/>
          <p:nvPr/>
        </p:nvSpPr>
        <p:spPr>
          <a:xfrm>
            <a:off x="8074025" y="1810385"/>
            <a:ext cx="3566160" cy="3401695"/>
          </a:xfrm>
          <a:prstGeom prst="roundRect">
            <a:avLst>
              <a:gd name="adj" fmla="val 3763"/>
            </a:avLst>
          </a:prstGeom>
          <a:solidFill>
            <a:srgbClr val="FFFCF6"/>
          </a:solidFill>
          <a:ln w="12700">
            <a:solidFill>
              <a:srgbClr val="D8CBB2"/>
            </a:solidFill>
            <a:prstDash val="solid"/>
          </a:ln>
          <a:effectLst>
            <a:outerShdw sx="100000" sy="100000" kx="0" ky="0" algn="bl" rotWithShape="0" blurRad="101600" dist="25400" dir="5400000">
              <a:srgbClr val="8A7A5C">
                <a:alpha val="18000"/>
              </a:srgbClr>
            </a:outerShdw>
          </a:effectLst>
        </p:spPr>
      </p:sp>
      <p:sp>
        <p:nvSpPr>
          <p:cNvPr id="19" name="Shape 15"/>
          <p:cNvSpPr/>
          <p:nvPr/>
        </p:nvSpPr>
        <p:spPr>
          <a:xfrm>
            <a:off x="8302625" y="2011680"/>
            <a:ext cx="603250" cy="603250"/>
          </a:xfrm>
          <a:prstGeom prst="ellipse">
            <a:avLst/>
          </a:prstGeom>
          <a:solidFill>
            <a:srgbClr val="D9A441"/>
          </a:solidFill>
          <a:ln w="12700">
            <a:solidFill>
              <a:srgbClr val="D9A441"/>
            </a:solidFill>
            <a:prstDash val="solid"/>
          </a:ln>
        </p:spPr>
      </p:sp>
      <p:pic>
        <p:nvPicPr>
          <p:cNvPr id="20" name="Image 2">    </p:cNvPr>
          <p:cNvPicPr>
            <a:picLocks noChangeAspect="1"/>
          </p:cNvPicPr>
          <p:nvPr/>
        </p:nvPicPr>
        <p:blipFill>
          <a:blip r:embed="rId3"/>
          <a:stretch>
            <a:fillRect/>
          </a:stretch>
        </p:blipFill>
        <p:spPr>
          <a:xfrm>
            <a:off x="8459470" y="2168525"/>
            <a:ext cx="289560" cy="289560"/>
          </a:xfrm>
          <a:prstGeom prst="rect">
            <a:avLst/>
          </a:prstGeom>
        </p:spPr>
      </p:pic>
      <p:sp>
        <p:nvSpPr>
          <p:cNvPr id="21" name="Text 16"/>
          <p:cNvSpPr txBox="1"/>
          <p:nvPr/>
        </p:nvSpPr>
        <p:spPr>
          <a:xfrm>
            <a:off x="9061450" y="2011680"/>
            <a:ext cx="2468880" cy="274320"/>
          </a:xfrm>
          <a:prstGeom prst="rect">
            <a:avLst/>
          </a:prstGeom>
          <a:noFill/>
          <a:ln/>
        </p:spPr>
        <p:txBody>
          <a:bodyPr wrap="square" lIns="0" tIns="0" rIns="0" bIns="0" rtlCol="0" anchor="t"/>
          <a:lstStyle/>
          <a:p>
            <a:pPr indent="0" marL="0">
              <a:buNone/>
            </a:pPr>
            <a:r>
              <a:rPr lang="en-US" sz="1250" b="1" dirty="0">
                <a:solidFill>
                  <a:srgbClr val="B5654A"/>
                </a:solidFill>
                <a:latin typeface="Malgun Gothic" pitchFamily="34" charset="0"/>
                <a:ea typeface="Malgun Gothic" pitchFamily="34" charset="-122"/>
                <a:cs typeface="Malgun Gothic" pitchFamily="34" charset="-120"/>
              </a:rPr>
              <a:t>정제 단계</a:t>
            </a:r>
            <a:endParaRPr lang="en-US" sz="1250" dirty="0"/>
          </a:p>
        </p:txBody>
      </p:sp>
      <p:sp>
        <p:nvSpPr>
          <p:cNvPr id="22" name="Text 17"/>
          <p:cNvSpPr txBox="1"/>
          <p:nvPr/>
        </p:nvSpPr>
        <p:spPr>
          <a:xfrm>
            <a:off x="9061450" y="2286000"/>
            <a:ext cx="2468880" cy="365760"/>
          </a:xfrm>
          <a:prstGeom prst="rect">
            <a:avLst/>
          </a:prstGeom>
          <a:noFill/>
          <a:ln/>
        </p:spPr>
        <p:txBody>
          <a:bodyPr wrap="square" lIns="0" tIns="0" rIns="0" bIns="0" rtlCol="0" anchor="t"/>
          <a:lstStyle/>
          <a:p>
            <a:pPr indent="0" marL="0">
              <a:buNone/>
            </a:pPr>
            <a:r>
              <a:rPr lang="en-US" sz="1600" b="1" dirty="0">
                <a:solidFill>
                  <a:srgbClr val="1E2621"/>
                </a:solidFill>
                <a:latin typeface="Malgun Gothic" pitchFamily="34" charset="0"/>
                <a:ea typeface="Malgun Gothic" pitchFamily="34" charset="-122"/>
                <a:cs typeface="Malgun Gothic" pitchFamily="34" charset="-120"/>
              </a:rPr>
              <a:t>불완전한 결과 적재 차단</a:t>
            </a:r>
            <a:endParaRPr lang="en-US" sz="1600" dirty="0"/>
          </a:p>
        </p:txBody>
      </p:sp>
      <p:sp>
        <p:nvSpPr>
          <p:cNvPr id="23" name="Text 18"/>
          <p:cNvSpPr txBox="1"/>
          <p:nvPr/>
        </p:nvSpPr>
        <p:spPr>
          <a:xfrm>
            <a:off x="8302625" y="2853055"/>
            <a:ext cx="3154680" cy="2240280"/>
          </a:xfrm>
          <a:prstGeom prst="rect">
            <a:avLst/>
          </a:prstGeom>
          <a:noFill/>
          <a:ln/>
        </p:spPr>
        <p:txBody>
          <a:bodyPr wrap="square" lIns="0" tIns="0" rIns="0" bIns="0" rtlCol="0" anchor="t"/>
          <a:lstStyle/>
          <a:p>
            <a:pPr marL="342900" indent="-342900">
              <a:spcAft>
                <a:spcPts val="1000"/>
              </a:spcAft>
              <a:buSzPct val="100000"/>
              <a:buChar char="•"/>
            </a:pPr>
            <a:r>
              <a:rPr lang="en-US" sz="1350" b="1" dirty="0">
                <a:solidFill>
                  <a:srgbClr val="1E2621"/>
                </a:solidFill>
                <a:latin typeface="Malgun Gothic" pitchFamily="34" charset="0"/>
                <a:ea typeface="Malgun Gothic" pitchFamily="34" charset="-122"/>
                <a:cs typeface="Malgun Gothic" pitchFamily="34" charset="-120"/>
              </a:rPr>
              <a:t>정제 규칙이 없는 데이터셋은 적재 차단</a:t>
            </a:r>
            <a:endParaRPr lang="en-US" sz="1350" dirty="0"/>
          </a:p>
          <a:p>
            <a:pPr marL="342900" indent="-342900">
              <a:spcAft>
                <a:spcPts val="1000"/>
              </a:spcAft>
              <a:buSzPct val="100000"/>
              <a:buChar char="•"/>
            </a:pPr>
            <a:r>
              <a:rPr lang="en-US" sz="1350" b="1" dirty="0">
                <a:solidFill>
                  <a:srgbClr val="1E2621"/>
                </a:solidFill>
                <a:latin typeface="Malgun Gothic" pitchFamily="34" charset="0"/>
                <a:ea typeface="Malgun Gothic" pitchFamily="34" charset="-122"/>
                <a:cs typeface="Malgun Gothic" pitchFamily="34" charset="-120"/>
              </a:rPr>
              <a:t>정제 중 오류가 나면 적재하지 않음</a:t>
            </a:r>
            <a:endParaRPr lang="en-US" sz="1350" dirty="0"/>
          </a:p>
          <a:p>
            <a:pPr marL="342900" indent="-342900">
              <a:spcAft>
                <a:spcPts val="1000"/>
              </a:spcAft>
              <a:buSzPct val="100000"/>
              <a:buChar char="•"/>
            </a:pPr>
            <a:r>
              <a:rPr lang="en-US" sz="1350" b="1" dirty="0">
                <a:solidFill>
                  <a:srgbClr val="1E2621"/>
                </a:solidFill>
                <a:latin typeface="Malgun Gothic" pitchFamily="34" charset="0"/>
                <a:ea typeface="Malgun Gothic" pitchFamily="34" charset="-122"/>
                <a:cs typeface="Malgun Gothic" pitchFamily="34" charset="-120"/>
              </a:rPr>
              <a:t>결과가 0건이면 기존 processed 유지</a:t>
            </a:r>
            <a:endParaRPr lang="en-US" sz="1350" dirty="0"/>
          </a:p>
        </p:txBody>
      </p:sp>
      <p:sp>
        <p:nvSpPr>
          <p:cNvPr id="24" name="Shape 19"/>
          <p:cNvSpPr/>
          <p:nvPr/>
        </p:nvSpPr>
        <p:spPr>
          <a:xfrm>
            <a:off x="548640" y="5413375"/>
            <a:ext cx="11091545" cy="868680"/>
          </a:xfrm>
          <a:prstGeom prst="roundRect">
            <a:avLst>
              <a:gd name="adj" fmla="val 14737"/>
            </a:avLst>
          </a:prstGeom>
          <a:solidFill>
            <a:srgbClr val="1E3B2F"/>
          </a:solidFill>
          <a:ln w="12700">
            <a:solidFill>
              <a:srgbClr val="1E3B2F"/>
            </a:solidFill>
            <a:prstDash val="solid"/>
          </a:ln>
          <a:effectLst>
            <a:outerShdw sx="100000" sy="100000" kx="0" ky="0" algn="bl" rotWithShape="0" blurRad="101600" dist="25400" dir="5400000">
              <a:srgbClr val="8A7A5C">
                <a:alpha val="18000"/>
              </a:srgbClr>
            </a:outerShdw>
          </a:effectLst>
        </p:spPr>
      </p:sp>
      <p:sp>
        <p:nvSpPr>
          <p:cNvPr id="25" name="Text 20"/>
          <p:cNvSpPr txBox="1"/>
          <p:nvPr/>
        </p:nvSpPr>
        <p:spPr>
          <a:xfrm>
            <a:off x="777240" y="5413375"/>
            <a:ext cx="1280160" cy="868680"/>
          </a:xfrm>
          <a:prstGeom prst="rect">
            <a:avLst/>
          </a:prstGeom>
          <a:noFill/>
          <a:ln/>
        </p:spPr>
        <p:txBody>
          <a:bodyPr wrap="square" lIns="0" tIns="0" rIns="0" bIns="0" rtlCol="0" anchor="ctr"/>
          <a:lstStyle/>
          <a:p>
            <a:pPr indent="0" marL="0">
              <a:buNone/>
            </a:pPr>
            <a:r>
              <a:rPr lang="en-US" sz="1500" b="1" dirty="0">
                <a:solidFill>
                  <a:srgbClr val="D9A441"/>
                </a:solidFill>
                <a:latin typeface="Malgun Gothic" pitchFamily="34" charset="0"/>
                <a:ea typeface="Malgun Gothic" pitchFamily="34" charset="-122"/>
                <a:cs typeface="Malgun Gothic" pitchFamily="34" charset="-120"/>
              </a:rPr>
              <a:t>운영 단계</a:t>
            </a:r>
            <a:endParaRPr lang="en-US" sz="1500" dirty="0"/>
          </a:p>
        </p:txBody>
      </p:sp>
      <p:sp>
        <p:nvSpPr>
          <p:cNvPr id="26" name="Text 21"/>
          <p:cNvSpPr txBox="1"/>
          <p:nvPr/>
        </p:nvSpPr>
        <p:spPr>
          <a:xfrm>
            <a:off x="2103120" y="5413375"/>
            <a:ext cx="9418320" cy="868680"/>
          </a:xfrm>
          <a:prstGeom prst="rect">
            <a:avLst/>
          </a:prstGeom>
          <a:noFill/>
          <a:ln/>
        </p:spPr>
        <p:txBody>
          <a:bodyPr wrap="square" lIns="0" tIns="0" rIns="0" bIns="0" rtlCol="0" anchor="ctr"/>
          <a:lstStyle/>
          <a:p>
            <a:pPr indent="0" marL="0">
              <a:lnSpc>
                <a:spcPct val="115000"/>
              </a:lnSpc>
              <a:buNone/>
            </a:pPr>
            <a:r>
              <a:rPr lang="en-US" sz="1300" b="1" dirty="0">
                <a:solidFill>
                  <a:srgbClr val="FFFFFF"/>
                </a:solidFill>
                <a:latin typeface="Malgun Gothic" pitchFamily="34" charset="0"/>
                <a:ea typeface="Malgun Gothic" pitchFamily="34" charset="-122"/>
                <a:cs typeface="Malgun Gothic" pitchFamily="34" charset="-120"/>
              </a:rPr>
              <a:t>APScheduler  중복 실행 방지(max_instances=1) · 밀린 실행은 1회로 합침(coalesce) · 지연 허용 1시간</a:t>
            </a:r>
            <a:endParaRPr lang="en-US" sz="1300" dirty="0"/>
          </a:p>
          <a:p>
            <a:pPr indent="0" marL="0">
              <a:lnSpc>
                <a:spcPct val="115000"/>
              </a:lnSpc>
              <a:buNone/>
            </a:pPr>
            <a:r>
              <a:rPr lang="en-US" sz="1300" b="1" dirty="0">
                <a:solidFill>
                  <a:srgbClr val="B9CFC2"/>
                </a:solidFill>
                <a:latin typeface="Malgun Gothic" pitchFamily="34" charset="0"/>
                <a:ea typeface="Malgun Gothic" pitchFamily="34" charset="-122"/>
                <a:cs typeface="Malgun Gothic" pitchFamily="34" charset="-120"/>
              </a:rPr>
              <a:t>데이터셋 단위로 격리해 실패한 데이터셋만 건너뛰고, 실패 · DQ 이상은 Discord로 즉시 알림</a:t>
            </a:r>
            <a:endParaRPr lang="en-US" sz="1300" dirty="0"/>
          </a:p>
        </p:txBody>
      </p:sp>
      <p:sp>
        <p:nvSpPr>
          <p:cNvPr id="27" name="Text 22"/>
          <p:cNvSpPr txBox="1"/>
          <p:nvPr/>
        </p:nvSpPr>
        <p:spPr>
          <a:xfrm>
            <a:off x="548640" y="6446520"/>
            <a:ext cx="4572000" cy="228600"/>
          </a:xfrm>
          <a:prstGeom prst="rect">
            <a:avLst/>
          </a:prstGeom>
          <a:noFill/>
          <a:ln/>
        </p:spPr>
        <p:txBody>
          <a:bodyPr wrap="square" lIns="0" tIns="0" rIns="0" bIns="0" rtlCol="0" anchor="t"/>
          <a:lstStyle/>
          <a:p>
            <a:pPr indent="0" marL="0">
              <a:buNone/>
            </a:pPr>
            <a:r>
              <a:rPr lang="en-US" sz="900" b="1" spc="200" kern="0" dirty="0">
                <a:solidFill>
                  <a:srgbClr val="9A907C"/>
                </a:solidFill>
                <a:latin typeface="Malgun Gothic" pitchFamily="34" charset="0"/>
                <a:ea typeface="Malgun Gothic" pitchFamily="34" charset="-122"/>
                <a:cs typeface="Malgun Gothic" pitchFamily="34" charset="-120"/>
              </a:rPr>
              <a:t>WOOSIMWOONKKA · MY MOVE CLUB</a:t>
            </a:r>
            <a:endParaRPr lang="en-US" sz="900" dirty="0"/>
          </a:p>
        </p:txBody>
      </p:sp>
      <p:sp>
        <p:nvSpPr>
          <p:cNvPr id="28" name="Text 23"/>
          <p:cNvSpPr txBox="1"/>
          <p:nvPr/>
        </p:nvSpPr>
        <p:spPr>
          <a:xfrm>
            <a:off x="11182985" y="6446520"/>
            <a:ext cx="457200" cy="228600"/>
          </a:xfrm>
          <a:prstGeom prst="rect">
            <a:avLst/>
          </a:prstGeom>
          <a:noFill/>
          <a:ln/>
        </p:spPr>
        <p:txBody>
          <a:bodyPr wrap="square" lIns="0" tIns="0" rIns="0" bIns="0" rtlCol="0" anchor="t"/>
          <a:lstStyle/>
          <a:p>
            <a:pPr algn="r" indent="0" marL="0">
              <a:buNone/>
            </a:pPr>
            <a:r>
              <a:rPr lang="en-US" sz="900" b="1" dirty="0">
                <a:solidFill>
                  <a:srgbClr val="9A907C"/>
                </a:solidFill>
                <a:latin typeface="Malgun Gothic" pitchFamily="34" charset="0"/>
                <a:ea typeface="Malgun Gothic" pitchFamily="34" charset="-122"/>
                <a:cs typeface="Malgun Gothic" pitchFamily="34" charset="-120"/>
              </a:rPr>
              <a:t>19</a:t>
            </a:r>
            <a:endParaRPr lang="en-US" sz="900" dirty="0"/>
          </a:p>
        </p:txBody>
      </p:sp>
      <p:sp>
        <p:nvSpPr>
          <p:cNvPr id="29" name="도형 9"/>
          <p:cNvSpPr>
            <a:spLocks/>
          </p:cNvSpPr>
          <p:nvPr/>
        </p:nvSpPr>
        <p:spPr>
          <a:xfrm rot="0">
            <a:off x="548640" y="384175"/>
            <a:ext cx="384175" cy="384175"/>
          </a:xfrm>
          <a:prstGeom prst="rect"/>
          <a:noFill/>
          <a:ln>
            <a:noFill/>
            <a:prstDash/>
          </a:ln>
        </p:spPr>
        <p:style>
          <a:lnRef idx="0"/>
          <a:fillRef idx="0"/>
          <a:effectRef idx="0"/>
          <a:fontRef idx="minor"/>
        </p:style>
        <p:txBody>
          <a:bodyPr wrap="square" lIns="0" tIns="0" rIns="0" bIns="0" numCol="1" vert="horz" anchor="ctr">
            <a:noAutofit/>
          </a:bodyPr>
          <a:lstStyle/>
          <a:p>
            <a:pPr marL="0" indent="0" algn="ctr" defTabSz="914400">
              <a:lnSpc>
                <a:spcPct val="100000"/>
              </a:lnSpc>
              <a:buFontTx/>
              <a:buNone/>
              <a:tabLst>
                <a:tab pos="0" algn="l"/>
              </a:tabLst>
            </a:pPr>
            <a:r>
              <a:rPr lang="en-US" sz="1300" b="1" strike="noStrike">
                <a:solidFill>
                  <a:srgbClr val="FFFFFF"/>
                </a:solidFill>
                <a:latin typeface="Malgun Gothic" charset="0"/>
                <a:ea typeface="Malgun Gothic" charset="0"/>
              </a:rPr>
              <a:t>07</a:t>
            </a:r>
            <a:r>
              <a:rPr lang="ko-KR" sz="1300" b="1" strike="noStrike">
                <a:solidFill>
                  <a:srgbClr val="FFFFFF"/>
                </a:solidFill>
                <a:latin typeface="Malgun Gothic" charset="0"/>
                <a:ea typeface="Malgun Gothic" charset="0"/>
              </a:rPr>
              <a:t/>
            </a:r>
            <a:endParaRPr lang="ko-KR" altLang="en-US" sz="1300" b="1" strike="noStrike">
              <a:solidFill>
                <a:srgbClr val="FFFFFF"/>
              </a:solidFill>
              <a:latin typeface="Malgun Gothic" charset="0"/>
              <a:ea typeface="Malgun Gothic" charset="0"/>
            </a:endParaRPr>
          </a:p>
        </p:txBody>
      </p:sp>
    </p:spTree>
  </p:cSld>
  <p:clrMapOvr>
    <a:masterClrMapping/>
  </p:clrMapOvr>
  <mc:AlternateContent xmlns:mc="http://schemas.openxmlformats.org/markup-compatibility/2006">
    <mc:Choice xmlns:p14="http://schemas.microsoft.com/office/powerpoint/2010/main" Requires="p14">
      <p:transition spd="slow" p14:dur="2000"/>
    </mc:Choice>
    <mc:Fallback>
      <p:transition spd="slow"/>
    </mc:Fallback>
  </mc:AlternateContent>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name="Slide 2">
    <p:bg>
      <p:bgPr>
        <a:solidFill>
          <a:srgbClr val="F7F1E6"/>
        </a:solidFill>
      </p:bgPr>
    </p:bg>
    <p:spTree>
      <p:nvGrpSpPr>
        <p:cNvPr id="1" name=""/>
        <p:cNvGrpSpPr/>
        <p:nvPr/>
      </p:nvGrpSpPr>
      <p:grpSpPr>
        <a:xfrm>
          <a:off x="0" y="0"/>
          <a:ext cx="0" cy="0"/>
          <a:chOff x="0" y="0"/>
          <a:chExt cx="0" cy="0"/>
        </a:xfrm>
      </p:grpSpPr>
      <p:sp>
        <p:nvSpPr>
          <p:cNvPr id="2" name="Shape 0"/>
          <p:cNvSpPr/>
          <p:nvPr/>
        </p:nvSpPr>
        <p:spPr>
          <a:xfrm>
            <a:off x="548640" y="384048"/>
            <a:ext cx="384048" cy="384048"/>
          </a:xfrm>
          <a:prstGeom prst="ellipse">
            <a:avLst/>
          </a:prstGeom>
          <a:solidFill>
            <a:srgbClr val="2E5A46"/>
          </a:solidFill>
          <a:ln w="12700">
            <a:solidFill>
              <a:srgbClr val="2E5A46"/>
            </a:solidFill>
            <a:prstDash val="solid"/>
          </a:ln>
        </p:spPr>
      </p:sp>
      <p:sp>
        <p:nvSpPr>
          <p:cNvPr id="3" name="Text 1"/>
          <p:cNvSpPr txBox="1"/>
          <p:nvPr/>
        </p:nvSpPr>
        <p:spPr>
          <a:xfrm>
            <a:off x="548640" y="38404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algun Gothic" pitchFamily="34" charset="0"/>
                <a:ea typeface="Malgun Gothic" pitchFamily="34" charset="-122"/>
                <a:cs typeface="Malgun Gothic" pitchFamily="34" charset="-120"/>
              </a:rPr>
              <a:t>07</a:t>
            </a:r>
            <a:endParaRPr lang="en-US" sz="1300" dirty="0"/>
          </a:p>
        </p:txBody>
      </p:sp>
      <p:sp>
        <p:nvSpPr>
          <p:cNvPr id="4" name="Text 2"/>
          <p:cNvSpPr txBox="1"/>
          <p:nvPr/>
        </p:nvSpPr>
        <p:spPr>
          <a:xfrm>
            <a:off x="1042416" y="384048"/>
            <a:ext cx="5486400" cy="384048"/>
          </a:xfrm>
          <a:prstGeom prst="rect">
            <a:avLst/>
          </a:prstGeom>
          <a:noFill/>
          <a:ln/>
        </p:spPr>
        <p:txBody>
          <a:bodyPr wrap="square" lIns="0" tIns="0" rIns="0" bIns="0" rtlCol="0" anchor="ctr"/>
          <a:lstStyle/>
          <a:p>
            <a:pPr indent="0" marL="0">
              <a:buNone/>
            </a:pPr>
            <a:r>
              <a:rPr lang="en-US" sz="1400" b="1" spc="200" kern="0" dirty="0">
                <a:solidFill>
                  <a:srgbClr val="B5654A"/>
                </a:solidFill>
                <a:latin typeface="Malgun Gothic" pitchFamily="34" charset="0"/>
                <a:ea typeface="Malgun Gothic" pitchFamily="34" charset="-122"/>
                <a:cs typeface="Malgun Gothic" pitchFamily="34" charset="-120"/>
              </a:rPr>
              <a:t>EXCEPTION · 누락 · 중복 · 좌표 오류</a:t>
            </a:r>
            <a:endParaRPr lang="en-US" sz="1400" dirty="0"/>
          </a:p>
        </p:txBody>
      </p:sp>
      <p:sp>
        <p:nvSpPr>
          <p:cNvPr id="5" name="Text 3"/>
          <p:cNvSpPr txBox="1"/>
          <p:nvPr/>
        </p:nvSpPr>
        <p:spPr>
          <a:xfrm>
            <a:off x="548640" y="896112"/>
            <a:ext cx="11064240" cy="731520"/>
          </a:xfrm>
          <a:prstGeom prst="rect">
            <a:avLst/>
          </a:prstGeom>
          <a:noFill/>
          <a:ln/>
        </p:spPr>
        <p:txBody>
          <a:bodyPr wrap="square" lIns="0" tIns="0" rIns="0" bIns="0" rtlCol="0" anchor="ctr"/>
          <a:lstStyle/>
          <a:p>
            <a:pPr indent="0" marL="0">
              <a:buNone/>
            </a:pPr>
            <a:r>
              <a:rPr lang="en-US" sz="3400" b="1" dirty="0">
                <a:solidFill>
                  <a:srgbClr val="1E2621"/>
                </a:solidFill>
                <a:latin typeface="Malgun Gothic" pitchFamily="34" charset="0"/>
                <a:ea typeface="Malgun Gothic" pitchFamily="34" charset="-122"/>
                <a:cs typeface="Malgun Gothic" pitchFamily="34" charset="-120"/>
              </a:rPr>
              <a:t>잘못 들어온 값도, 기준을 정해 처리합니다</a:t>
            </a:r>
            <a:endParaRPr lang="en-US" sz="34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548640" y="1783080"/>
          <a:ext cx="11091672" cy="914400"/>
        </p:xfrm>
        <a:graphic>
          <a:graphicData uri="http://schemas.openxmlformats.org/drawingml/2006/table">
            <a:tbl>
              <a:tblPr/>
              <a:tblGrid>
                <a:gridCol w="2148840"/>
                <a:gridCol w="4480560"/>
                <a:gridCol w="4462272"/>
              </a:tblGrid>
              <a:tr h="384048">
                <a:tc>
                  <a:txBody>
                    <a:bodyPr/>
                    <a:lstStyle/>
                    <a:p>
                      <a:pPr algn="ctr" indent="0" marL="0">
                        <a:buNone/>
                      </a:pPr>
                      <a:r>
                        <a:rPr lang="en-US" sz="1250" b="1" dirty="0">
                          <a:solidFill>
                            <a:srgbClr val="FFFFFF"/>
                          </a:solidFill>
                          <a:latin typeface="Malgun Gothic" pitchFamily="34" charset="0"/>
                          <a:ea typeface="Malgun Gothic" pitchFamily="34" charset="-122"/>
                          <a:cs typeface="Malgun Gothic" pitchFamily="34" charset="-120"/>
                        </a:rPr>
                        <a:t>문제</a:t>
                      </a:r>
                      <a:endParaRPr lang="en-US" sz="1250" dirty="0">
                        <a:latin typeface="Malgun Gothic" charset="0"/>
                        <a:ea typeface="Malgun Gothic" charset="0"/>
                        <a:cs typeface="Malgun Gothic" charset="0"/>
                      </a:endParaRPr>
                    </a:p>
                  </a:txBody>
                  <a:tcPr marL="109728" marR="109728" marT="27432" marB="27432" anchor="ctr">
                    <a:lnL w="12700" cap="flat" cmpd="sng" algn="ctr">
                      <a:solidFill>
                        <a:srgbClr val="D8CBB2"/>
                      </a:solidFill>
                      <a:prstDash val="solid"/>
                      <a:round/>
                      <a:headEnd type="none" w="med" len="med"/>
                      <a:tailEnd type="none" w="med" len="med"/>
                    </a:lnL>
                    <a:lnR w="12700" cap="flat" cmpd="sng" algn="ctr">
                      <a:solidFill>
                        <a:srgbClr val="D8CBB2"/>
                      </a:solidFill>
                      <a:prstDash val="solid"/>
                      <a:round/>
                      <a:headEnd type="none" w="med" len="med"/>
                      <a:tailEnd type="none" w="med" len="med"/>
                    </a:lnR>
                    <a:lnT w="12700" cap="flat" cmpd="sng" algn="ctr">
                      <a:solidFill>
                        <a:srgbClr val="D8CBB2"/>
                      </a:solidFill>
                      <a:prstDash val="solid"/>
                      <a:round/>
                      <a:headEnd type="none" w="med" len="med"/>
                      <a:tailEnd type="none" w="med" len="med"/>
                    </a:lnT>
                    <a:lnB w="12700" cap="flat" cmpd="sng" algn="ctr">
                      <a:solidFill>
                        <a:srgbClr val="D8CBB2"/>
                      </a:solidFill>
                      <a:prstDash val="solid"/>
                      <a:round/>
                      <a:headEnd type="none" w="med" len="med"/>
                      <a:tailEnd type="none" w="med" len="med"/>
                    </a:lnB>
                    <a:solidFill>
                      <a:srgbClr val="2E5A46"/>
                    </a:solidFill>
                  </a:tcPr>
                </a:tc>
                <a:tc>
                  <a:txBody>
                    <a:bodyPr/>
                    <a:lstStyle/>
                    <a:p>
                      <a:pPr algn="ctr" indent="0" marL="0">
                        <a:buNone/>
                      </a:pPr>
                      <a:r>
                        <a:rPr lang="en-US" sz="1250" b="1" dirty="0">
                          <a:solidFill>
                            <a:srgbClr val="FFFFFF"/>
                          </a:solidFill>
                          <a:latin typeface="Malgun Gothic" pitchFamily="34" charset="0"/>
                          <a:ea typeface="Malgun Gothic" pitchFamily="34" charset="-122"/>
                          <a:cs typeface="Malgun Gothic" pitchFamily="34" charset="-120"/>
                        </a:rPr>
                        <a:t>탐지 기준</a:t>
                      </a:r>
                      <a:endParaRPr lang="en-US" sz="1250" dirty="0">
                        <a:latin typeface="Malgun Gothic" charset="0"/>
                        <a:ea typeface="Malgun Gothic" charset="0"/>
                        <a:cs typeface="Malgun Gothic" charset="0"/>
                      </a:endParaRPr>
                    </a:p>
                  </a:txBody>
                  <a:tcPr marL="109728" marR="109728" marT="27432" marB="27432" anchor="ctr">
                    <a:lnL w="12700" cap="flat" cmpd="sng" algn="ctr">
                      <a:solidFill>
                        <a:srgbClr val="D8CBB2"/>
                      </a:solidFill>
                      <a:prstDash val="solid"/>
                      <a:round/>
                      <a:headEnd type="none" w="med" len="med"/>
                      <a:tailEnd type="none" w="med" len="med"/>
                    </a:lnL>
                    <a:lnR w="12700" cap="flat" cmpd="sng" algn="ctr">
                      <a:solidFill>
                        <a:srgbClr val="D8CBB2"/>
                      </a:solidFill>
                      <a:prstDash val="solid"/>
                      <a:round/>
                      <a:headEnd type="none" w="med" len="med"/>
                      <a:tailEnd type="none" w="med" len="med"/>
                    </a:lnR>
                    <a:lnT w="12700" cap="flat" cmpd="sng" algn="ctr">
                      <a:solidFill>
                        <a:srgbClr val="D8CBB2"/>
                      </a:solidFill>
                      <a:prstDash val="solid"/>
                      <a:round/>
                      <a:headEnd type="none" w="med" len="med"/>
                      <a:tailEnd type="none" w="med" len="med"/>
                    </a:lnT>
                    <a:lnB w="12700" cap="flat" cmpd="sng" algn="ctr">
                      <a:solidFill>
                        <a:srgbClr val="D8CBB2"/>
                      </a:solidFill>
                      <a:prstDash val="solid"/>
                      <a:round/>
                      <a:headEnd type="none" w="med" len="med"/>
                      <a:tailEnd type="none" w="med" len="med"/>
                    </a:lnB>
                    <a:solidFill>
                      <a:srgbClr val="2E5A46"/>
                    </a:solidFill>
                  </a:tcPr>
                </a:tc>
                <a:tc>
                  <a:txBody>
                    <a:bodyPr/>
                    <a:lstStyle/>
                    <a:p>
                      <a:pPr algn="ctr" indent="0" marL="0">
                        <a:buNone/>
                      </a:pPr>
                      <a:r>
                        <a:rPr lang="en-US" sz="1250" b="1" dirty="0">
                          <a:solidFill>
                            <a:srgbClr val="FFFFFF"/>
                          </a:solidFill>
                          <a:latin typeface="Malgun Gothic" pitchFamily="34" charset="0"/>
                          <a:ea typeface="Malgun Gothic" pitchFamily="34" charset="-122"/>
                          <a:cs typeface="Malgun Gothic" pitchFamily="34" charset="-120"/>
                        </a:rPr>
                        <a:t>처리 방법</a:t>
                      </a:r>
                      <a:endParaRPr lang="en-US" sz="1250" dirty="0">
                        <a:latin typeface="Malgun Gothic" charset="0"/>
                        <a:ea typeface="Malgun Gothic" charset="0"/>
                        <a:cs typeface="Malgun Gothic" charset="0"/>
                      </a:endParaRPr>
                    </a:p>
                  </a:txBody>
                  <a:tcPr marL="109728" marR="109728" marT="27432" marB="27432" anchor="ctr">
                    <a:lnL w="12700" cap="flat" cmpd="sng" algn="ctr">
                      <a:solidFill>
                        <a:srgbClr val="D8CBB2"/>
                      </a:solidFill>
                      <a:prstDash val="solid"/>
                      <a:round/>
                      <a:headEnd type="none" w="med" len="med"/>
                      <a:tailEnd type="none" w="med" len="med"/>
                    </a:lnL>
                    <a:lnR w="12700" cap="flat" cmpd="sng" algn="ctr">
                      <a:solidFill>
                        <a:srgbClr val="D8CBB2"/>
                      </a:solidFill>
                      <a:prstDash val="solid"/>
                      <a:round/>
                      <a:headEnd type="none" w="med" len="med"/>
                      <a:tailEnd type="none" w="med" len="med"/>
                    </a:lnR>
                    <a:lnT w="12700" cap="flat" cmpd="sng" algn="ctr">
                      <a:solidFill>
                        <a:srgbClr val="D8CBB2"/>
                      </a:solidFill>
                      <a:prstDash val="solid"/>
                      <a:round/>
                      <a:headEnd type="none" w="med" len="med"/>
                      <a:tailEnd type="none" w="med" len="med"/>
                    </a:lnT>
                    <a:lnB w="12700" cap="flat" cmpd="sng" algn="ctr">
                      <a:solidFill>
                        <a:srgbClr val="D8CBB2"/>
                      </a:solidFill>
                      <a:prstDash val="solid"/>
                      <a:round/>
                      <a:headEnd type="none" w="med" len="med"/>
                      <a:tailEnd type="none" w="med" len="med"/>
                    </a:lnB>
                    <a:solidFill>
                      <a:srgbClr val="2E5A46"/>
                    </a:solidFill>
                  </a:tcPr>
                </a:tc>
              </a:tr>
              <a:tr h="457200">
                <a:tc>
                  <a:txBody>
                    <a:bodyPr/>
                    <a:lstStyle/>
                    <a:p>
                      <a:pPr indent="0" marL="0">
                        <a:buNone/>
                      </a:pPr>
                      <a:r>
                        <a:rPr lang="en-US" sz="1200" b="1" dirty="0">
                          <a:solidFill>
                            <a:srgbClr val="1E2621"/>
                          </a:solidFill>
                          <a:latin typeface="Malgun Gothic" pitchFamily="34" charset="0"/>
                          <a:ea typeface="Malgun Gothic" pitchFamily="34" charset="-122"/>
                          <a:cs typeface="Malgun Gothic" pitchFamily="34" charset="-120"/>
                        </a:rPr>
                        <a:t>API 호출 실패</a:t>
                      </a:r>
                      <a:endParaRPr lang="en-US" sz="1200" dirty="0">
                        <a:latin typeface="Malgun Gothic" charset="0"/>
                        <a:ea typeface="Malgun Gothic" charset="0"/>
                        <a:cs typeface="Malgun Gothic" charset="0"/>
                      </a:endParaRPr>
                    </a:p>
                  </a:txBody>
                  <a:tcPr marL="109728" marR="109728" marT="27432" marB="27432" anchor="ctr">
                    <a:lnL w="12700" cap="flat" cmpd="sng" algn="ctr">
                      <a:solidFill>
                        <a:srgbClr val="D8CBB2"/>
                      </a:solidFill>
                      <a:prstDash val="solid"/>
                      <a:round/>
                      <a:headEnd type="none" w="med" len="med"/>
                      <a:tailEnd type="none" w="med" len="med"/>
                    </a:lnL>
                    <a:lnR w="12700" cap="flat" cmpd="sng" algn="ctr">
                      <a:solidFill>
                        <a:srgbClr val="D8CBB2"/>
                      </a:solidFill>
                      <a:prstDash val="solid"/>
                      <a:round/>
                      <a:headEnd type="none" w="med" len="med"/>
                      <a:tailEnd type="none" w="med" len="med"/>
                    </a:lnR>
                    <a:lnT w="12700" cap="flat" cmpd="sng" algn="ctr">
                      <a:solidFill>
                        <a:srgbClr val="D8CBB2"/>
                      </a:solidFill>
                      <a:prstDash val="solid"/>
                      <a:round/>
                      <a:headEnd type="none" w="med" len="med"/>
                      <a:tailEnd type="none" w="med" len="med"/>
                    </a:lnT>
                    <a:lnB w="12700" cap="flat" cmpd="sng" algn="ctr">
                      <a:solidFill>
                        <a:srgbClr val="D8CBB2"/>
                      </a:solidFill>
                      <a:prstDash val="solid"/>
                      <a:round/>
                      <a:headEnd type="none" w="med" len="med"/>
                      <a:tailEnd type="none" w="med" len="med"/>
                    </a:lnB>
                    <a:solidFill>
                      <a:srgbClr val="FFFFFF"/>
                    </a:solidFill>
                  </a:tcPr>
                </a:tc>
                <a:tc>
                  <a:txBody>
                    <a:bodyPr/>
                    <a:lstStyle/>
                    <a:p>
                      <a:pPr indent="0" marL="0">
                        <a:buNone/>
                      </a:pPr>
                      <a:r>
                        <a:rPr lang="en-US" sz="1200" b="1" dirty="0">
                          <a:solidFill>
                            <a:srgbClr val="5E5B52"/>
                          </a:solidFill>
                          <a:latin typeface="Malgun Gothic" pitchFamily="34" charset="0"/>
                          <a:ea typeface="Malgun Gothic" pitchFamily="34" charset="-122"/>
                          <a:cs typeface="Malgun Gothic" pitchFamily="34" charset="-120"/>
                        </a:rPr>
                        <a:t>Timeout · 연결 오류 · HTTP 5xx · resultCode</a:t>
                      </a:r>
                      <a:endParaRPr lang="en-US" sz="1200" dirty="0">
                        <a:latin typeface="Malgun Gothic" charset="0"/>
                        <a:ea typeface="Malgun Gothic" charset="0"/>
                        <a:cs typeface="Malgun Gothic" charset="0"/>
                      </a:endParaRPr>
                    </a:p>
                  </a:txBody>
                  <a:tcPr marL="109728" marR="109728" marT="27432" marB="27432" anchor="ctr">
                    <a:lnL w="12700" cap="flat" cmpd="sng" algn="ctr">
                      <a:solidFill>
                        <a:srgbClr val="D8CBB2"/>
                      </a:solidFill>
                      <a:prstDash val="solid"/>
                      <a:round/>
                      <a:headEnd type="none" w="med" len="med"/>
                      <a:tailEnd type="none" w="med" len="med"/>
                    </a:lnL>
                    <a:lnR w="12700" cap="flat" cmpd="sng" algn="ctr">
                      <a:solidFill>
                        <a:srgbClr val="D8CBB2"/>
                      </a:solidFill>
                      <a:prstDash val="solid"/>
                      <a:round/>
                      <a:headEnd type="none" w="med" len="med"/>
                      <a:tailEnd type="none" w="med" len="med"/>
                    </a:lnR>
                    <a:lnT w="12700" cap="flat" cmpd="sng" algn="ctr">
                      <a:solidFill>
                        <a:srgbClr val="D8CBB2"/>
                      </a:solidFill>
                      <a:prstDash val="solid"/>
                      <a:round/>
                      <a:headEnd type="none" w="med" len="med"/>
                      <a:tailEnd type="none" w="med" len="med"/>
                    </a:lnT>
                    <a:lnB w="12700" cap="flat" cmpd="sng" algn="ctr">
                      <a:solidFill>
                        <a:srgbClr val="D8CBB2"/>
                      </a:solidFill>
                      <a:prstDash val="solid"/>
                      <a:round/>
                      <a:headEnd type="none" w="med" len="med"/>
                      <a:tailEnd type="none" w="med" len="med"/>
                    </a:lnB>
                    <a:solidFill>
                      <a:srgbClr val="FFFFFF"/>
                    </a:solidFill>
                  </a:tcPr>
                </a:tc>
                <a:tc>
                  <a:txBody>
                    <a:bodyPr/>
                    <a:lstStyle/>
                    <a:p>
                      <a:pPr indent="0" marL="0">
                        <a:buNone/>
                      </a:pPr>
                      <a:r>
                        <a:rPr lang="en-US" sz="1200" b="1" dirty="0">
                          <a:solidFill>
                            <a:srgbClr val="2E5A46"/>
                          </a:solidFill>
                          <a:latin typeface="Malgun Gothic" pitchFamily="34" charset="0"/>
                          <a:ea typeface="Malgun Gothic" pitchFamily="34" charset="-122"/>
                          <a:cs typeface="Malgun Gothic" pitchFamily="34" charset="-120"/>
                        </a:rPr>
                        <a:t>최대 3회 재시도 → 실패한 데이터셋만 건너뛰고 기록 · 알림</a:t>
                      </a:r>
                      <a:endParaRPr lang="en-US" sz="1200" dirty="0">
                        <a:latin typeface="Malgun Gothic" charset="0"/>
                        <a:ea typeface="Malgun Gothic" charset="0"/>
                        <a:cs typeface="Malgun Gothic" charset="0"/>
                      </a:endParaRPr>
                    </a:p>
                  </a:txBody>
                  <a:tcPr marL="109728" marR="109728" marT="27432" marB="27432" anchor="ctr">
                    <a:lnL w="12700" cap="flat" cmpd="sng" algn="ctr">
                      <a:solidFill>
                        <a:srgbClr val="D8CBB2"/>
                      </a:solidFill>
                      <a:prstDash val="solid"/>
                      <a:round/>
                      <a:headEnd type="none" w="med" len="med"/>
                      <a:tailEnd type="none" w="med" len="med"/>
                    </a:lnL>
                    <a:lnR w="12700" cap="flat" cmpd="sng" algn="ctr">
                      <a:solidFill>
                        <a:srgbClr val="D8CBB2"/>
                      </a:solidFill>
                      <a:prstDash val="solid"/>
                      <a:round/>
                      <a:headEnd type="none" w="med" len="med"/>
                      <a:tailEnd type="none" w="med" len="med"/>
                    </a:lnR>
                    <a:lnT w="12700" cap="flat" cmpd="sng" algn="ctr">
                      <a:solidFill>
                        <a:srgbClr val="D8CBB2"/>
                      </a:solidFill>
                      <a:prstDash val="solid"/>
                      <a:round/>
                      <a:headEnd type="none" w="med" len="med"/>
                      <a:tailEnd type="none" w="med" len="med"/>
                    </a:lnT>
                    <a:lnB w="12700" cap="flat" cmpd="sng" algn="ctr">
                      <a:solidFill>
                        <a:srgbClr val="D8CBB2"/>
                      </a:solidFill>
                      <a:prstDash val="solid"/>
                      <a:round/>
                      <a:headEnd type="none" w="med" len="med"/>
                      <a:tailEnd type="none" w="med" len="med"/>
                    </a:lnB>
                    <a:solidFill>
                      <a:srgbClr val="FFFFFF"/>
                    </a:solidFill>
                  </a:tcPr>
                </a:tc>
              </a:tr>
              <a:tr h="457200">
                <a:tc>
                  <a:txBody>
                    <a:bodyPr/>
                    <a:lstStyle/>
                    <a:p>
                      <a:pPr indent="0" marL="0">
                        <a:buNone/>
                      </a:pPr>
                      <a:r>
                        <a:rPr lang="en-US" sz="1200" b="1" dirty="0">
                          <a:solidFill>
                            <a:srgbClr val="1E2621"/>
                          </a:solidFill>
                          <a:latin typeface="Malgun Gothic" pitchFamily="34" charset="0"/>
                          <a:ea typeface="Malgun Gothic" pitchFamily="34" charset="-122"/>
                          <a:cs typeface="Malgun Gothic" pitchFamily="34" charset="-120"/>
                        </a:rPr>
                        <a:t>값 누락</a:t>
                      </a:r>
                      <a:endParaRPr lang="en-US" sz="1200" dirty="0">
                        <a:latin typeface="Malgun Gothic" charset="0"/>
                        <a:ea typeface="Malgun Gothic" charset="0"/>
                        <a:cs typeface="Malgun Gothic" charset="0"/>
                      </a:endParaRPr>
                    </a:p>
                  </a:txBody>
                  <a:tcPr marL="109728" marR="109728" marT="27432" marB="27432" anchor="ctr">
                    <a:lnL w="12700" cap="flat" cmpd="sng" algn="ctr">
                      <a:solidFill>
                        <a:srgbClr val="D8CBB2"/>
                      </a:solidFill>
                      <a:prstDash val="solid"/>
                      <a:round/>
                      <a:headEnd type="none" w="med" len="med"/>
                      <a:tailEnd type="none" w="med" len="med"/>
                    </a:lnL>
                    <a:lnR w="12700" cap="flat" cmpd="sng" algn="ctr">
                      <a:solidFill>
                        <a:srgbClr val="D8CBB2"/>
                      </a:solidFill>
                      <a:prstDash val="solid"/>
                      <a:round/>
                      <a:headEnd type="none" w="med" len="med"/>
                      <a:tailEnd type="none" w="med" len="med"/>
                    </a:lnR>
                    <a:lnT w="12700" cap="flat" cmpd="sng" algn="ctr">
                      <a:solidFill>
                        <a:srgbClr val="D8CBB2"/>
                      </a:solidFill>
                      <a:prstDash val="solid"/>
                      <a:round/>
                      <a:headEnd type="none" w="med" len="med"/>
                      <a:tailEnd type="none" w="med" len="med"/>
                    </a:lnT>
                    <a:lnB w="12700" cap="flat" cmpd="sng" algn="ctr">
                      <a:solidFill>
                        <a:srgbClr val="D8CBB2"/>
                      </a:solidFill>
                      <a:prstDash val="solid"/>
                      <a:round/>
                      <a:headEnd type="none" w="med" len="med"/>
                      <a:tailEnd type="none" w="med" len="med"/>
                    </a:lnB>
                    <a:solidFill>
                      <a:srgbClr val="FFFFFF"/>
                    </a:solidFill>
                  </a:tcPr>
                </a:tc>
                <a:tc>
                  <a:txBody>
                    <a:bodyPr/>
                    <a:lstStyle/>
                    <a:p>
                      <a:pPr indent="0" marL="0">
                        <a:buNone/>
                      </a:pPr>
                      <a:r>
                        <a:rPr lang="en-US" sz="1200" b="1" dirty="0">
                          <a:solidFill>
                            <a:srgbClr val="5E5B52"/>
                          </a:solidFill>
                          <a:latin typeface="Malgun Gothic" pitchFamily="34" charset="0"/>
                          <a:ea typeface="Malgun Gothic" pitchFamily="34" charset="-122"/>
                          <a:cs typeface="Malgun Gothic" pitchFamily="34" charset="-120"/>
                        </a:rPr>
                        <a:t>빈 문자열 · "-" · "null" · "nan" 등 제각각인 빈 값</a:t>
                      </a:r>
                      <a:endParaRPr lang="en-US" sz="1200" dirty="0">
                        <a:latin typeface="Malgun Gothic" charset="0"/>
                        <a:ea typeface="Malgun Gothic" charset="0"/>
                        <a:cs typeface="Malgun Gothic" charset="0"/>
                      </a:endParaRPr>
                    </a:p>
                  </a:txBody>
                  <a:tcPr marL="109728" marR="109728" marT="27432" marB="27432" anchor="ctr">
                    <a:lnL w="12700" cap="flat" cmpd="sng" algn="ctr">
                      <a:solidFill>
                        <a:srgbClr val="D8CBB2"/>
                      </a:solidFill>
                      <a:prstDash val="solid"/>
                      <a:round/>
                      <a:headEnd type="none" w="med" len="med"/>
                      <a:tailEnd type="none" w="med" len="med"/>
                    </a:lnL>
                    <a:lnR w="12700" cap="flat" cmpd="sng" algn="ctr">
                      <a:solidFill>
                        <a:srgbClr val="D8CBB2"/>
                      </a:solidFill>
                      <a:prstDash val="solid"/>
                      <a:round/>
                      <a:headEnd type="none" w="med" len="med"/>
                      <a:tailEnd type="none" w="med" len="med"/>
                    </a:lnR>
                    <a:lnT w="12700" cap="flat" cmpd="sng" algn="ctr">
                      <a:solidFill>
                        <a:srgbClr val="D8CBB2"/>
                      </a:solidFill>
                      <a:prstDash val="solid"/>
                      <a:round/>
                      <a:headEnd type="none" w="med" len="med"/>
                      <a:tailEnd type="none" w="med" len="med"/>
                    </a:lnT>
                    <a:lnB w="12700" cap="flat" cmpd="sng" algn="ctr">
                      <a:solidFill>
                        <a:srgbClr val="D8CBB2"/>
                      </a:solidFill>
                      <a:prstDash val="solid"/>
                      <a:round/>
                      <a:headEnd type="none" w="med" len="med"/>
                      <a:tailEnd type="none" w="med" len="med"/>
                    </a:lnB>
                    <a:solidFill>
                      <a:srgbClr val="FFFFFF"/>
                    </a:solidFill>
                  </a:tcPr>
                </a:tc>
                <a:tc>
                  <a:txBody>
                    <a:bodyPr/>
                    <a:lstStyle/>
                    <a:p>
                      <a:pPr indent="0" marL="0">
                        <a:buNone/>
                      </a:pPr>
                      <a:r>
                        <a:rPr lang="en-US" sz="1200" b="1" dirty="0">
                          <a:solidFill>
                            <a:srgbClr val="2E5A46"/>
                          </a:solidFill>
                          <a:latin typeface="Malgun Gothic" pitchFamily="34" charset="0"/>
                          <a:ea typeface="Malgun Gothic" pitchFamily="34" charset="-122"/>
                          <a:cs typeface="Malgun Gothic" pitchFamily="34" charset="-120"/>
                        </a:rPr>
                        <a:t>NULL로 통일 · 핵심 보조정보 결측은 needs_review 표시</a:t>
                      </a:r>
                      <a:endParaRPr lang="en-US" sz="1200" dirty="0">
                        <a:latin typeface="Malgun Gothic" charset="0"/>
                        <a:ea typeface="Malgun Gothic" charset="0"/>
                        <a:cs typeface="Malgun Gothic" charset="0"/>
                      </a:endParaRPr>
                    </a:p>
                  </a:txBody>
                  <a:tcPr marL="109728" marR="109728" marT="27432" marB="27432" anchor="ctr">
                    <a:lnL w="12700" cap="flat" cmpd="sng" algn="ctr">
                      <a:solidFill>
                        <a:srgbClr val="D8CBB2"/>
                      </a:solidFill>
                      <a:prstDash val="solid"/>
                      <a:round/>
                      <a:headEnd type="none" w="med" len="med"/>
                      <a:tailEnd type="none" w="med" len="med"/>
                    </a:lnL>
                    <a:lnR w="12700" cap="flat" cmpd="sng" algn="ctr">
                      <a:solidFill>
                        <a:srgbClr val="D8CBB2"/>
                      </a:solidFill>
                      <a:prstDash val="solid"/>
                      <a:round/>
                      <a:headEnd type="none" w="med" len="med"/>
                      <a:tailEnd type="none" w="med" len="med"/>
                    </a:lnR>
                    <a:lnT w="12700" cap="flat" cmpd="sng" algn="ctr">
                      <a:solidFill>
                        <a:srgbClr val="D8CBB2"/>
                      </a:solidFill>
                      <a:prstDash val="solid"/>
                      <a:round/>
                      <a:headEnd type="none" w="med" len="med"/>
                      <a:tailEnd type="none" w="med" len="med"/>
                    </a:lnT>
                    <a:lnB w="12700" cap="flat" cmpd="sng" algn="ctr">
                      <a:solidFill>
                        <a:srgbClr val="D8CBB2"/>
                      </a:solidFill>
                      <a:prstDash val="solid"/>
                      <a:round/>
                      <a:headEnd type="none" w="med" len="med"/>
                      <a:tailEnd type="none" w="med" len="med"/>
                    </a:lnB>
                    <a:solidFill>
                      <a:srgbClr val="FFFFFF"/>
                    </a:solidFill>
                  </a:tcPr>
                </a:tc>
              </a:tr>
              <a:tr h="457200">
                <a:tc>
                  <a:txBody>
                    <a:bodyPr/>
                    <a:lstStyle/>
                    <a:p>
                      <a:pPr indent="0" marL="0">
                        <a:buNone/>
                      </a:pPr>
                      <a:r>
                        <a:rPr lang="en-US" sz="1200" b="1" dirty="0">
                          <a:solidFill>
                            <a:srgbClr val="1E2621"/>
                          </a:solidFill>
                          <a:latin typeface="Malgun Gothic" pitchFamily="34" charset="0"/>
                          <a:ea typeface="Malgun Gothic" pitchFamily="34" charset="-122"/>
                          <a:cs typeface="Malgun Gothic" pitchFamily="34" charset="-120"/>
                        </a:rPr>
                        <a:t>대표 좌표 누락 · 오류</a:t>
                      </a:r>
                      <a:endParaRPr lang="en-US" sz="1200" dirty="0">
                        <a:latin typeface="Malgun Gothic" charset="0"/>
                        <a:ea typeface="Malgun Gothic" charset="0"/>
                        <a:cs typeface="Malgun Gothic" charset="0"/>
                      </a:endParaRPr>
                    </a:p>
                  </a:txBody>
                  <a:tcPr marL="109728" marR="109728" marT="27432" marB="27432" anchor="ctr">
                    <a:lnL w="12700" cap="flat" cmpd="sng" algn="ctr">
                      <a:solidFill>
                        <a:srgbClr val="D8CBB2"/>
                      </a:solidFill>
                      <a:prstDash val="solid"/>
                      <a:round/>
                      <a:headEnd type="none" w="med" len="med"/>
                      <a:tailEnd type="none" w="med" len="med"/>
                    </a:lnL>
                    <a:lnR w="12700" cap="flat" cmpd="sng" algn="ctr">
                      <a:solidFill>
                        <a:srgbClr val="D8CBB2"/>
                      </a:solidFill>
                      <a:prstDash val="solid"/>
                      <a:round/>
                      <a:headEnd type="none" w="med" len="med"/>
                      <a:tailEnd type="none" w="med" len="med"/>
                    </a:lnR>
                    <a:lnT w="12700" cap="flat" cmpd="sng" algn="ctr">
                      <a:solidFill>
                        <a:srgbClr val="D8CBB2"/>
                      </a:solidFill>
                      <a:prstDash val="solid"/>
                      <a:round/>
                      <a:headEnd type="none" w="med" len="med"/>
                      <a:tailEnd type="none" w="med" len="med"/>
                    </a:lnT>
                    <a:lnB w="12700" cap="flat" cmpd="sng" algn="ctr">
                      <a:solidFill>
                        <a:srgbClr val="D8CBB2"/>
                      </a:solidFill>
                      <a:prstDash val="solid"/>
                      <a:round/>
                      <a:headEnd type="none" w="med" len="med"/>
                      <a:tailEnd type="none" w="med" len="med"/>
                    </a:lnB>
                    <a:solidFill>
                      <a:srgbClr val="FFFFFF"/>
                    </a:solidFill>
                  </a:tcPr>
                </a:tc>
                <a:tc>
                  <a:txBody>
                    <a:bodyPr/>
                    <a:lstStyle/>
                    <a:p>
                      <a:pPr indent="0" marL="0">
                        <a:buNone/>
                      </a:pPr>
                      <a:r>
                        <a:rPr lang="en-US" sz="1200" b="1" dirty="0">
                          <a:solidFill>
                            <a:srgbClr val="5E5B52"/>
                          </a:solidFill>
                          <a:latin typeface="Malgun Gothic" pitchFamily="34" charset="0"/>
                          <a:ea typeface="Malgun Gothic" pitchFamily="34" charset="-122"/>
                          <a:cs typeface="Malgun Gothic" pitchFamily="34" charset="-120"/>
                        </a:rPr>
                        <a:t>숫자 변환 실패 · 위도 33.0~39.5 / 경도 124.0~132.0 밖</a:t>
                      </a:r>
                      <a:endParaRPr lang="en-US" sz="1200" dirty="0">
                        <a:latin typeface="Malgun Gothic" charset="0"/>
                        <a:ea typeface="Malgun Gothic" charset="0"/>
                        <a:cs typeface="Malgun Gothic" charset="0"/>
                      </a:endParaRPr>
                    </a:p>
                  </a:txBody>
                  <a:tcPr marL="109728" marR="109728" marT="27432" marB="27432" anchor="ctr">
                    <a:lnL w="12700" cap="flat" cmpd="sng" algn="ctr">
                      <a:solidFill>
                        <a:srgbClr val="D8CBB2"/>
                      </a:solidFill>
                      <a:prstDash val="solid"/>
                      <a:round/>
                      <a:headEnd type="none" w="med" len="med"/>
                      <a:tailEnd type="none" w="med" len="med"/>
                    </a:lnL>
                    <a:lnR w="12700" cap="flat" cmpd="sng" algn="ctr">
                      <a:solidFill>
                        <a:srgbClr val="D8CBB2"/>
                      </a:solidFill>
                      <a:prstDash val="solid"/>
                      <a:round/>
                      <a:headEnd type="none" w="med" len="med"/>
                      <a:tailEnd type="none" w="med" len="med"/>
                    </a:lnR>
                    <a:lnT w="12700" cap="flat" cmpd="sng" algn="ctr">
                      <a:solidFill>
                        <a:srgbClr val="D8CBB2"/>
                      </a:solidFill>
                      <a:prstDash val="solid"/>
                      <a:round/>
                      <a:headEnd type="none" w="med" len="med"/>
                      <a:tailEnd type="none" w="med" len="med"/>
                    </a:lnT>
                    <a:lnB w="12700" cap="flat" cmpd="sng" algn="ctr">
                      <a:solidFill>
                        <a:srgbClr val="D8CBB2"/>
                      </a:solidFill>
                      <a:prstDash val="solid"/>
                      <a:round/>
                      <a:headEnd type="none" w="med" len="med"/>
                      <a:tailEnd type="none" w="med" len="med"/>
                    </a:lnB>
                    <a:solidFill>
                      <a:srgbClr val="FFFFFF"/>
                    </a:solidFill>
                  </a:tcPr>
                </a:tc>
                <a:tc>
                  <a:txBody>
                    <a:bodyPr/>
                    <a:lstStyle/>
                    <a:p>
                      <a:pPr indent="0" marL="0">
                        <a:buNone/>
                      </a:pPr>
                      <a:r>
                        <a:rPr lang="en-US" sz="1200" b="1" dirty="0">
                          <a:solidFill>
                            <a:srgbClr val="B5654A"/>
                          </a:solidFill>
                          <a:latin typeface="Malgun Gothic" pitchFamily="34" charset="0"/>
                          <a:ea typeface="Malgun Gothic" pitchFamily="34" charset="-122"/>
                          <a:cs typeface="Malgun Gothic" pitchFamily="34" charset="-120"/>
                        </a:rPr>
                        <a:t>해당 행을 PROCESSED에서 제거 (제거 사유 추적)</a:t>
                      </a:r>
                      <a:endParaRPr lang="en-US" sz="1200" dirty="0">
                        <a:latin typeface="Malgun Gothic" charset="0"/>
                        <a:ea typeface="Malgun Gothic" charset="0"/>
                        <a:cs typeface="Malgun Gothic" charset="0"/>
                      </a:endParaRPr>
                    </a:p>
                  </a:txBody>
                  <a:tcPr marL="109728" marR="109728" marT="27432" marB="27432" anchor="ctr">
                    <a:lnL w="12700" cap="flat" cmpd="sng" algn="ctr">
                      <a:solidFill>
                        <a:srgbClr val="D8CBB2"/>
                      </a:solidFill>
                      <a:prstDash val="solid"/>
                      <a:round/>
                      <a:headEnd type="none" w="med" len="med"/>
                      <a:tailEnd type="none" w="med" len="med"/>
                    </a:lnL>
                    <a:lnR w="12700" cap="flat" cmpd="sng" algn="ctr">
                      <a:solidFill>
                        <a:srgbClr val="D8CBB2"/>
                      </a:solidFill>
                      <a:prstDash val="solid"/>
                      <a:round/>
                      <a:headEnd type="none" w="med" len="med"/>
                      <a:tailEnd type="none" w="med" len="med"/>
                    </a:lnR>
                    <a:lnT w="12700" cap="flat" cmpd="sng" algn="ctr">
                      <a:solidFill>
                        <a:srgbClr val="D8CBB2"/>
                      </a:solidFill>
                      <a:prstDash val="solid"/>
                      <a:round/>
                      <a:headEnd type="none" w="med" len="med"/>
                      <a:tailEnd type="none" w="med" len="med"/>
                    </a:lnT>
                    <a:lnB w="12700" cap="flat" cmpd="sng" algn="ctr">
                      <a:solidFill>
                        <a:srgbClr val="D8CBB2"/>
                      </a:solidFill>
                      <a:prstDash val="solid"/>
                      <a:round/>
                      <a:headEnd type="none" w="med" len="med"/>
                      <a:tailEnd type="none" w="med" len="med"/>
                    </a:lnB>
                    <a:solidFill>
                      <a:srgbClr val="FFFFFF"/>
                    </a:solidFill>
                  </a:tcPr>
                </a:tc>
              </a:tr>
              <a:tr h="457200">
                <a:tc>
                  <a:txBody>
                    <a:bodyPr/>
                    <a:lstStyle/>
                    <a:p>
                      <a:pPr indent="0" marL="0">
                        <a:buNone/>
                      </a:pPr>
                      <a:r>
                        <a:rPr lang="en-US" sz="1200" b="1" dirty="0">
                          <a:solidFill>
                            <a:srgbClr val="1E2621"/>
                          </a:solidFill>
                          <a:latin typeface="Malgun Gothic" pitchFamily="34" charset="0"/>
                          <a:ea typeface="Malgun Gothic" pitchFamily="34" charset="-122"/>
                          <a:cs typeface="Malgun Gothic" pitchFamily="34" charset="-120"/>
                        </a:rPr>
                        <a:t>부가 좌표 오류</a:t>
                      </a:r>
                      <a:endParaRPr lang="en-US" sz="1200" dirty="0">
                        <a:latin typeface="Malgun Gothic" charset="0"/>
                        <a:ea typeface="Malgun Gothic" charset="0"/>
                        <a:cs typeface="Malgun Gothic" charset="0"/>
                      </a:endParaRPr>
                    </a:p>
                  </a:txBody>
                  <a:tcPr marL="109728" marR="109728" marT="27432" marB="27432" anchor="ctr">
                    <a:lnL w="12700" cap="flat" cmpd="sng" algn="ctr">
                      <a:solidFill>
                        <a:srgbClr val="D8CBB2"/>
                      </a:solidFill>
                      <a:prstDash val="solid"/>
                      <a:round/>
                      <a:headEnd type="none" w="med" len="med"/>
                      <a:tailEnd type="none" w="med" len="med"/>
                    </a:lnL>
                    <a:lnR w="12700" cap="flat" cmpd="sng" algn="ctr">
                      <a:solidFill>
                        <a:srgbClr val="D8CBB2"/>
                      </a:solidFill>
                      <a:prstDash val="solid"/>
                      <a:round/>
                      <a:headEnd type="none" w="med" len="med"/>
                      <a:tailEnd type="none" w="med" len="med"/>
                    </a:lnR>
                    <a:lnT w="12700" cap="flat" cmpd="sng" algn="ctr">
                      <a:solidFill>
                        <a:srgbClr val="D8CBB2"/>
                      </a:solidFill>
                      <a:prstDash val="solid"/>
                      <a:round/>
                      <a:headEnd type="none" w="med" len="med"/>
                      <a:tailEnd type="none" w="med" len="med"/>
                    </a:lnT>
                    <a:lnB w="12700" cap="flat" cmpd="sng" algn="ctr">
                      <a:solidFill>
                        <a:srgbClr val="D8CBB2"/>
                      </a:solidFill>
                      <a:prstDash val="solid"/>
                      <a:round/>
                      <a:headEnd type="none" w="med" len="med"/>
                      <a:tailEnd type="none" w="med" len="med"/>
                    </a:lnB>
                    <a:solidFill>
                      <a:srgbClr val="FFFFFF"/>
                    </a:solidFill>
                  </a:tcPr>
                </a:tc>
                <a:tc>
                  <a:txBody>
                    <a:bodyPr/>
                    <a:lstStyle/>
                    <a:p>
                      <a:pPr indent="0" marL="0">
                        <a:buNone/>
                      </a:pPr>
                      <a:r>
                        <a:rPr lang="en-US" sz="1200" b="1" dirty="0">
                          <a:solidFill>
                            <a:srgbClr val="5E5B52"/>
                          </a:solidFill>
                          <a:latin typeface="Malgun Gothic" pitchFamily="34" charset="0"/>
                          <a:ea typeface="Malgun Gothic" pitchFamily="34" charset="-122"/>
                          <a:cs typeface="Malgun Gothic" pitchFamily="34" charset="-120"/>
                        </a:rPr>
                        <a:t>주변 교통 등 보조 좌표가 범위 밖</a:t>
                      </a:r>
                      <a:endParaRPr lang="en-US" sz="1200" dirty="0">
                        <a:latin typeface="Malgun Gothic" charset="0"/>
                        <a:ea typeface="Malgun Gothic" charset="0"/>
                        <a:cs typeface="Malgun Gothic" charset="0"/>
                      </a:endParaRPr>
                    </a:p>
                  </a:txBody>
                  <a:tcPr marL="109728" marR="109728" marT="27432" marB="27432" anchor="ctr">
                    <a:lnL w="12700" cap="flat" cmpd="sng" algn="ctr">
                      <a:solidFill>
                        <a:srgbClr val="D8CBB2"/>
                      </a:solidFill>
                      <a:prstDash val="solid"/>
                      <a:round/>
                      <a:headEnd type="none" w="med" len="med"/>
                      <a:tailEnd type="none" w="med" len="med"/>
                    </a:lnL>
                    <a:lnR w="12700" cap="flat" cmpd="sng" algn="ctr">
                      <a:solidFill>
                        <a:srgbClr val="D8CBB2"/>
                      </a:solidFill>
                      <a:prstDash val="solid"/>
                      <a:round/>
                      <a:headEnd type="none" w="med" len="med"/>
                      <a:tailEnd type="none" w="med" len="med"/>
                    </a:lnR>
                    <a:lnT w="12700" cap="flat" cmpd="sng" algn="ctr">
                      <a:solidFill>
                        <a:srgbClr val="D8CBB2"/>
                      </a:solidFill>
                      <a:prstDash val="solid"/>
                      <a:round/>
                      <a:headEnd type="none" w="med" len="med"/>
                      <a:tailEnd type="none" w="med" len="med"/>
                    </a:lnT>
                    <a:lnB w="12700" cap="flat" cmpd="sng" algn="ctr">
                      <a:solidFill>
                        <a:srgbClr val="D8CBB2"/>
                      </a:solidFill>
                      <a:prstDash val="solid"/>
                      <a:round/>
                      <a:headEnd type="none" w="med" len="med"/>
                      <a:tailEnd type="none" w="med" len="med"/>
                    </a:lnB>
                    <a:solidFill>
                      <a:srgbClr val="FFFFFF"/>
                    </a:solidFill>
                  </a:tcPr>
                </a:tc>
                <a:tc>
                  <a:txBody>
                    <a:bodyPr/>
                    <a:lstStyle/>
                    <a:p>
                      <a:pPr indent="0" marL="0">
                        <a:buNone/>
                      </a:pPr>
                      <a:r>
                        <a:rPr lang="en-US" sz="1200" b="1" dirty="0">
                          <a:solidFill>
                            <a:srgbClr val="2E5A46"/>
                          </a:solidFill>
                          <a:latin typeface="Malgun Gothic" pitchFamily="34" charset="0"/>
                          <a:ea typeface="Malgun Gothic" pitchFamily="34" charset="-122"/>
                          <a:cs typeface="Malgun Gothic" pitchFamily="34" charset="-120"/>
                        </a:rPr>
                        <a:t>행은 유지하고 좌표쌍만 NULL</a:t>
                      </a:r>
                      <a:endParaRPr lang="en-US" sz="1200" dirty="0">
                        <a:latin typeface="Malgun Gothic" charset="0"/>
                        <a:ea typeface="Malgun Gothic" charset="0"/>
                        <a:cs typeface="Malgun Gothic" charset="0"/>
                      </a:endParaRPr>
                    </a:p>
                  </a:txBody>
                  <a:tcPr marL="109728" marR="109728" marT="27432" marB="27432" anchor="ctr">
                    <a:lnL w="12700" cap="flat" cmpd="sng" algn="ctr">
                      <a:solidFill>
                        <a:srgbClr val="D8CBB2"/>
                      </a:solidFill>
                      <a:prstDash val="solid"/>
                      <a:round/>
                      <a:headEnd type="none" w="med" len="med"/>
                      <a:tailEnd type="none" w="med" len="med"/>
                    </a:lnL>
                    <a:lnR w="12700" cap="flat" cmpd="sng" algn="ctr">
                      <a:solidFill>
                        <a:srgbClr val="D8CBB2"/>
                      </a:solidFill>
                      <a:prstDash val="solid"/>
                      <a:round/>
                      <a:headEnd type="none" w="med" len="med"/>
                      <a:tailEnd type="none" w="med" len="med"/>
                    </a:lnR>
                    <a:lnT w="12700" cap="flat" cmpd="sng" algn="ctr">
                      <a:solidFill>
                        <a:srgbClr val="D8CBB2"/>
                      </a:solidFill>
                      <a:prstDash val="solid"/>
                      <a:round/>
                      <a:headEnd type="none" w="med" len="med"/>
                      <a:tailEnd type="none" w="med" len="med"/>
                    </a:lnT>
                    <a:lnB w="12700" cap="flat" cmpd="sng" algn="ctr">
                      <a:solidFill>
                        <a:srgbClr val="D8CBB2"/>
                      </a:solidFill>
                      <a:prstDash val="solid"/>
                      <a:round/>
                      <a:headEnd type="none" w="med" len="med"/>
                      <a:tailEnd type="none" w="med" len="med"/>
                    </a:lnB>
                    <a:solidFill>
                      <a:srgbClr val="FFFFFF"/>
                    </a:solidFill>
                  </a:tcPr>
                </a:tc>
              </a:tr>
              <a:tr h="457200">
                <a:tc>
                  <a:txBody>
                    <a:bodyPr/>
                    <a:lstStyle/>
                    <a:p>
                      <a:pPr indent="0" marL="0">
                        <a:buNone/>
                      </a:pPr>
                      <a:r>
                        <a:rPr lang="en-US" sz="1200" b="1" dirty="0">
                          <a:solidFill>
                            <a:srgbClr val="1E2621"/>
                          </a:solidFill>
                          <a:latin typeface="Malgun Gothic" pitchFamily="34" charset="0"/>
                          <a:ea typeface="Malgun Gothic" pitchFamily="34" charset="-122"/>
                          <a:cs typeface="Malgun Gothic" pitchFamily="34" charset="-120"/>
                        </a:rPr>
                        <a:t>중복</a:t>
                      </a:r>
                      <a:endParaRPr lang="en-US" sz="1200" dirty="0">
                        <a:latin typeface="Malgun Gothic" charset="0"/>
                        <a:ea typeface="Malgun Gothic" charset="0"/>
                        <a:cs typeface="Malgun Gothic" charset="0"/>
                      </a:endParaRPr>
                    </a:p>
                  </a:txBody>
                  <a:tcPr marL="109728" marR="109728" marT="27432" marB="27432" anchor="ctr">
                    <a:lnL w="12700" cap="flat" cmpd="sng" algn="ctr">
                      <a:solidFill>
                        <a:srgbClr val="D8CBB2"/>
                      </a:solidFill>
                      <a:prstDash val="solid"/>
                      <a:round/>
                      <a:headEnd type="none" w="med" len="med"/>
                      <a:tailEnd type="none" w="med" len="med"/>
                    </a:lnL>
                    <a:lnR w="12700" cap="flat" cmpd="sng" algn="ctr">
                      <a:solidFill>
                        <a:srgbClr val="D8CBB2"/>
                      </a:solidFill>
                      <a:prstDash val="solid"/>
                      <a:round/>
                      <a:headEnd type="none" w="med" len="med"/>
                      <a:tailEnd type="none" w="med" len="med"/>
                    </a:lnR>
                    <a:lnT w="12700" cap="flat" cmpd="sng" algn="ctr">
                      <a:solidFill>
                        <a:srgbClr val="D8CBB2"/>
                      </a:solidFill>
                      <a:prstDash val="solid"/>
                      <a:round/>
                      <a:headEnd type="none" w="med" len="med"/>
                      <a:tailEnd type="none" w="med" len="med"/>
                    </a:lnT>
                    <a:lnB w="12700" cap="flat" cmpd="sng" algn="ctr">
                      <a:solidFill>
                        <a:srgbClr val="D8CBB2"/>
                      </a:solidFill>
                      <a:prstDash val="solid"/>
                      <a:round/>
                      <a:headEnd type="none" w="med" len="med"/>
                      <a:tailEnd type="none" w="med" len="med"/>
                    </a:lnB>
                    <a:solidFill>
                      <a:srgbClr val="FFFFFF"/>
                    </a:solidFill>
                  </a:tcPr>
                </a:tc>
                <a:tc>
                  <a:txBody>
                    <a:bodyPr/>
                    <a:lstStyle/>
                    <a:p>
                      <a:pPr indent="0" marL="0">
                        <a:buNone/>
                      </a:pPr>
                      <a:r>
                        <a:rPr lang="en-US" sz="1200" b="1" dirty="0">
                          <a:solidFill>
                            <a:srgbClr val="5E5B52"/>
                          </a:solidFill>
                          <a:latin typeface="Malgun Gothic" pitchFamily="34" charset="0"/>
                          <a:ea typeface="Malgun Gothic" pitchFamily="34" charset="-122"/>
                          <a:cs typeface="Malgun Gothic" pitchFamily="34" charset="-120"/>
                        </a:rPr>
                        <a:t>검증된 키가 같은 행 (예: AED serialSeq)</a:t>
                      </a:r>
                      <a:endParaRPr lang="en-US" sz="1200" dirty="0">
                        <a:latin typeface="Malgun Gothic" charset="0"/>
                        <a:ea typeface="Malgun Gothic" charset="0"/>
                        <a:cs typeface="Malgun Gothic" charset="0"/>
                      </a:endParaRPr>
                    </a:p>
                  </a:txBody>
                  <a:tcPr marL="109728" marR="109728" marT="27432" marB="27432" anchor="ctr">
                    <a:lnL w="12700" cap="flat" cmpd="sng" algn="ctr">
                      <a:solidFill>
                        <a:srgbClr val="D8CBB2"/>
                      </a:solidFill>
                      <a:prstDash val="solid"/>
                      <a:round/>
                      <a:headEnd type="none" w="med" len="med"/>
                      <a:tailEnd type="none" w="med" len="med"/>
                    </a:lnL>
                    <a:lnR w="12700" cap="flat" cmpd="sng" algn="ctr">
                      <a:solidFill>
                        <a:srgbClr val="D8CBB2"/>
                      </a:solidFill>
                      <a:prstDash val="solid"/>
                      <a:round/>
                      <a:headEnd type="none" w="med" len="med"/>
                      <a:tailEnd type="none" w="med" len="med"/>
                    </a:lnR>
                    <a:lnT w="12700" cap="flat" cmpd="sng" algn="ctr">
                      <a:solidFill>
                        <a:srgbClr val="D8CBB2"/>
                      </a:solidFill>
                      <a:prstDash val="solid"/>
                      <a:round/>
                      <a:headEnd type="none" w="med" len="med"/>
                      <a:tailEnd type="none" w="med" len="med"/>
                    </a:lnT>
                    <a:lnB w="12700" cap="flat" cmpd="sng" algn="ctr">
                      <a:solidFill>
                        <a:srgbClr val="D8CBB2"/>
                      </a:solidFill>
                      <a:prstDash val="solid"/>
                      <a:round/>
                      <a:headEnd type="none" w="med" len="med"/>
                      <a:tailEnd type="none" w="med" len="med"/>
                    </a:lnB>
                    <a:solidFill>
                      <a:srgbClr val="FFFFFF"/>
                    </a:solidFill>
                  </a:tcPr>
                </a:tc>
                <a:tc>
                  <a:txBody>
                    <a:bodyPr/>
                    <a:lstStyle/>
                    <a:p>
                      <a:pPr indent="0" marL="0">
                        <a:buNone/>
                      </a:pPr>
                      <a:r>
                        <a:rPr lang="en-US" sz="1200" b="1" dirty="0">
                          <a:solidFill>
                            <a:srgbClr val="2E5A46"/>
                          </a:solidFill>
                          <a:latin typeface="Malgun Gothic" pitchFamily="34" charset="0"/>
                          <a:ea typeface="Malgun Gothic" pitchFamily="34" charset="-122"/>
                          <a:cs typeface="Malgun Gothic" pitchFamily="34" charset="-120"/>
                        </a:rPr>
                        <a:t>최신 행만 유지 · 키가 NULL인 행은 임의로 지우지 않음</a:t>
                      </a:r>
                      <a:endParaRPr lang="en-US" sz="1200" dirty="0">
                        <a:latin typeface="Malgun Gothic" charset="0"/>
                        <a:ea typeface="Malgun Gothic" charset="0"/>
                        <a:cs typeface="Malgun Gothic" charset="0"/>
                      </a:endParaRPr>
                    </a:p>
                  </a:txBody>
                  <a:tcPr marL="109728" marR="109728" marT="27432" marB="27432" anchor="ctr">
                    <a:lnL w="12700" cap="flat" cmpd="sng" algn="ctr">
                      <a:solidFill>
                        <a:srgbClr val="D8CBB2"/>
                      </a:solidFill>
                      <a:prstDash val="solid"/>
                      <a:round/>
                      <a:headEnd type="none" w="med" len="med"/>
                      <a:tailEnd type="none" w="med" len="med"/>
                    </a:lnL>
                    <a:lnR w="12700" cap="flat" cmpd="sng" algn="ctr">
                      <a:solidFill>
                        <a:srgbClr val="D8CBB2"/>
                      </a:solidFill>
                      <a:prstDash val="solid"/>
                      <a:round/>
                      <a:headEnd type="none" w="med" len="med"/>
                      <a:tailEnd type="none" w="med" len="med"/>
                    </a:lnR>
                    <a:lnT w="12700" cap="flat" cmpd="sng" algn="ctr">
                      <a:solidFill>
                        <a:srgbClr val="D8CBB2"/>
                      </a:solidFill>
                      <a:prstDash val="solid"/>
                      <a:round/>
                      <a:headEnd type="none" w="med" len="med"/>
                      <a:tailEnd type="none" w="med" len="med"/>
                    </a:lnT>
                    <a:lnB w="12700" cap="flat" cmpd="sng" algn="ctr">
                      <a:solidFill>
                        <a:srgbClr val="D8CBB2"/>
                      </a:solidFill>
                      <a:prstDash val="solid"/>
                      <a:round/>
                      <a:headEnd type="none" w="med" len="med"/>
                      <a:tailEnd type="none" w="med" len="med"/>
                    </a:lnB>
                    <a:solidFill>
                      <a:srgbClr val="FFFFFF"/>
                    </a:solidFill>
                  </a:tcPr>
                </a:tc>
              </a:tr>
              <a:tr h="457200">
                <a:tc>
                  <a:txBody>
                    <a:bodyPr/>
                    <a:lstStyle/>
                    <a:p>
                      <a:pPr indent="0" marL="0">
                        <a:buNone/>
                      </a:pPr>
                      <a:r>
                        <a:rPr lang="en-US" sz="1200" b="1" dirty="0">
                          <a:solidFill>
                            <a:srgbClr val="1E2621"/>
                          </a:solidFill>
                          <a:latin typeface="Malgun Gothic" pitchFamily="34" charset="0"/>
                          <a:ea typeface="Malgun Gothic" pitchFamily="34" charset="-122"/>
                          <a:cs typeface="Malgun Gothic" pitchFamily="34" charset="-120"/>
                        </a:rPr>
                        <a:t>설명 안 되는 손실</a:t>
                      </a:r>
                      <a:endParaRPr lang="en-US" sz="1200" dirty="0">
                        <a:latin typeface="Malgun Gothic" charset="0"/>
                        <a:ea typeface="Malgun Gothic" charset="0"/>
                        <a:cs typeface="Malgun Gothic" charset="0"/>
                      </a:endParaRPr>
                    </a:p>
                  </a:txBody>
                  <a:tcPr marL="109728" marR="109728" marT="27432" marB="27432" anchor="ctr">
                    <a:lnL w="12700" cap="flat" cmpd="sng" algn="ctr">
                      <a:solidFill>
                        <a:srgbClr val="D8CBB2"/>
                      </a:solidFill>
                      <a:prstDash val="solid"/>
                      <a:round/>
                      <a:headEnd type="none" w="med" len="med"/>
                      <a:tailEnd type="none" w="med" len="med"/>
                    </a:lnL>
                    <a:lnR w="12700" cap="flat" cmpd="sng" algn="ctr">
                      <a:solidFill>
                        <a:srgbClr val="D8CBB2"/>
                      </a:solidFill>
                      <a:prstDash val="solid"/>
                      <a:round/>
                      <a:headEnd type="none" w="med" len="med"/>
                      <a:tailEnd type="none" w="med" len="med"/>
                    </a:lnR>
                    <a:lnT w="12700" cap="flat" cmpd="sng" algn="ctr">
                      <a:solidFill>
                        <a:srgbClr val="D8CBB2"/>
                      </a:solidFill>
                      <a:prstDash val="solid"/>
                      <a:round/>
                      <a:headEnd type="none" w="med" len="med"/>
                      <a:tailEnd type="none" w="med" len="med"/>
                    </a:lnT>
                    <a:lnB w="12700" cap="flat" cmpd="sng" algn="ctr">
                      <a:solidFill>
                        <a:srgbClr val="D8CBB2"/>
                      </a:solidFill>
                      <a:prstDash val="solid"/>
                      <a:round/>
                      <a:headEnd type="none" w="med" len="med"/>
                      <a:tailEnd type="none" w="med" len="med"/>
                    </a:lnB>
                    <a:solidFill>
                      <a:srgbClr val="FFFFFF"/>
                    </a:solidFill>
                  </a:tcPr>
                </a:tc>
                <a:tc>
                  <a:txBody>
                    <a:bodyPr/>
                    <a:lstStyle/>
                    <a:p>
                      <a:pPr indent="0" marL="0">
                        <a:buNone/>
                      </a:pPr>
                      <a:r>
                        <a:rPr lang="en-US" sz="1200" b="1" dirty="0">
                          <a:solidFill>
                            <a:srgbClr val="5E5B52"/>
                          </a:solidFill>
                          <a:latin typeface="Malgun Gothic" pitchFamily="34" charset="0"/>
                          <a:ea typeface="Malgun Gothic" pitchFamily="34" charset="-122"/>
                          <a:cs typeface="Malgun Gothic" pitchFamily="34" charset="-120"/>
                        </a:rPr>
                        <a:t>RAW ≠ PROCESSED + 설명 가능한 제거</a:t>
                      </a:r>
                      <a:endParaRPr lang="en-US" sz="1200" dirty="0">
                        <a:latin typeface="Malgun Gothic" charset="0"/>
                        <a:ea typeface="Malgun Gothic" charset="0"/>
                        <a:cs typeface="Malgun Gothic" charset="0"/>
                      </a:endParaRPr>
                    </a:p>
                  </a:txBody>
                  <a:tcPr marL="109728" marR="109728" marT="27432" marB="27432" anchor="ctr">
                    <a:lnL w="12700" cap="flat" cmpd="sng" algn="ctr">
                      <a:solidFill>
                        <a:srgbClr val="D8CBB2"/>
                      </a:solidFill>
                      <a:prstDash val="solid"/>
                      <a:round/>
                      <a:headEnd type="none" w="med" len="med"/>
                      <a:tailEnd type="none" w="med" len="med"/>
                    </a:lnL>
                    <a:lnR w="12700" cap="flat" cmpd="sng" algn="ctr">
                      <a:solidFill>
                        <a:srgbClr val="D8CBB2"/>
                      </a:solidFill>
                      <a:prstDash val="solid"/>
                      <a:round/>
                      <a:headEnd type="none" w="med" len="med"/>
                      <a:tailEnd type="none" w="med" len="med"/>
                    </a:lnR>
                    <a:lnT w="12700" cap="flat" cmpd="sng" algn="ctr">
                      <a:solidFill>
                        <a:srgbClr val="D8CBB2"/>
                      </a:solidFill>
                      <a:prstDash val="solid"/>
                      <a:round/>
                      <a:headEnd type="none" w="med" len="med"/>
                      <a:tailEnd type="none" w="med" len="med"/>
                    </a:lnT>
                    <a:lnB w="12700" cap="flat" cmpd="sng" algn="ctr">
                      <a:solidFill>
                        <a:srgbClr val="D8CBB2"/>
                      </a:solidFill>
                      <a:prstDash val="solid"/>
                      <a:round/>
                      <a:headEnd type="none" w="med" len="med"/>
                      <a:tailEnd type="none" w="med" len="med"/>
                    </a:lnB>
                    <a:solidFill>
                      <a:srgbClr val="FFFFFF"/>
                    </a:solidFill>
                  </a:tcPr>
                </a:tc>
                <a:tc>
                  <a:txBody>
                    <a:bodyPr/>
                    <a:lstStyle/>
                    <a:p>
                      <a:pPr indent="0" marL="0">
                        <a:buNone/>
                      </a:pPr>
                      <a:r>
                        <a:rPr lang="en-US" sz="1200" b="1" dirty="0">
                          <a:solidFill>
                            <a:srgbClr val="B5654A"/>
                          </a:solidFill>
                          <a:latin typeface="Malgun Gothic" pitchFamily="34" charset="0"/>
                          <a:ea typeface="Malgun Gothic" pitchFamily="34" charset="-122"/>
                          <a:cs typeface="Malgun Gothic" pitchFamily="34" charset="-120"/>
                        </a:rPr>
                        <a:t>CHECK_FAILED 기록 + Discord 알림</a:t>
                      </a:r>
                      <a:endParaRPr lang="en-US" sz="1200" dirty="0">
                        <a:latin typeface="Malgun Gothic" charset="0"/>
                        <a:ea typeface="Malgun Gothic" charset="0"/>
                        <a:cs typeface="Malgun Gothic" charset="0"/>
                      </a:endParaRPr>
                    </a:p>
                  </a:txBody>
                  <a:tcPr marL="109728" marR="109728" marT="27432" marB="27432" anchor="ctr">
                    <a:lnL w="12700" cap="flat" cmpd="sng" algn="ctr">
                      <a:solidFill>
                        <a:srgbClr val="D8CBB2"/>
                      </a:solidFill>
                      <a:prstDash val="solid"/>
                      <a:round/>
                      <a:headEnd type="none" w="med" len="med"/>
                      <a:tailEnd type="none" w="med" len="med"/>
                    </a:lnL>
                    <a:lnR w="12700" cap="flat" cmpd="sng" algn="ctr">
                      <a:solidFill>
                        <a:srgbClr val="D8CBB2"/>
                      </a:solidFill>
                      <a:prstDash val="solid"/>
                      <a:round/>
                      <a:headEnd type="none" w="med" len="med"/>
                      <a:tailEnd type="none" w="med" len="med"/>
                    </a:lnR>
                    <a:lnT w="12700" cap="flat" cmpd="sng" algn="ctr">
                      <a:solidFill>
                        <a:srgbClr val="D8CBB2"/>
                      </a:solidFill>
                      <a:prstDash val="solid"/>
                      <a:round/>
                      <a:headEnd type="none" w="med" len="med"/>
                      <a:tailEnd type="none" w="med" len="med"/>
                    </a:lnT>
                    <a:lnB w="12700" cap="flat" cmpd="sng" algn="ctr">
                      <a:solidFill>
                        <a:srgbClr val="D8CBB2"/>
                      </a:solidFill>
                      <a:prstDash val="solid"/>
                      <a:round/>
                      <a:headEnd type="none" w="med" len="med"/>
                      <a:tailEnd type="none" w="med" len="med"/>
                    </a:lnB>
                    <a:solidFill>
                      <a:srgbClr val="FFFFFF"/>
                    </a:solidFill>
                  </a:tcPr>
                </a:tc>
              </a:tr>
            </a:tbl>
          </a:graphicData>
        </a:graphic>
      </p:graphicFrame>
      <p:sp>
        <p:nvSpPr>
          <p:cNvPr id="7" name="Shape 4"/>
          <p:cNvSpPr/>
          <p:nvPr/>
        </p:nvSpPr>
        <p:spPr>
          <a:xfrm>
            <a:off x="548640" y="5138928"/>
            <a:ext cx="11091672" cy="1143000"/>
          </a:xfrm>
          <a:prstGeom prst="roundRect">
            <a:avLst>
              <a:gd name="adj" fmla="val 11200"/>
            </a:avLst>
          </a:prstGeom>
          <a:solidFill>
            <a:srgbClr val="1E3B2F"/>
          </a:solidFill>
          <a:ln w="12700">
            <a:solidFill>
              <a:srgbClr val="1E3B2F"/>
            </a:solidFill>
            <a:prstDash val="solid"/>
          </a:ln>
          <a:effectLst>
            <a:outerShdw sx="100000" sy="100000" kx="0" ky="0" algn="bl" rotWithShape="0" blurRad="101600" dist="25400" dir="5400000">
              <a:srgbClr val="8A7A5C">
                <a:alpha val="18000"/>
              </a:srgbClr>
            </a:outerShdw>
          </a:effectLst>
        </p:spPr>
      </p:sp>
      <p:sp>
        <p:nvSpPr>
          <p:cNvPr id="8" name="Text 5"/>
          <p:cNvSpPr txBox="1"/>
          <p:nvPr/>
        </p:nvSpPr>
        <p:spPr>
          <a:xfrm>
            <a:off x="777240" y="5230368"/>
            <a:ext cx="2743200" cy="310896"/>
          </a:xfrm>
          <a:prstGeom prst="rect">
            <a:avLst/>
          </a:prstGeom>
          <a:noFill/>
          <a:ln/>
        </p:spPr>
        <p:txBody>
          <a:bodyPr wrap="square" lIns="0" tIns="0" rIns="0" bIns="0" rtlCol="0" anchor="t"/>
          <a:lstStyle/>
          <a:p>
            <a:pPr indent="0" marL="0">
              <a:buNone/>
            </a:pPr>
            <a:r>
              <a:rPr lang="en-US" sz="1300" b="1" dirty="0">
                <a:solidFill>
                  <a:srgbClr val="D9A441"/>
                </a:solidFill>
                <a:latin typeface="Malgun Gothic" pitchFamily="34" charset="0"/>
                <a:ea typeface="Malgun Gothic" pitchFamily="34" charset="-122"/>
                <a:cs typeface="Malgun Gothic" pitchFamily="34" charset="-120"/>
              </a:rPr>
              <a:t>테스트 입력으로 확인</a:t>
            </a:r>
            <a:endParaRPr lang="en-US" sz="1300" dirty="0"/>
          </a:p>
        </p:txBody>
      </p:sp>
      <p:sp>
        <p:nvSpPr>
          <p:cNvPr id="9" name="Text 6"/>
          <p:cNvSpPr txBox="1"/>
          <p:nvPr/>
        </p:nvSpPr>
        <p:spPr>
          <a:xfrm>
            <a:off x="777240" y="5559552"/>
            <a:ext cx="868680" cy="548640"/>
          </a:xfrm>
          <a:prstGeom prst="rect">
            <a:avLst/>
          </a:prstGeom>
          <a:noFill/>
          <a:ln/>
        </p:spPr>
        <p:txBody>
          <a:bodyPr wrap="square" lIns="0" tIns="0" rIns="0" bIns="0" rtlCol="0" anchor="ctr"/>
          <a:lstStyle/>
          <a:p>
            <a:pPr indent="0" marL="0">
              <a:buNone/>
            </a:pPr>
            <a:r>
              <a:rPr lang="en-US" sz="2600" b="1" dirty="0">
                <a:solidFill>
                  <a:srgbClr val="FFFFFF"/>
                </a:solidFill>
                <a:latin typeface="Malgun Gothic" pitchFamily="34" charset="0"/>
                <a:ea typeface="Malgun Gothic" pitchFamily="34" charset="-122"/>
                <a:cs typeface="Malgun Gothic" pitchFamily="34" charset="-120"/>
              </a:rPr>
              <a:t>103</a:t>
            </a:r>
            <a:endParaRPr lang="en-US" sz="2600" dirty="0"/>
          </a:p>
        </p:txBody>
      </p:sp>
      <p:sp>
        <p:nvSpPr>
          <p:cNvPr id="10" name="Text 7"/>
          <p:cNvSpPr txBox="1"/>
          <p:nvPr/>
        </p:nvSpPr>
        <p:spPr>
          <a:xfrm>
            <a:off x="1645920" y="5559552"/>
            <a:ext cx="960120" cy="548640"/>
          </a:xfrm>
          <a:prstGeom prst="rect">
            <a:avLst/>
          </a:prstGeom>
          <a:noFill/>
          <a:ln/>
        </p:spPr>
        <p:txBody>
          <a:bodyPr wrap="square" lIns="0" tIns="0" rIns="0" bIns="0" rtlCol="0" anchor="ctr"/>
          <a:lstStyle/>
          <a:p>
            <a:pPr indent="0" marL="0">
              <a:buNone/>
            </a:pPr>
            <a:r>
              <a:rPr lang="en-US" sz="1150" b="1" dirty="0">
                <a:solidFill>
                  <a:srgbClr val="B9CFC2"/>
                </a:solidFill>
                <a:latin typeface="Malgun Gothic" pitchFamily="34" charset="0"/>
                <a:ea typeface="Malgun Gothic" pitchFamily="34" charset="-122"/>
                <a:cs typeface="Malgun Gothic" pitchFamily="34" charset="-120"/>
              </a:rPr>
              <a:t>입력 행</a:t>
            </a:r>
            <a:endParaRPr lang="en-US" sz="1150" dirty="0"/>
          </a:p>
        </p:txBody>
      </p:sp>
      <p:sp>
        <p:nvSpPr>
          <p:cNvPr id="11" name="Text 8"/>
          <p:cNvSpPr txBox="1"/>
          <p:nvPr/>
        </p:nvSpPr>
        <p:spPr>
          <a:xfrm>
            <a:off x="2651760" y="5559552"/>
            <a:ext cx="868680" cy="548640"/>
          </a:xfrm>
          <a:prstGeom prst="rect">
            <a:avLst/>
          </a:prstGeom>
          <a:noFill/>
          <a:ln/>
        </p:spPr>
        <p:txBody>
          <a:bodyPr wrap="square" lIns="0" tIns="0" rIns="0" bIns="0" rtlCol="0" anchor="ctr"/>
          <a:lstStyle/>
          <a:p>
            <a:pPr indent="0" marL="0">
              <a:buNone/>
            </a:pPr>
            <a:r>
              <a:rPr lang="en-US" sz="2600" b="1" dirty="0">
                <a:solidFill>
                  <a:srgbClr val="FFFFFF"/>
                </a:solidFill>
                <a:latin typeface="Malgun Gothic" pitchFamily="34" charset="0"/>
                <a:ea typeface="Malgun Gothic" pitchFamily="34" charset="-122"/>
                <a:cs typeface="Malgun Gothic" pitchFamily="34" charset="-120"/>
              </a:rPr>
              <a:t>–10</a:t>
            </a:r>
            <a:endParaRPr lang="en-US" sz="2600" dirty="0"/>
          </a:p>
        </p:txBody>
      </p:sp>
      <p:sp>
        <p:nvSpPr>
          <p:cNvPr id="12" name="Text 9"/>
          <p:cNvSpPr txBox="1"/>
          <p:nvPr/>
        </p:nvSpPr>
        <p:spPr>
          <a:xfrm>
            <a:off x="3520440" y="5559552"/>
            <a:ext cx="960120" cy="548640"/>
          </a:xfrm>
          <a:prstGeom prst="rect">
            <a:avLst/>
          </a:prstGeom>
          <a:noFill/>
          <a:ln/>
        </p:spPr>
        <p:txBody>
          <a:bodyPr wrap="square" lIns="0" tIns="0" rIns="0" bIns="0" rtlCol="0" anchor="ctr"/>
          <a:lstStyle/>
          <a:p>
            <a:pPr indent="0" marL="0">
              <a:buNone/>
            </a:pPr>
            <a:r>
              <a:rPr lang="en-US" sz="1150" b="1" dirty="0">
                <a:solidFill>
                  <a:srgbClr val="B9CFC2"/>
                </a:solidFill>
                <a:latin typeface="Malgun Gothic" pitchFamily="34" charset="0"/>
                <a:ea typeface="Malgun Gothic" pitchFamily="34" charset="-122"/>
                <a:cs typeface="Malgun Gothic" pitchFamily="34" charset="-120"/>
              </a:rPr>
              <a:t>좌표 빈 값</a:t>
            </a:r>
            <a:endParaRPr lang="en-US" sz="1150" dirty="0"/>
          </a:p>
        </p:txBody>
      </p:sp>
      <p:sp>
        <p:nvSpPr>
          <p:cNvPr id="13" name="Text 10"/>
          <p:cNvSpPr txBox="1"/>
          <p:nvPr/>
        </p:nvSpPr>
        <p:spPr>
          <a:xfrm>
            <a:off x="4526280" y="5559552"/>
            <a:ext cx="868680" cy="548640"/>
          </a:xfrm>
          <a:prstGeom prst="rect">
            <a:avLst/>
          </a:prstGeom>
          <a:noFill/>
          <a:ln/>
        </p:spPr>
        <p:txBody>
          <a:bodyPr wrap="square" lIns="0" tIns="0" rIns="0" bIns="0" rtlCol="0" anchor="ctr"/>
          <a:lstStyle/>
          <a:p>
            <a:pPr indent="0" marL="0">
              <a:buNone/>
            </a:pPr>
            <a:r>
              <a:rPr lang="en-US" sz="2600" b="1" dirty="0">
                <a:solidFill>
                  <a:srgbClr val="FFFFFF"/>
                </a:solidFill>
                <a:latin typeface="Malgun Gothic" pitchFamily="34" charset="0"/>
                <a:ea typeface="Malgun Gothic" pitchFamily="34" charset="-122"/>
                <a:cs typeface="Malgun Gothic" pitchFamily="34" charset="-120"/>
              </a:rPr>
              <a:t>–5</a:t>
            </a:r>
            <a:endParaRPr lang="en-US" sz="2600" dirty="0"/>
          </a:p>
        </p:txBody>
      </p:sp>
      <p:sp>
        <p:nvSpPr>
          <p:cNvPr id="14" name="Text 11"/>
          <p:cNvSpPr txBox="1"/>
          <p:nvPr/>
        </p:nvSpPr>
        <p:spPr>
          <a:xfrm>
            <a:off x="5394960" y="5559552"/>
            <a:ext cx="960120" cy="548640"/>
          </a:xfrm>
          <a:prstGeom prst="rect">
            <a:avLst/>
          </a:prstGeom>
          <a:noFill/>
          <a:ln/>
        </p:spPr>
        <p:txBody>
          <a:bodyPr wrap="square" lIns="0" tIns="0" rIns="0" bIns="0" rtlCol="0" anchor="ctr"/>
          <a:lstStyle/>
          <a:p>
            <a:pPr indent="0" marL="0">
              <a:buNone/>
            </a:pPr>
            <a:r>
              <a:rPr lang="en-US" sz="1150" b="1" dirty="0">
                <a:solidFill>
                  <a:srgbClr val="B9CFC2"/>
                </a:solidFill>
                <a:latin typeface="Malgun Gothic" pitchFamily="34" charset="0"/>
                <a:ea typeface="Malgun Gothic" pitchFamily="34" charset="-122"/>
                <a:cs typeface="Malgun Gothic" pitchFamily="34" charset="-120"/>
              </a:rPr>
              <a:t>경도 범위 밖</a:t>
            </a:r>
            <a:endParaRPr lang="en-US" sz="1150" dirty="0"/>
          </a:p>
        </p:txBody>
      </p:sp>
      <p:sp>
        <p:nvSpPr>
          <p:cNvPr id="15" name="Text 12"/>
          <p:cNvSpPr txBox="1"/>
          <p:nvPr/>
        </p:nvSpPr>
        <p:spPr>
          <a:xfrm>
            <a:off x="6400800" y="5559552"/>
            <a:ext cx="868680" cy="548640"/>
          </a:xfrm>
          <a:prstGeom prst="rect">
            <a:avLst/>
          </a:prstGeom>
          <a:noFill/>
          <a:ln/>
        </p:spPr>
        <p:txBody>
          <a:bodyPr wrap="square" lIns="0" tIns="0" rIns="0" bIns="0" rtlCol="0" anchor="ctr"/>
          <a:lstStyle/>
          <a:p>
            <a:pPr indent="0" marL="0">
              <a:buNone/>
            </a:pPr>
            <a:r>
              <a:rPr lang="en-US" sz="2600" b="1" dirty="0">
                <a:solidFill>
                  <a:srgbClr val="FFFFFF"/>
                </a:solidFill>
                <a:latin typeface="Malgun Gothic" pitchFamily="34" charset="0"/>
                <a:ea typeface="Malgun Gothic" pitchFamily="34" charset="-122"/>
                <a:cs typeface="Malgun Gothic" pitchFamily="34" charset="-120"/>
              </a:rPr>
              <a:t>–3</a:t>
            </a:r>
            <a:endParaRPr lang="en-US" sz="2600" dirty="0"/>
          </a:p>
        </p:txBody>
      </p:sp>
      <p:sp>
        <p:nvSpPr>
          <p:cNvPr id="16" name="Text 13"/>
          <p:cNvSpPr txBox="1"/>
          <p:nvPr/>
        </p:nvSpPr>
        <p:spPr>
          <a:xfrm>
            <a:off x="7269480" y="5559552"/>
            <a:ext cx="960120" cy="548640"/>
          </a:xfrm>
          <a:prstGeom prst="rect">
            <a:avLst/>
          </a:prstGeom>
          <a:noFill/>
          <a:ln/>
        </p:spPr>
        <p:txBody>
          <a:bodyPr wrap="square" lIns="0" tIns="0" rIns="0" bIns="0" rtlCol="0" anchor="ctr"/>
          <a:lstStyle/>
          <a:p>
            <a:pPr indent="0" marL="0">
              <a:buNone/>
            </a:pPr>
            <a:r>
              <a:rPr lang="en-US" sz="1150" b="1" dirty="0">
                <a:solidFill>
                  <a:srgbClr val="B9CFC2"/>
                </a:solidFill>
                <a:latin typeface="Malgun Gothic" pitchFamily="34" charset="0"/>
                <a:ea typeface="Malgun Gothic" pitchFamily="34" charset="-122"/>
                <a:cs typeface="Malgun Gothic" pitchFamily="34" charset="-120"/>
              </a:rPr>
              <a:t>중복 키</a:t>
            </a:r>
            <a:endParaRPr lang="en-US" sz="1150" dirty="0"/>
          </a:p>
        </p:txBody>
      </p:sp>
      <p:sp>
        <p:nvSpPr>
          <p:cNvPr id="17" name="Text 14"/>
          <p:cNvSpPr txBox="1"/>
          <p:nvPr/>
        </p:nvSpPr>
        <p:spPr>
          <a:xfrm>
            <a:off x="8275320" y="5559552"/>
            <a:ext cx="868680" cy="548640"/>
          </a:xfrm>
          <a:prstGeom prst="rect">
            <a:avLst/>
          </a:prstGeom>
          <a:noFill/>
          <a:ln/>
        </p:spPr>
        <p:txBody>
          <a:bodyPr wrap="square" lIns="0" tIns="0" rIns="0" bIns="0" rtlCol="0" anchor="ctr"/>
          <a:lstStyle/>
          <a:p>
            <a:pPr indent="0" marL="0">
              <a:buNone/>
            </a:pPr>
            <a:r>
              <a:rPr lang="en-US" sz="2600" b="1" dirty="0">
                <a:solidFill>
                  <a:srgbClr val="D9A441"/>
                </a:solidFill>
                <a:latin typeface="Malgun Gothic" pitchFamily="34" charset="0"/>
                <a:ea typeface="Malgun Gothic" pitchFamily="34" charset="-122"/>
                <a:cs typeface="Malgun Gothic" pitchFamily="34" charset="-120"/>
              </a:rPr>
              <a:t>85</a:t>
            </a:r>
            <a:endParaRPr lang="en-US" sz="2600" dirty="0"/>
          </a:p>
        </p:txBody>
      </p:sp>
      <p:sp>
        <p:nvSpPr>
          <p:cNvPr id="18" name="Text 15"/>
          <p:cNvSpPr txBox="1"/>
          <p:nvPr/>
        </p:nvSpPr>
        <p:spPr>
          <a:xfrm>
            <a:off x="9144000" y="5559552"/>
            <a:ext cx="960120" cy="548640"/>
          </a:xfrm>
          <a:prstGeom prst="rect">
            <a:avLst/>
          </a:prstGeom>
          <a:noFill/>
          <a:ln/>
        </p:spPr>
        <p:txBody>
          <a:bodyPr wrap="square" lIns="0" tIns="0" rIns="0" bIns="0" rtlCol="0" anchor="ctr"/>
          <a:lstStyle/>
          <a:p>
            <a:pPr indent="0" marL="0">
              <a:buNone/>
            </a:pPr>
            <a:r>
              <a:rPr lang="en-US" sz="1150" b="1" dirty="0">
                <a:solidFill>
                  <a:srgbClr val="B9CFC2"/>
                </a:solidFill>
                <a:latin typeface="Malgun Gothic" pitchFamily="34" charset="0"/>
                <a:ea typeface="Malgun Gothic" pitchFamily="34" charset="-122"/>
                <a:cs typeface="Malgun Gothic" pitchFamily="34" charset="-120"/>
              </a:rPr>
              <a:t>PROCESSED</a:t>
            </a:r>
            <a:endParaRPr lang="en-US" sz="1150" dirty="0"/>
          </a:p>
        </p:txBody>
      </p:sp>
      <p:sp>
        <p:nvSpPr>
          <p:cNvPr id="19" name="Text 16"/>
          <p:cNvSpPr txBox="1"/>
          <p:nvPr/>
        </p:nvSpPr>
        <p:spPr>
          <a:xfrm>
            <a:off x="8138160" y="5230368"/>
            <a:ext cx="3383280" cy="310896"/>
          </a:xfrm>
          <a:prstGeom prst="rect">
            <a:avLst/>
          </a:prstGeom>
          <a:noFill/>
          <a:ln/>
        </p:spPr>
        <p:txBody>
          <a:bodyPr wrap="square" lIns="0" tIns="0" rIns="0" bIns="0" rtlCol="0" anchor="t"/>
          <a:lstStyle/>
          <a:p>
            <a:pPr algn="r" indent="0" marL="0">
              <a:buNone/>
            </a:pPr>
            <a:r>
              <a:rPr lang="en-US" sz="1100" b="1" dirty="0">
                <a:solidFill>
                  <a:srgbClr val="B9CFC2"/>
                </a:solidFill>
                <a:latin typeface="Malgun Gothic" pitchFamily="34" charset="0"/>
                <a:ea typeface="Malgun Gothic" pitchFamily="34" charset="-122"/>
                <a:cs typeface="Malgun Gothic" pitchFamily="34" charset="-120"/>
              </a:rPr>
              <a:t>103 – 18 = 85 · 모든 제거가 설명 가능</a:t>
            </a:r>
            <a:endParaRPr lang="en-US" sz="1100" dirty="0"/>
          </a:p>
        </p:txBody>
      </p:sp>
      <p:sp>
        <p:nvSpPr>
          <p:cNvPr id="20" name="Text 17"/>
          <p:cNvSpPr txBox="1"/>
          <p:nvPr/>
        </p:nvSpPr>
        <p:spPr>
          <a:xfrm>
            <a:off x="548640" y="6446520"/>
            <a:ext cx="4572000" cy="228600"/>
          </a:xfrm>
          <a:prstGeom prst="rect">
            <a:avLst/>
          </a:prstGeom>
          <a:noFill/>
          <a:ln/>
        </p:spPr>
        <p:txBody>
          <a:bodyPr wrap="square" lIns="0" tIns="0" rIns="0" bIns="0" rtlCol="0" anchor="t"/>
          <a:lstStyle/>
          <a:p>
            <a:pPr indent="0" marL="0">
              <a:buNone/>
            </a:pPr>
            <a:r>
              <a:rPr lang="en-US" sz="900" b="1" spc="200" kern="0" dirty="0">
                <a:solidFill>
                  <a:srgbClr val="9A907C"/>
                </a:solidFill>
                <a:latin typeface="Malgun Gothic" pitchFamily="34" charset="0"/>
                <a:ea typeface="Malgun Gothic" pitchFamily="34" charset="-122"/>
                <a:cs typeface="Malgun Gothic" pitchFamily="34" charset="-120"/>
              </a:rPr>
              <a:t>WOOSIMWOONKKA · MY MOVE CLUB</a:t>
            </a:r>
            <a:endParaRPr lang="en-US" sz="900" dirty="0"/>
          </a:p>
        </p:txBody>
      </p:sp>
      <p:sp>
        <p:nvSpPr>
          <p:cNvPr id="21" name="Text 18"/>
          <p:cNvSpPr txBox="1"/>
          <p:nvPr/>
        </p:nvSpPr>
        <p:spPr>
          <a:xfrm>
            <a:off x="11183112" y="6446520"/>
            <a:ext cx="457200" cy="228600"/>
          </a:xfrm>
          <a:prstGeom prst="rect">
            <a:avLst/>
          </a:prstGeom>
          <a:noFill/>
          <a:ln/>
        </p:spPr>
        <p:txBody>
          <a:bodyPr wrap="square" lIns="0" tIns="0" rIns="0" bIns="0" rtlCol="0" anchor="t"/>
          <a:lstStyle/>
          <a:p>
            <a:pPr algn="r" indent="0" marL="0">
              <a:buNone/>
            </a:pPr>
            <a:r>
              <a:rPr lang="en-US" sz="900" b="1" dirty="0">
                <a:solidFill>
                  <a:srgbClr val="9A907C"/>
                </a:solidFill>
                <a:latin typeface="Malgun Gothic" pitchFamily="34" charset="0"/>
                <a:ea typeface="Malgun Gothic" pitchFamily="34" charset="-122"/>
                <a:cs typeface="Malgun Gothic" pitchFamily="34" charset="-120"/>
              </a:rPr>
              <a:t>20</a:t>
            </a:r>
            <a:endParaRPr lang="en-US" sz="900" dirty="0"/>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7F1E6"/>
        </a:solidFill>
      </p:bgPr>
    </p:bg>
    <p:spTree>
      <p:nvGrpSpPr>
        <p:cNvPr id="1" name=""/>
        <p:cNvGrpSpPr/>
        <p:nvPr/>
      </p:nvGrpSpPr>
      <p:grpSpPr>
        <a:xfrm>
          <a:off x="0" y="0"/>
          <a:ext cx="0" cy="0"/>
          <a:chOff x="0" y="0"/>
          <a:chExt cx="0" cy="0"/>
        </a:xfrm>
      </p:grpSpPr>
      <p:sp>
        <p:nvSpPr>
          <p:cNvPr id="479" name="Shape 0"/>
          <p:cNvSpPr/>
          <p:nvPr/>
        </p:nvSpPr>
        <p:spPr>
          <a:xfrm>
            <a:off x="548640" y="384175"/>
            <a:ext cx="383540" cy="383540"/>
          </a:xfrm>
          <a:prstGeom prst="ellipse">
            <a:avLst/>
          </a:prstGeom>
          <a:solidFill>
            <a:srgbClr val="2e5a46"/>
          </a:solidFill>
          <a:ln w="12700">
            <a:solidFill>
              <a:srgbClr val="2e5a46"/>
            </a:solidFill>
            <a:round/>
          </a:ln>
        </p:spPr>
        <p:style>
          <a:lnRef idx="0"/>
          <a:fillRef idx="0"/>
          <a:effectRef idx="0"/>
          <a:fontRef idx="minor"/>
        </p:style>
        <p:txBody>
          <a:bodyPr lIns="90000" rIns="90000" tIns="45000" bIns="45000" anchor="t">
            <a:noAutofit/>
          </a:bodyPr>
          <a:p>
            <a:endParaRPr b="0" lang="en-US" sz="1800" spc="-1" strike="noStrike">
              <a:solidFill>
                <a:srgbClr val="000000"/>
              </a:solidFill>
              <a:latin typeface="Noto Sans KR"/>
            </a:endParaRPr>
          </a:p>
        </p:txBody>
      </p:sp>
      <p:sp>
        <p:nvSpPr>
          <p:cNvPr id="480" name="Text 1"/>
          <p:cNvSpPr/>
          <p:nvPr/>
        </p:nvSpPr>
        <p:spPr>
          <a:xfrm>
            <a:off x="548640" y="384175"/>
            <a:ext cx="383540" cy="38354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300" spc="-1" strike="noStrike">
                <a:solidFill>
                  <a:srgbClr val="ffffff"/>
                </a:solidFill>
                <a:latin typeface="Malgun Gothic"/>
                <a:ea typeface="Malgun Gothic"/>
              </a:rPr>
              <a:t>08</a:t>
            </a:r>
            <a:endParaRPr b="0" lang="en-US" sz="1300" spc="-1" strike="noStrike">
              <a:solidFill>
                <a:srgbClr val="000000"/>
              </a:solidFill>
              <a:latin typeface="Noto Sans KR"/>
            </a:endParaRPr>
          </a:p>
        </p:txBody>
      </p:sp>
      <p:sp>
        <p:nvSpPr>
          <p:cNvPr id="481" name="Text 2"/>
          <p:cNvSpPr/>
          <p:nvPr/>
        </p:nvSpPr>
        <p:spPr>
          <a:xfrm>
            <a:off x="1042670" y="384175"/>
            <a:ext cx="5485765" cy="3835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400" spc="199" strike="noStrike">
                <a:solidFill>
                  <a:srgbClr val="b5654a"/>
                </a:solidFill>
                <a:latin typeface="Malgun Gothic"/>
                <a:ea typeface="Malgun Gothic"/>
              </a:rPr>
              <a:t>RESULT · </a:t>
            </a:r>
            <a:r>
              <a:rPr b="1" lang="ko-KR" sz="1400" spc="199" strike="noStrike">
                <a:solidFill>
                  <a:srgbClr val="b5654a"/>
                </a:solidFill>
                <a:latin typeface="Malgun Gothic"/>
                <a:ea typeface="Malgun Gothic"/>
              </a:rPr>
              <a:t>품질검증에서 찾은 것</a:t>
            </a:r>
            <a:endParaRPr b="0" lang="en-US" sz="1400" spc="-1" strike="noStrike">
              <a:solidFill>
                <a:srgbClr val="000000"/>
              </a:solidFill>
              <a:latin typeface="Noto Sans KR"/>
            </a:endParaRPr>
          </a:p>
        </p:txBody>
      </p:sp>
      <p:sp>
        <p:nvSpPr>
          <p:cNvPr id="482" name="Text 3"/>
          <p:cNvSpPr/>
          <p:nvPr/>
        </p:nvSpPr>
        <p:spPr>
          <a:xfrm>
            <a:off x="548640" y="895985"/>
            <a:ext cx="11063605" cy="730885"/>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ko-KR" sz="3400" spc="-1" strike="noStrike">
                <a:solidFill>
                  <a:srgbClr val="1e2621"/>
                </a:solidFill>
                <a:latin typeface="Malgun Gothic"/>
                <a:ea typeface="Malgun Gothic"/>
              </a:rPr>
              <a:t>정상 실행 ≠ 정상 데이터</a:t>
            </a:r>
            <a:endParaRPr b="0" lang="en-US" sz="3400" spc="-1" strike="noStrike">
              <a:solidFill>
                <a:srgbClr val="000000"/>
              </a:solidFill>
              <a:latin typeface="Noto Sans KR"/>
            </a:endParaRPr>
          </a:p>
        </p:txBody>
      </p:sp>
      <p:sp>
        <p:nvSpPr>
          <p:cNvPr id="483" name="Text 4"/>
          <p:cNvSpPr/>
          <p:nvPr/>
        </p:nvSpPr>
        <p:spPr>
          <a:xfrm>
            <a:off x="548640" y="1600200"/>
            <a:ext cx="11063605" cy="365125"/>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1" lang="ko-KR" sz="1700" spc="-1" strike="noStrike">
                <a:solidFill>
                  <a:srgbClr val="5e5b52"/>
                </a:solidFill>
                <a:latin typeface="Malgun Gothic"/>
                <a:ea typeface="Malgun Gothic"/>
              </a:rPr>
              <a:t>파이프라인은 ‘성공’했는데</a:t>
            </a:r>
            <a:r>
              <a:rPr b="1" lang="en-US" sz="1700" spc="-1" strike="noStrike">
                <a:solidFill>
                  <a:srgbClr val="5e5b52"/>
                </a:solidFill>
                <a:latin typeface="Malgun Gothic"/>
                <a:ea typeface="Malgun Gothic"/>
              </a:rPr>
              <a:t>, RAW</a:t>
            </a:r>
            <a:r>
              <a:rPr b="1" lang="ko-KR" sz="1700" spc="-1" strike="noStrike">
                <a:solidFill>
                  <a:srgbClr val="5e5b52"/>
                </a:solidFill>
                <a:latin typeface="Malgun Gothic"/>
                <a:ea typeface="Malgun Gothic"/>
              </a:rPr>
              <a:t>에 있던 값이 </a:t>
            </a:r>
            <a:r>
              <a:rPr b="1" lang="en-US" sz="1700" spc="-1" strike="noStrike">
                <a:solidFill>
                  <a:srgbClr val="5e5b52"/>
                </a:solidFill>
                <a:latin typeface="Malgun Gothic"/>
                <a:ea typeface="Malgun Gothic"/>
              </a:rPr>
              <a:t>PROCESSED</a:t>
            </a:r>
            <a:r>
              <a:rPr b="1" lang="ko-KR" sz="1700" spc="-1" strike="noStrike">
                <a:solidFill>
                  <a:srgbClr val="5e5b52"/>
                </a:solidFill>
                <a:latin typeface="Malgun Gothic"/>
                <a:ea typeface="Malgun Gothic"/>
              </a:rPr>
              <a:t>에서 사라져 있었습니다</a:t>
            </a:r>
            <a:endParaRPr b="0" lang="en-US" sz="1700" spc="-1" strike="noStrike">
              <a:solidFill>
                <a:srgbClr val="000000"/>
              </a:solidFill>
              <a:latin typeface="Noto Sans KR"/>
            </a:endParaRPr>
          </a:p>
        </p:txBody>
      </p:sp>
      <p:sp>
        <p:nvSpPr>
          <p:cNvPr id="484" name="Text 5"/>
          <p:cNvSpPr/>
          <p:nvPr/>
        </p:nvSpPr>
        <p:spPr>
          <a:xfrm>
            <a:off x="3017520" y="2194560"/>
            <a:ext cx="2743200" cy="274320"/>
          </a:xfrm>
          <a:prstGeom prst="rect">
            <a:avLst/>
          </a:prstGeom>
          <a:noFill/>
          <a:ln w="0">
            <a:noFill/>
          </a:ln>
        </p:spPr>
        <p:style>
          <a:lnRef idx="0"/>
          <a:fillRef idx="0"/>
          <a:effectRef idx="0"/>
          <a:fontRef idx="minor"/>
        </p:style>
        <p:txBody>
          <a:bodyPr wrap="square" lIns="0" tIns="0" rIns="0" bIns="0" numCol="1" vert="horz" anchor="t">
            <a:noAutofit/>
          </a:bodyPr>
          <a:lstStyle/>
          <a:p>
            <a:pPr marL="0" indent="0" algn="ctr" defTabSz="914400">
              <a:lnSpc>
                <a:spcPct val="100000"/>
              </a:lnSpc>
              <a:buFontTx/>
              <a:buNone/>
              <a:tabLst>
                <a:tab pos="0" algn="l"/>
              </a:tabLst>
            </a:pPr>
            <a:r>
              <a:rPr lang="en-US" sz="1250" b="1" strike="noStrike">
                <a:solidFill>
                  <a:srgbClr val="B5654A"/>
                </a:solidFill>
                <a:latin typeface="Malgun Gothic" charset="0"/>
                <a:ea typeface="Malgun Gothic" charset="0"/>
              </a:rPr>
              <a:t>RAW </a:t>
            </a:r>
            <a:r>
              <a:rPr lang="ko-KR" sz="1250" b="1" strike="noStrike">
                <a:solidFill>
                  <a:srgbClr val="B5654A"/>
                </a:solidFill>
                <a:latin typeface="Malgun Gothic" charset="0"/>
                <a:ea typeface="Malgun Gothic" charset="0"/>
              </a:rPr>
              <a:t>원본 값</a:t>
            </a:r>
            <a:endParaRPr lang="ko-KR" altLang="en-US" sz="1250" b="1" strike="noStrike">
              <a:solidFill>
                <a:srgbClr val="B5654A"/>
              </a:solidFill>
              <a:latin typeface="Malgun Gothic" charset="0"/>
              <a:ea typeface="Malgun Gothic" charset="0"/>
            </a:endParaRPr>
          </a:p>
        </p:txBody>
      </p:sp>
      <p:sp>
        <p:nvSpPr>
          <p:cNvPr id="485" name="Text 6"/>
          <p:cNvSpPr/>
          <p:nvPr/>
        </p:nvSpPr>
        <p:spPr>
          <a:xfrm>
            <a:off x="5897880" y="2194560"/>
            <a:ext cx="2743200" cy="274320"/>
          </a:xfrm>
          <a:prstGeom prst="rect">
            <a:avLst/>
          </a:prstGeom>
          <a:noFill/>
          <a:ln w="0">
            <a:noFill/>
          </a:ln>
        </p:spPr>
        <p:style>
          <a:lnRef idx="0"/>
          <a:fillRef idx="0"/>
          <a:effectRef idx="0"/>
          <a:fontRef idx="minor"/>
        </p:style>
        <p:txBody>
          <a:bodyPr wrap="square" lIns="0" tIns="0" rIns="0" bIns="0" numCol="1" vert="horz" anchor="t">
            <a:noAutofit/>
          </a:bodyPr>
          <a:lstStyle/>
          <a:p>
            <a:pPr marL="0" indent="0" algn="ctr" defTabSz="914400">
              <a:lnSpc>
                <a:spcPct val="100000"/>
              </a:lnSpc>
              <a:buFontTx/>
              <a:buNone/>
              <a:tabLst>
                <a:tab pos="0" algn="l"/>
              </a:tabLst>
            </a:pPr>
            <a:r>
              <a:rPr lang="ko-KR" sz="1250" b="1" strike="noStrike">
                <a:solidFill>
                  <a:srgbClr val="B5654A"/>
                </a:solidFill>
                <a:latin typeface="Malgun Gothic" charset="0"/>
                <a:ea typeface="Malgun Gothic" charset="0"/>
              </a:rPr>
              <a:t>기존 처리</a:t>
            </a:r>
            <a:endParaRPr lang="ko-KR" altLang="en-US" sz="1250" b="1" strike="noStrike">
              <a:solidFill>
                <a:srgbClr val="B5654A"/>
              </a:solidFill>
              <a:latin typeface="Malgun Gothic" charset="0"/>
              <a:ea typeface="Malgun Gothic" charset="0"/>
            </a:endParaRPr>
          </a:p>
        </p:txBody>
      </p:sp>
      <p:sp>
        <p:nvSpPr>
          <p:cNvPr id="486" name="Text 7"/>
          <p:cNvSpPr/>
          <p:nvPr/>
        </p:nvSpPr>
        <p:spPr>
          <a:xfrm>
            <a:off x="9144000" y="2194560"/>
            <a:ext cx="2468880" cy="274320"/>
          </a:xfrm>
          <a:prstGeom prst="rect">
            <a:avLst/>
          </a:prstGeom>
          <a:noFill/>
          <a:ln w="0">
            <a:noFill/>
          </a:ln>
        </p:spPr>
        <p:style>
          <a:lnRef idx="0"/>
          <a:fillRef idx="0"/>
          <a:effectRef idx="0"/>
          <a:fontRef idx="minor"/>
        </p:style>
        <p:txBody>
          <a:bodyPr wrap="square" lIns="0" tIns="0" rIns="0" bIns="0" numCol="1" vert="horz" anchor="t">
            <a:noAutofit/>
          </a:bodyPr>
          <a:lstStyle/>
          <a:p>
            <a:pPr marL="0" indent="0" algn="ctr" defTabSz="914400">
              <a:lnSpc>
                <a:spcPct val="100000"/>
              </a:lnSpc>
              <a:buFontTx/>
              <a:buNone/>
              <a:tabLst>
                <a:tab pos="0" algn="l"/>
              </a:tabLst>
            </a:pPr>
            <a:r>
              <a:rPr lang="ko-KR" sz="1250" b="1" strike="noStrike">
                <a:solidFill>
                  <a:srgbClr val="B5654A"/>
                </a:solidFill>
                <a:latin typeface="Malgun Gothic" charset="0"/>
                <a:ea typeface="Malgun Gothic" charset="0"/>
              </a:rPr>
              <a:t>개선</a:t>
            </a:r>
            <a:endParaRPr lang="ko-KR" altLang="en-US" sz="1250" b="1" strike="noStrike">
              <a:solidFill>
                <a:srgbClr val="B5654A"/>
              </a:solidFill>
              <a:latin typeface="Malgun Gothic" charset="0"/>
              <a:ea typeface="Malgun Gothic" charset="0"/>
            </a:endParaRPr>
          </a:p>
        </p:txBody>
      </p:sp>
      <p:sp>
        <p:nvSpPr>
          <p:cNvPr id="487" name="Shape 8"/>
          <p:cNvSpPr/>
          <p:nvPr/>
        </p:nvSpPr>
        <p:spPr>
          <a:xfrm>
            <a:off x="548640" y="2541905"/>
            <a:ext cx="11091545" cy="730885"/>
          </a:xfrm>
          <a:prstGeom prst="roundRect">
            <a:avLst>
              <a:gd name="adj" fmla="val 17500"/>
            </a:avLst>
          </a:prstGeom>
          <a:solidFill>
            <a:srgbClr val="ffffff"/>
          </a:solidFill>
          <a:ln w="12700">
            <a:solidFill>
              <a:srgbClr val="d8cbb2"/>
            </a:solidFill>
            <a:round/>
          </a:ln>
        </p:spPr>
        <p:style>
          <a:lnRef idx="0"/>
          <a:fillRef idx="0"/>
          <a:effectRef idx="0"/>
          <a:fontRef idx="minor"/>
        </p:style>
        <p:txBody>
          <a:bodyPr lIns="90000" rIns="90000" tIns="45000" bIns="45000" anchor="t">
            <a:noAutofit/>
          </a:bodyPr>
          <a:p>
            <a:endParaRPr b="0" lang="en-US" sz="1800" spc="-1" strike="noStrike">
              <a:solidFill>
                <a:srgbClr val="000000"/>
              </a:solidFill>
              <a:latin typeface="Noto Sans KR"/>
            </a:endParaRPr>
          </a:p>
        </p:txBody>
      </p:sp>
      <p:sp>
        <p:nvSpPr>
          <p:cNvPr id="488" name="Text 9"/>
          <p:cNvSpPr/>
          <p:nvPr/>
        </p:nvSpPr>
        <p:spPr>
          <a:xfrm>
            <a:off x="777240" y="2541905"/>
            <a:ext cx="2193925" cy="730885"/>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450" spc="-1" strike="noStrike">
                <a:solidFill>
                  <a:srgbClr val="1e2621"/>
                </a:solidFill>
                <a:latin typeface="Malgun Gothic"/>
                <a:ea typeface="Malgun Gothic"/>
              </a:rPr>
              <a:t>MESURE_TME</a:t>
            </a:r>
            <a:endParaRPr b="0" lang="en-US" sz="1450" spc="-1" strike="noStrike">
              <a:solidFill>
                <a:srgbClr val="000000"/>
              </a:solidFill>
              <a:latin typeface="Noto Sans KR"/>
            </a:endParaRPr>
          </a:p>
        </p:txBody>
      </p:sp>
      <p:sp>
        <p:nvSpPr>
          <p:cNvPr id="489" name="Text 10"/>
          <p:cNvSpPr/>
          <p:nvPr/>
        </p:nvSpPr>
        <p:spPr>
          <a:xfrm>
            <a:off x="3017520" y="2541905"/>
            <a:ext cx="2743200" cy="731520"/>
          </a:xfrm>
          <a:prstGeom prst="rect">
            <a:avLst/>
          </a:prstGeom>
          <a:noFill/>
          <a:ln w="0">
            <a:noFill/>
          </a:ln>
        </p:spPr>
        <p:style>
          <a:lnRef idx="0"/>
          <a:fillRef idx="0"/>
          <a:effectRef idx="0"/>
          <a:fontRef idx="minor"/>
        </p:style>
        <p:txBody>
          <a:bodyPr wrap="square" lIns="0" tIns="0" rIns="0" bIns="0" numCol="1" vert="horz" anchor="ctr">
            <a:noAutofit/>
          </a:bodyPr>
          <a:lstStyle/>
          <a:p>
            <a:pPr marL="0" indent="0" algn="ctr" defTabSz="914400">
              <a:lnSpc>
                <a:spcPct val="100000"/>
              </a:lnSpc>
              <a:buFontTx/>
              <a:buNone/>
              <a:tabLst>
                <a:tab pos="0" algn="l"/>
              </a:tabLst>
            </a:pPr>
            <a:r>
              <a:rPr lang="en-US" sz="1600" b="1" strike="noStrike">
                <a:solidFill>
                  <a:srgbClr val="2E5A46"/>
                </a:solidFill>
                <a:latin typeface="Malgun Gothic" charset="0"/>
                <a:ea typeface="Malgun Gothic" charset="0"/>
              </a:rPr>
              <a:t>“</a:t>
            </a:r>
            <a:r>
              <a:rPr lang="en-US" sz="1600" b="1" strike="noStrike">
                <a:solidFill>
                  <a:srgbClr val="2E5A46"/>
                </a:solidFill>
                <a:latin typeface="Malgun Gothic" charset="0"/>
                <a:ea typeface="Malgun Gothic" charset="0"/>
              </a:rPr>
              <a:t>2”  “67”  “1591”</a:t>
            </a:r>
            <a:endParaRPr lang="ko-KR" altLang="en-US" sz="1600" b="1" strike="noStrike">
              <a:solidFill>
                <a:srgbClr val="2E5A46"/>
              </a:solidFill>
              <a:latin typeface="Malgun Gothic" charset="0"/>
              <a:ea typeface="Malgun Gothic" charset="0"/>
            </a:endParaRPr>
          </a:p>
        </p:txBody>
      </p:sp>
      <p:sp>
        <p:nvSpPr>
          <p:cNvPr id="490" name="Text 11"/>
          <p:cNvSpPr/>
          <p:nvPr/>
        </p:nvSpPr>
        <p:spPr>
          <a:xfrm>
            <a:off x="5897880" y="2597150"/>
            <a:ext cx="2926080" cy="640080"/>
          </a:xfrm>
          <a:prstGeom prst="rect">
            <a:avLst/>
          </a:prstGeom>
          <a:noFill/>
          <a:ln w="0">
            <a:noFill/>
          </a:ln>
        </p:spPr>
        <p:style>
          <a:lnRef idx="0"/>
          <a:fillRef idx="0"/>
          <a:effectRef idx="0"/>
          <a:fontRef idx="minor"/>
        </p:style>
        <p:txBody>
          <a:bodyPr wrap="square" lIns="0" tIns="0" rIns="0" bIns="0" numCol="1" vert="horz" anchor="ctr">
            <a:noAutofit/>
          </a:bodyPr>
          <a:lstStyle/>
          <a:p>
            <a:pPr marL="0" indent="0" algn="ctr" defTabSz="914400">
              <a:lnSpc>
                <a:spcPct val="100000"/>
              </a:lnSpc>
              <a:buFontTx/>
              <a:buNone/>
              <a:tabLst>
                <a:tab pos="0" algn="l"/>
              </a:tabLst>
            </a:pPr>
            <a:r>
              <a:rPr lang="en-US" sz="1250" b="1" strike="noStrike">
                <a:solidFill>
                  <a:srgbClr val="5E5B52"/>
                </a:solidFill>
                <a:latin typeface="Malgun Gothic" charset="0"/>
                <a:ea typeface="Malgun Gothic" charset="0"/>
              </a:rPr>
              <a:t>datetime</a:t>
            </a:r>
            <a:r>
              <a:rPr lang="ko-KR" sz="1250" b="1" strike="noStrike">
                <a:solidFill>
                  <a:srgbClr val="5E5B52"/>
                </a:solidFill>
                <a:latin typeface="Malgun Gothic" charset="0"/>
                <a:ea typeface="Malgun Gothic" charset="0"/>
              </a:rPr>
              <a:t>으로 추정 변환</a:t>
            </a:r>
            <a:endParaRPr lang="ko-KR" altLang="en-US" sz="1250" b="1" strike="noStrike">
              <a:solidFill>
                <a:srgbClr val="5E5B52"/>
              </a:solidFill>
              <a:latin typeface="Malgun Gothic" charset="0"/>
              <a:ea typeface="Malgun Gothic" charset="0"/>
            </a:endParaRPr>
          </a:p>
          <a:p>
            <a:pPr marL="0" indent="0" algn="ctr" defTabSz="914400">
              <a:lnSpc>
                <a:spcPct val="100000"/>
              </a:lnSpc>
              <a:buFontTx/>
              <a:buNone/>
              <a:tabLst>
                <a:tab pos="0" algn="l"/>
              </a:tabLst>
            </a:pPr>
            <a:r>
              <a:rPr lang="en-US" sz="1600" b="1" strike="noStrike">
                <a:solidFill>
                  <a:srgbClr val="B5654A"/>
                </a:solidFill>
                <a:latin typeface="Malgun Gothic" charset="0"/>
                <a:ea typeface="Malgun Gothic" charset="0"/>
              </a:rPr>
              <a:t>→ NULL</a:t>
            </a:r>
            <a:endParaRPr lang="ko-KR" altLang="en-US" sz="1600" b="1" strike="noStrike">
              <a:solidFill>
                <a:srgbClr val="B5654A"/>
              </a:solidFill>
              <a:latin typeface="Malgun Gothic" charset="0"/>
              <a:ea typeface="Malgun Gothic" charset="0"/>
            </a:endParaRPr>
          </a:p>
        </p:txBody>
      </p:sp>
      <p:sp>
        <p:nvSpPr>
          <p:cNvPr id="491" name="Shape 12"/>
          <p:cNvSpPr/>
          <p:nvPr/>
        </p:nvSpPr>
        <p:spPr>
          <a:xfrm>
            <a:off x="9144000" y="2706370"/>
            <a:ext cx="2285365" cy="401955"/>
          </a:xfrm>
          <a:prstGeom prst="roundRect">
            <a:avLst>
              <a:gd name="adj" fmla="val 50000"/>
            </a:avLst>
          </a:prstGeom>
          <a:solidFill>
            <a:srgbClr val="2e5a46"/>
          </a:solidFill>
          <a:ln w="12700">
            <a:solidFill>
              <a:srgbClr val="2e5a46"/>
            </a:solidFill>
            <a:round/>
          </a:ln>
        </p:spPr>
        <p:style>
          <a:lnRef idx="0"/>
          <a:fillRef idx="0"/>
          <a:effectRef idx="0"/>
          <a:fontRef idx="minor"/>
        </p:style>
        <p:txBody>
          <a:bodyPr lIns="90000" rIns="90000" tIns="45000" bIns="45000" anchor="t">
            <a:noAutofit/>
          </a:bodyPr>
          <a:p>
            <a:endParaRPr b="0" lang="en-US" sz="1800" spc="-1" strike="noStrike">
              <a:solidFill>
                <a:srgbClr val="000000"/>
              </a:solidFill>
              <a:latin typeface="Noto Sans KR"/>
            </a:endParaRPr>
          </a:p>
        </p:txBody>
      </p:sp>
      <p:sp>
        <p:nvSpPr>
          <p:cNvPr id="492" name="Text 13"/>
          <p:cNvSpPr/>
          <p:nvPr/>
        </p:nvSpPr>
        <p:spPr>
          <a:xfrm>
            <a:off x="9144000" y="2706370"/>
            <a:ext cx="2285365" cy="401955"/>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ko-KR" sz="1300" spc="-1" strike="noStrike">
                <a:solidFill>
                  <a:srgbClr val="ffffff"/>
                </a:solidFill>
                <a:latin typeface="Malgun Gothic"/>
                <a:ea typeface="Malgun Gothic"/>
              </a:rPr>
              <a:t>원본 문자열 보존</a:t>
            </a:r>
            <a:endParaRPr b="0" lang="en-US" sz="1300" spc="-1" strike="noStrike">
              <a:solidFill>
                <a:srgbClr val="000000"/>
              </a:solidFill>
              <a:latin typeface="Noto Sans KR"/>
            </a:endParaRPr>
          </a:p>
        </p:txBody>
      </p:sp>
      <p:sp>
        <p:nvSpPr>
          <p:cNvPr id="493" name="Shape 14"/>
          <p:cNvSpPr/>
          <p:nvPr/>
        </p:nvSpPr>
        <p:spPr>
          <a:xfrm>
            <a:off x="548640" y="3410585"/>
            <a:ext cx="11091545" cy="730885"/>
          </a:xfrm>
          <a:prstGeom prst="roundRect">
            <a:avLst>
              <a:gd name="adj" fmla="val 17500"/>
            </a:avLst>
          </a:prstGeom>
          <a:solidFill>
            <a:srgbClr val="ffffff"/>
          </a:solidFill>
          <a:ln w="12700">
            <a:solidFill>
              <a:srgbClr val="d8cbb2"/>
            </a:solidFill>
            <a:round/>
          </a:ln>
        </p:spPr>
        <p:style>
          <a:lnRef idx="0"/>
          <a:fillRef idx="0"/>
          <a:effectRef idx="0"/>
          <a:fontRef idx="minor"/>
        </p:style>
        <p:txBody>
          <a:bodyPr lIns="90000" rIns="90000" tIns="45000" bIns="45000" anchor="t">
            <a:noAutofit/>
          </a:bodyPr>
          <a:p>
            <a:endParaRPr b="0" lang="en-US" sz="1800" spc="-1" strike="noStrike">
              <a:solidFill>
                <a:srgbClr val="000000"/>
              </a:solidFill>
              <a:latin typeface="Noto Sans KR"/>
            </a:endParaRPr>
          </a:p>
        </p:txBody>
      </p:sp>
      <p:sp>
        <p:nvSpPr>
          <p:cNvPr id="494" name="Text 15"/>
          <p:cNvSpPr/>
          <p:nvPr/>
        </p:nvSpPr>
        <p:spPr>
          <a:xfrm>
            <a:off x="777240" y="3410585"/>
            <a:ext cx="2193925" cy="730885"/>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450" spc="-1" strike="noStrike">
                <a:solidFill>
                  <a:srgbClr val="1e2621"/>
                </a:solidFill>
                <a:latin typeface="Malgun Gothic"/>
                <a:ea typeface="Malgun Gothic"/>
              </a:rPr>
              <a:t>RN1 (1</a:t>
            </a:r>
            <a:r>
              <a:rPr b="1" lang="ko-KR" sz="1450" spc="-1" strike="noStrike">
                <a:solidFill>
                  <a:srgbClr val="1e2621"/>
                </a:solidFill>
                <a:latin typeface="Malgun Gothic"/>
                <a:ea typeface="Malgun Gothic"/>
              </a:rPr>
              <a:t>시간 강수량</a:t>
            </a:r>
            <a:r>
              <a:rPr b="1" lang="en-US" sz="1450" spc="-1" strike="noStrike">
                <a:solidFill>
                  <a:srgbClr val="1e2621"/>
                </a:solidFill>
                <a:latin typeface="Malgun Gothic"/>
                <a:ea typeface="Malgun Gothic"/>
              </a:rPr>
              <a:t>)</a:t>
            </a:r>
            <a:endParaRPr b="0" lang="en-US" sz="1450" spc="-1" strike="noStrike">
              <a:solidFill>
                <a:srgbClr val="000000"/>
              </a:solidFill>
              <a:latin typeface="Noto Sans KR"/>
            </a:endParaRPr>
          </a:p>
        </p:txBody>
      </p:sp>
      <p:sp>
        <p:nvSpPr>
          <p:cNvPr id="495" name="Text 16"/>
          <p:cNvSpPr/>
          <p:nvPr/>
        </p:nvSpPr>
        <p:spPr>
          <a:xfrm>
            <a:off x="3017520" y="3410585"/>
            <a:ext cx="2743200" cy="731520"/>
          </a:xfrm>
          <a:prstGeom prst="rect">
            <a:avLst/>
          </a:prstGeom>
          <a:noFill/>
          <a:ln w="0">
            <a:noFill/>
          </a:ln>
        </p:spPr>
        <p:style>
          <a:lnRef idx="0"/>
          <a:fillRef idx="0"/>
          <a:effectRef idx="0"/>
          <a:fontRef idx="minor"/>
        </p:style>
        <p:txBody>
          <a:bodyPr wrap="square" lIns="0" tIns="0" rIns="0" bIns="0" numCol="1" vert="horz" anchor="ctr">
            <a:noAutofit/>
          </a:bodyPr>
          <a:lstStyle/>
          <a:p>
            <a:pPr marL="0" indent="0" algn="ctr" defTabSz="914400">
              <a:lnSpc>
                <a:spcPct val="100000"/>
              </a:lnSpc>
              <a:buFontTx/>
              <a:buNone/>
              <a:tabLst>
                <a:tab pos="0" algn="l"/>
              </a:tabLst>
            </a:pPr>
            <a:r>
              <a:rPr lang="en-US" sz="1600" b="1" strike="noStrike">
                <a:solidFill>
                  <a:srgbClr val="2E5A46"/>
                </a:solidFill>
                <a:latin typeface="Malgun Gothic" charset="0"/>
                <a:ea typeface="Malgun Gothic" charset="0"/>
              </a:rPr>
              <a:t>“</a:t>
            </a:r>
            <a:r>
              <a:rPr lang="ko-KR" sz="1600" b="1" strike="noStrike">
                <a:solidFill>
                  <a:srgbClr val="2E5A46"/>
                </a:solidFill>
                <a:latin typeface="Malgun Gothic" charset="0"/>
                <a:ea typeface="Malgun Gothic" charset="0"/>
              </a:rPr>
              <a:t>강수없음”</a:t>
            </a:r>
            <a:endParaRPr lang="ko-KR" altLang="en-US" sz="1600" b="1" strike="noStrike">
              <a:solidFill>
                <a:srgbClr val="2E5A46"/>
              </a:solidFill>
              <a:latin typeface="Malgun Gothic" charset="0"/>
              <a:ea typeface="Malgun Gothic" charset="0"/>
            </a:endParaRPr>
          </a:p>
        </p:txBody>
      </p:sp>
      <p:sp>
        <p:nvSpPr>
          <p:cNvPr id="496" name="Text 17"/>
          <p:cNvSpPr/>
          <p:nvPr/>
        </p:nvSpPr>
        <p:spPr>
          <a:xfrm>
            <a:off x="5897880" y="3465830"/>
            <a:ext cx="2926080" cy="640080"/>
          </a:xfrm>
          <a:prstGeom prst="rect">
            <a:avLst/>
          </a:prstGeom>
          <a:noFill/>
          <a:ln w="0">
            <a:noFill/>
          </a:ln>
        </p:spPr>
        <p:style>
          <a:lnRef idx="0"/>
          <a:fillRef idx="0"/>
          <a:effectRef idx="0"/>
          <a:fontRef idx="minor"/>
        </p:style>
        <p:txBody>
          <a:bodyPr wrap="square" lIns="0" tIns="0" rIns="0" bIns="0" numCol="1" vert="horz" anchor="ctr">
            <a:noAutofit/>
          </a:bodyPr>
          <a:lstStyle/>
          <a:p>
            <a:pPr marL="0" indent="0" algn="ctr" defTabSz="914400">
              <a:lnSpc>
                <a:spcPct val="100000"/>
              </a:lnSpc>
              <a:buFontTx/>
              <a:buNone/>
              <a:tabLst>
                <a:tab pos="0" algn="l"/>
              </a:tabLst>
            </a:pPr>
            <a:r>
              <a:rPr lang="ko-KR" sz="1250" b="1" strike="noStrike">
                <a:solidFill>
                  <a:srgbClr val="5E5B52"/>
                </a:solidFill>
                <a:latin typeface="Malgun Gothic" charset="0"/>
                <a:ea typeface="Malgun Gothic" charset="0"/>
              </a:rPr>
              <a:t>숫자로 변환</a:t>
            </a:r>
            <a:endParaRPr lang="ko-KR" altLang="en-US" sz="1250" b="1" strike="noStrike">
              <a:solidFill>
                <a:srgbClr val="5E5B52"/>
              </a:solidFill>
              <a:latin typeface="Malgun Gothic" charset="0"/>
              <a:ea typeface="Malgun Gothic" charset="0"/>
            </a:endParaRPr>
          </a:p>
          <a:p>
            <a:pPr marL="0" indent="0" algn="ctr" defTabSz="914400">
              <a:lnSpc>
                <a:spcPct val="100000"/>
              </a:lnSpc>
              <a:buFontTx/>
              <a:buNone/>
              <a:tabLst>
                <a:tab pos="0" algn="l"/>
              </a:tabLst>
            </a:pPr>
            <a:r>
              <a:rPr lang="en-US" sz="1600" b="1" strike="noStrike">
                <a:solidFill>
                  <a:srgbClr val="B5654A"/>
                </a:solidFill>
                <a:latin typeface="Malgun Gothic" charset="0"/>
                <a:ea typeface="Malgun Gothic" charset="0"/>
              </a:rPr>
              <a:t>→ NULL</a:t>
            </a:r>
            <a:endParaRPr lang="ko-KR" altLang="en-US" sz="1600" b="1" strike="noStrike">
              <a:solidFill>
                <a:srgbClr val="B5654A"/>
              </a:solidFill>
              <a:latin typeface="Malgun Gothic" charset="0"/>
              <a:ea typeface="Malgun Gothic" charset="0"/>
            </a:endParaRPr>
          </a:p>
        </p:txBody>
      </p:sp>
      <p:sp>
        <p:nvSpPr>
          <p:cNvPr id="497" name="Shape 18"/>
          <p:cNvSpPr/>
          <p:nvPr/>
        </p:nvSpPr>
        <p:spPr>
          <a:xfrm>
            <a:off x="9144000" y="3575050"/>
            <a:ext cx="2285365" cy="401955"/>
          </a:xfrm>
          <a:prstGeom prst="roundRect">
            <a:avLst>
              <a:gd name="adj" fmla="val 50000"/>
            </a:avLst>
          </a:prstGeom>
          <a:solidFill>
            <a:srgbClr val="2e5a46"/>
          </a:solidFill>
          <a:ln w="12700">
            <a:solidFill>
              <a:srgbClr val="2e5a46"/>
            </a:solidFill>
            <a:round/>
          </a:ln>
        </p:spPr>
        <p:style>
          <a:lnRef idx="0"/>
          <a:fillRef idx="0"/>
          <a:effectRef idx="0"/>
          <a:fontRef idx="minor"/>
        </p:style>
        <p:txBody>
          <a:bodyPr lIns="90000" rIns="90000" tIns="45000" bIns="45000" anchor="t">
            <a:noAutofit/>
          </a:bodyPr>
          <a:p>
            <a:endParaRPr b="0" lang="en-US" sz="1800" spc="-1" strike="noStrike">
              <a:solidFill>
                <a:srgbClr val="000000"/>
              </a:solidFill>
              <a:latin typeface="Noto Sans KR"/>
            </a:endParaRPr>
          </a:p>
        </p:txBody>
      </p:sp>
      <p:sp>
        <p:nvSpPr>
          <p:cNvPr id="498" name="Text 19"/>
          <p:cNvSpPr/>
          <p:nvPr/>
        </p:nvSpPr>
        <p:spPr>
          <a:xfrm>
            <a:off x="9144000" y="3575050"/>
            <a:ext cx="2285365" cy="401955"/>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ko-KR" sz="1300" spc="-1" strike="noStrike">
                <a:solidFill>
                  <a:srgbClr val="ffffff"/>
                </a:solidFill>
                <a:latin typeface="Malgun Gothic"/>
                <a:ea typeface="Malgun Gothic"/>
              </a:rPr>
              <a:t>원본 문자열 보존</a:t>
            </a:r>
            <a:endParaRPr b="0" lang="en-US" sz="1300" spc="-1" strike="noStrike">
              <a:solidFill>
                <a:srgbClr val="000000"/>
              </a:solidFill>
              <a:latin typeface="Noto Sans KR"/>
            </a:endParaRPr>
          </a:p>
        </p:txBody>
      </p:sp>
      <p:sp>
        <p:nvSpPr>
          <p:cNvPr id="499" name="Shape 20"/>
          <p:cNvSpPr/>
          <p:nvPr/>
        </p:nvSpPr>
        <p:spPr>
          <a:xfrm>
            <a:off x="548640" y="4279265"/>
            <a:ext cx="11091545" cy="730885"/>
          </a:xfrm>
          <a:prstGeom prst="roundRect">
            <a:avLst>
              <a:gd name="adj" fmla="val 17500"/>
            </a:avLst>
          </a:prstGeom>
          <a:solidFill>
            <a:srgbClr val="ffffff"/>
          </a:solidFill>
          <a:ln w="12700">
            <a:solidFill>
              <a:srgbClr val="d8cbb2"/>
            </a:solidFill>
            <a:round/>
          </a:ln>
        </p:spPr>
        <p:style>
          <a:lnRef idx="0"/>
          <a:fillRef idx="0"/>
          <a:effectRef idx="0"/>
          <a:fontRef idx="minor"/>
        </p:style>
        <p:txBody>
          <a:bodyPr lIns="90000" rIns="90000" tIns="45000" bIns="45000" anchor="t">
            <a:noAutofit/>
          </a:bodyPr>
          <a:p>
            <a:endParaRPr b="0" lang="en-US" sz="1800" spc="-1" strike="noStrike">
              <a:solidFill>
                <a:srgbClr val="000000"/>
              </a:solidFill>
              <a:latin typeface="Noto Sans KR"/>
            </a:endParaRPr>
          </a:p>
        </p:txBody>
      </p:sp>
      <p:sp>
        <p:nvSpPr>
          <p:cNvPr id="500" name="Text 21"/>
          <p:cNvSpPr/>
          <p:nvPr/>
        </p:nvSpPr>
        <p:spPr>
          <a:xfrm>
            <a:off x="777240" y="4279265"/>
            <a:ext cx="2193925" cy="730885"/>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450" spc="-1" strike="noStrike">
                <a:solidFill>
                  <a:srgbClr val="1e2621"/>
                </a:solidFill>
                <a:latin typeface="Malgun Gothic"/>
                <a:ea typeface="Malgun Gothic"/>
              </a:rPr>
              <a:t>ARBY_COT_CO_VALUE</a:t>
            </a:r>
            <a:endParaRPr b="0" lang="en-US" sz="1450" spc="-1" strike="noStrike">
              <a:solidFill>
                <a:srgbClr val="000000"/>
              </a:solidFill>
              <a:latin typeface="Noto Sans KR"/>
            </a:endParaRPr>
          </a:p>
        </p:txBody>
      </p:sp>
      <p:sp>
        <p:nvSpPr>
          <p:cNvPr id="501" name="Text 22"/>
          <p:cNvSpPr/>
          <p:nvPr/>
        </p:nvSpPr>
        <p:spPr>
          <a:xfrm>
            <a:off x="3017520" y="4279265"/>
            <a:ext cx="2743200" cy="731520"/>
          </a:xfrm>
          <a:prstGeom prst="rect">
            <a:avLst/>
          </a:prstGeom>
          <a:noFill/>
          <a:ln w="0">
            <a:noFill/>
          </a:ln>
        </p:spPr>
        <p:style>
          <a:lnRef idx="0"/>
          <a:fillRef idx="0"/>
          <a:effectRef idx="0"/>
          <a:fontRef idx="minor"/>
        </p:style>
        <p:txBody>
          <a:bodyPr wrap="square" lIns="0" tIns="0" rIns="0" bIns="0" numCol="1" vert="horz" anchor="ctr">
            <a:noAutofit/>
          </a:bodyPr>
          <a:lstStyle/>
          <a:p>
            <a:pPr marL="0" indent="0" algn="ctr" defTabSz="914400">
              <a:lnSpc>
                <a:spcPct val="100000"/>
              </a:lnSpc>
              <a:buFontTx/>
              <a:buNone/>
              <a:tabLst>
                <a:tab pos="0" algn="l"/>
              </a:tabLst>
            </a:pPr>
            <a:r>
              <a:rPr lang="en-US" sz="1600" b="1" strike="noStrike">
                <a:solidFill>
                  <a:srgbClr val="2E5A46"/>
                </a:solidFill>
                <a:latin typeface="Malgun Gothic" charset="0"/>
                <a:ea typeface="Malgun Gothic" charset="0"/>
              </a:rPr>
              <a:t>“570</a:t>
            </a:r>
            <a:r>
              <a:rPr lang="ko-KR" sz="1600" b="1" strike="noStrike">
                <a:solidFill>
                  <a:srgbClr val="2E5A46"/>
                </a:solidFill>
                <a:latin typeface="Malgun Gothic" charset="0"/>
                <a:ea typeface="Malgun Gothic" charset="0"/>
              </a:rPr>
              <a:t>㎡ </a:t>
            </a:r>
            <a:r>
              <a:rPr lang="en-US" sz="1600" b="1" strike="noStrike">
                <a:solidFill>
                  <a:srgbClr val="2E5A46"/>
                </a:solidFill>
                <a:latin typeface="Malgun Gothic" charset="0"/>
                <a:ea typeface="Malgun Gothic" charset="0"/>
              </a:rPr>
              <a:t>/1</a:t>
            </a:r>
            <a:r>
              <a:rPr lang="ko-KR" sz="1600" b="1" strike="noStrike">
                <a:solidFill>
                  <a:srgbClr val="2E5A46"/>
                </a:solidFill>
                <a:latin typeface="Malgun Gothic" charset="0"/>
                <a:ea typeface="Malgun Gothic" charset="0"/>
              </a:rPr>
              <a:t>개 코트”</a:t>
            </a:r>
            <a:endParaRPr lang="ko-KR" altLang="en-US" sz="1600" b="1" strike="noStrike">
              <a:solidFill>
                <a:srgbClr val="2E5A46"/>
              </a:solidFill>
              <a:latin typeface="Malgun Gothic" charset="0"/>
              <a:ea typeface="Malgun Gothic" charset="0"/>
            </a:endParaRPr>
          </a:p>
        </p:txBody>
      </p:sp>
      <p:sp>
        <p:nvSpPr>
          <p:cNvPr id="502" name="Text 23"/>
          <p:cNvSpPr/>
          <p:nvPr/>
        </p:nvSpPr>
        <p:spPr>
          <a:xfrm>
            <a:off x="5897880" y="4334510"/>
            <a:ext cx="2926080" cy="640080"/>
          </a:xfrm>
          <a:prstGeom prst="rect">
            <a:avLst/>
          </a:prstGeom>
          <a:noFill/>
          <a:ln w="0">
            <a:noFill/>
          </a:ln>
        </p:spPr>
        <p:style>
          <a:lnRef idx="0"/>
          <a:fillRef idx="0"/>
          <a:effectRef idx="0"/>
          <a:fontRef idx="minor"/>
        </p:style>
        <p:txBody>
          <a:bodyPr wrap="square" lIns="0" tIns="0" rIns="0" bIns="0" numCol="1" vert="horz" anchor="ctr">
            <a:noAutofit/>
          </a:bodyPr>
          <a:lstStyle/>
          <a:p>
            <a:pPr marL="0" indent="0" algn="ctr" defTabSz="914400">
              <a:lnSpc>
                <a:spcPct val="100000"/>
              </a:lnSpc>
              <a:buFontTx/>
              <a:buNone/>
              <a:tabLst>
                <a:tab pos="0" algn="l"/>
              </a:tabLst>
            </a:pPr>
            <a:r>
              <a:rPr lang="ko-KR" sz="1250" b="1" strike="noStrike">
                <a:solidFill>
                  <a:srgbClr val="5E5B52"/>
                </a:solidFill>
                <a:latin typeface="Malgun Gothic" charset="0"/>
                <a:ea typeface="Malgun Gothic" charset="0"/>
              </a:rPr>
              <a:t>값 형태와 맞지 않는 타입 변환</a:t>
            </a:r>
            <a:endParaRPr lang="ko-KR" altLang="en-US" sz="1250" b="1" strike="noStrike">
              <a:solidFill>
                <a:srgbClr val="5E5B52"/>
              </a:solidFill>
              <a:latin typeface="Malgun Gothic" charset="0"/>
              <a:ea typeface="Malgun Gothic" charset="0"/>
            </a:endParaRPr>
          </a:p>
          <a:p>
            <a:pPr marL="0" indent="0" algn="ctr" defTabSz="914400">
              <a:lnSpc>
                <a:spcPct val="100000"/>
              </a:lnSpc>
              <a:buFontTx/>
              <a:buNone/>
              <a:tabLst>
                <a:tab pos="0" algn="l"/>
              </a:tabLst>
            </a:pPr>
            <a:r>
              <a:rPr lang="en-US" sz="1600" b="1" strike="noStrike">
                <a:solidFill>
                  <a:srgbClr val="B5654A"/>
                </a:solidFill>
                <a:latin typeface="Malgun Gothic" charset="0"/>
                <a:ea typeface="Malgun Gothic" charset="0"/>
              </a:rPr>
              <a:t>→ NULL</a:t>
            </a:r>
            <a:endParaRPr lang="ko-KR" altLang="en-US" sz="1600" b="1" strike="noStrike">
              <a:solidFill>
                <a:srgbClr val="B5654A"/>
              </a:solidFill>
              <a:latin typeface="Malgun Gothic" charset="0"/>
              <a:ea typeface="Malgun Gothic" charset="0"/>
            </a:endParaRPr>
          </a:p>
        </p:txBody>
      </p:sp>
      <p:sp>
        <p:nvSpPr>
          <p:cNvPr id="503" name="Shape 24"/>
          <p:cNvSpPr/>
          <p:nvPr/>
        </p:nvSpPr>
        <p:spPr>
          <a:xfrm>
            <a:off x="9144000" y="4443730"/>
            <a:ext cx="2285365" cy="401955"/>
          </a:xfrm>
          <a:prstGeom prst="roundRect">
            <a:avLst>
              <a:gd name="adj" fmla="val 50000"/>
            </a:avLst>
          </a:prstGeom>
          <a:solidFill>
            <a:srgbClr val="2e5a46"/>
          </a:solidFill>
          <a:ln w="12700">
            <a:solidFill>
              <a:srgbClr val="2e5a46"/>
            </a:solidFill>
            <a:round/>
          </a:ln>
        </p:spPr>
        <p:style>
          <a:lnRef idx="0"/>
          <a:fillRef idx="0"/>
          <a:effectRef idx="0"/>
          <a:fontRef idx="minor"/>
        </p:style>
        <p:txBody>
          <a:bodyPr lIns="90000" rIns="90000" tIns="45000" bIns="45000" anchor="t">
            <a:noAutofit/>
          </a:bodyPr>
          <a:p>
            <a:endParaRPr b="0" lang="en-US" sz="1800" spc="-1" strike="noStrike">
              <a:solidFill>
                <a:srgbClr val="000000"/>
              </a:solidFill>
              <a:latin typeface="Noto Sans KR"/>
            </a:endParaRPr>
          </a:p>
        </p:txBody>
      </p:sp>
      <p:sp>
        <p:nvSpPr>
          <p:cNvPr id="504" name="Text 25"/>
          <p:cNvSpPr/>
          <p:nvPr/>
        </p:nvSpPr>
        <p:spPr>
          <a:xfrm>
            <a:off x="9144000" y="4443730"/>
            <a:ext cx="2285365" cy="401955"/>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ko-KR" sz="1300" spc="-1" strike="noStrike">
                <a:solidFill>
                  <a:srgbClr val="ffffff"/>
                </a:solidFill>
                <a:latin typeface="Malgun Gothic"/>
                <a:ea typeface="Malgun Gothic"/>
              </a:rPr>
              <a:t>원본 문자열 보존</a:t>
            </a:r>
            <a:endParaRPr b="0" lang="en-US" sz="1300" spc="-1" strike="noStrike">
              <a:solidFill>
                <a:srgbClr val="000000"/>
              </a:solidFill>
              <a:latin typeface="Noto Sans KR"/>
            </a:endParaRPr>
          </a:p>
        </p:txBody>
      </p:sp>
      <p:sp>
        <p:nvSpPr>
          <p:cNvPr id="505" name="Shape 26"/>
          <p:cNvSpPr>
            <a:spLocks/>
          </p:cNvSpPr>
          <p:nvPr/>
        </p:nvSpPr>
        <p:spPr>
          <a:xfrm rot="0">
            <a:off x="548640" y="5192395"/>
            <a:ext cx="4754880" cy="1033780"/>
          </a:xfrm>
          <a:prstGeom prst="roundRect">
            <a:avLst>
              <a:gd name="adj" fmla="val 12389"/>
            </a:avLst>
          </a:prstGeom>
          <a:solidFill>
            <a:srgbClr val="1E3B2F"/>
          </a:solidFill>
          <a:ln w="12700" cap="flat" cmpd="sng">
            <a:solidFill>
              <a:srgbClr val="1E3B2F">
                <a:alpha val="100000"/>
              </a:srgbClr>
            </a:solidFill>
            <a:prstDash val="solid"/>
            <a:round/>
          </a:ln>
          <a:effectLst>
            <a:outerShdw sx="100000" sy="100000" blurRad="101520" dist="25560" dir="5400000" rotWithShape="0" algn="bl">
              <a:srgbClr val="8A7A5C">
                <a:alpha val="17647"/>
              </a:srgbClr>
            </a:outerShdw>
          </a:effectLst>
        </p:spPr>
        <p:style>
          <a:lnRef idx="0"/>
          <a:fillRef idx="0"/>
          <a:effectRef idx="0"/>
          <a:fontRef idx="minor"/>
        </p:style>
        <p:txBody>
          <a:bodyPr wrap="square" lIns="90170" tIns="45085" rIns="90170" bIns="45085" numCol="1" vert="horz" anchor="t">
            <a:noAutofit/>
          </a:bodyPr>
          <a:lstStyle/>
          <a:p>
            <a:pPr marL="0" indent="0">
              <a:buFontTx/>
              <a:buNone/>
            </a:pPr>
            <a:endParaRPr lang="ko-KR" altLang="en-US" sz="1800" b="0" strike="noStrike">
              <a:solidFill>
                <a:srgbClr val="FFFFFF"/>
              </a:solidFill>
              <a:latin typeface="Noto Sans KR" charset="0"/>
            </a:endParaRPr>
          </a:p>
        </p:txBody>
      </p:sp>
      <p:sp>
        <p:nvSpPr>
          <p:cNvPr id="506" name="Text 27"/>
          <p:cNvSpPr/>
          <p:nvPr/>
        </p:nvSpPr>
        <p:spPr>
          <a:xfrm>
            <a:off x="777240" y="5303520"/>
            <a:ext cx="4388485" cy="319405"/>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1" lang="ko-KR" sz="1300" spc="-1" strike="noStrike">
                <a:solidFill>
                  <a:srgbClr val="9db5a8"/>
                </a:solidFill>
                <a:latin typeface="Malgun Gothic"/>
                <a:ea typeface="Malgun Gothic"/>
              </a:rPr>
              <a:t>행 수 대조 </a:t>
            </a:r>
            <a:r>
              <a:rPr b="1" lang="en-US" sz="1300" spc="-1" strike="noStrike">
                <a:solidFill>
                  <a:srgbClr val="9db5a8"/>
                </a:solidFill>
                <a:latin typeface="Malgun Gothic"/>
                <a:ea typeface="Malgun Gothic"/>
              </a:rPr>
              <a:t>(Reconciliation)</a:t>
            </a:r>
            <a:endParaRPr b="0" lang="en-US" sz="1300" spc="-1" strike="noStrike">
              <a:solidFill>
                <a:srgbClr val="000000"/>
              </a:solidFill>
              <a:latin typeface="Noto Sans KR"/>
            </a:endParaRPr>
          </a:p>
        </p:txBody>
      </p:sp>
      <p:sp>
        <p:nvSpPr>
          <p:cNvPr id="507" name="Text 28"/>
          <p:cNvSpPr/>
          <p:nvPr/>
        </p:nvSpPr>
        <p:spPr>
          <a:xfrm>
            <a:off x="777240" y="5650865"/>
            <a:ext cx="4388485" cy="456565"/>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1" lang="en-US" sz="1800" spc="-1" strike="noStrike">
                <a:solidFill>
                  <a:srgbClr val="d9a441"/>
                </a:solidFill>
                <a:latin typeface="Malgun Gothic"/>
                <a:ea typeface="Malgun Gothic"/>
              </a:rPr>
              <a:t>RAW = PROCESSED + </a:t>
            </a:r>
            <a:r>
              <a:rPr b="1" lang="ko-KR" sz="1800" spc="-1" strike="noStrike">
                <a:solidFill>
                  <a:srgbClr val="d9a441"/>
                </a:solidFill>
                <a:latin typeface="Malgun Gothic"/>
                <a:ea typeface="Malgun Gothic"/>
              </a:rPr>
              <a:t>설명 가능한 제거</a:t>
            </a:r>
            <a:endParaRPr b="0" lang="en-US" sz="1800" spc="-1" strike="noStrike">
              <a:solidFill>
                <a:srgbClr val="000000"/>
              </a:solidFill>
              <a:latin typeface="Noto Sans KR"/>
            </a:endParaRPr>
          </a:p>
        </p:txBody>
      </p:sp>
      <p:sp>
        <p:nvSpPr>
          <p:cNvPr id="508" name="Shape 29"/>
          <p:cNvSpPr/>
          <p:nvPr/>
        </p:nvSpPr>
        <p:spPr>
          <a:xfrm>
            <a:off x="5577840" y="5532120"/>
            <a:ext cx="1261745" cy="456565"/>
          </a:xfrm>
          <a:prstGeom prst="roundRect">
            <a:avLst>
              <a:gd name="adj" fmla="val 50000"/>
            </a:avLst>
          </a:prstGeom>
          <a:solidFill>
            <a:srgbClr val="b5654a"/>
          </a:solidFill>
          <a:ln w="12700">
            <a:solidFill>
              <a:srgbClr val="b5654a"/>
            </a:solidFill>
            <a:round/>
          </a:ln>
        </p:spPr>
        <p:style>
          <a:lnRef idx="0"/>
          <a:fillRef idx="0"/>
          <a:effectRef idx="0"/>
          <a:fontRef idx="minor"/>
        </p:style>
        <p:txBody>
          <a:bodyPr lIns="90000" rIns="90000" tIns="45000" bIns="45000" anchor="t">
            <a:noAutofit/>
          </a:bodyPr>
          <a:p>
            <a:endParaRPr b="0" lang="en-US" sz="1800" spc="-1" strike="noStrike">
              <a:solidFill>
                <a:srgbClr val="000000"/>
              </a:solidFill>
              <a:latin typeface="Noto Sans KR"/>
            </a:endParaRPr>
          </a:p>
        </p:txBody>
      </p:sp>
      <p:sp>
        <p:nvSpPr>
          <p:cNvPr id="509" name="Text 30"/>
          <p:cNvSpPr>
            <a:spLocks/>
          </p:cNvSpPr>
          <p:nvPr/>
        </p:nvSpPr>
        <p:spPr>
          <a:xfrm rot="0">
            <a:off x="5577840" y="5513070"/>
            <a:ext cx="1262380" cy="457200"/>
          </a:xfrm>
          <a:prstGeom prst="rect"/>
          <a:noFill/>
          <a:ln>
            <a:noFill/>
            <a:prstDash/>
          </a:ln>
        </p:spPr>
        <p:style>
          <a:lnRef idx="0"/>
          <a:fillRef idx="0"/>
          <a:effectRef idx="0"/>
          <a:fontRef idx="minor"/>
        </p:style>
        <p:txBody>
          <a:bodyPr wrap="square" lIns="0" tIns="0" rIns="0" bIns="0" numCol="1" vert="horz" anchor="ctr">
            <a:noAutofit/>
          </a:bodyPr>
          <a:lstStyle/>
          <a:p>
            <a:pPr marL="0" indent="0" algn="ctr" defTabSz="914400">
              <a:lnSpc>
                <a:spcPct val="100000"/>
              </a:lnSpc>
              <a:buFontTx/>
              <a:buNone/>
              <a:tabLst>
                <a:tab pos="0" algn="l"/>
              </a:tabLst>
            </a:pPr>
            <a:r>
              <a:rPr lang="en-US" sz="1300" b="1" strike="noStrike">
                <a:solidFill>
                  <a:srgbClr val="FFFFFF"/>
                </a:solidFill>
                <a:latin typeface="Malgun Gothic" charset="0"/>
                <a:ea typeface="Malgun Gothic" charset="0"/>
              </a:rPr>
              <a:t>DQ </a:t>
            </a:r>
            <a:r>
              <a:rPr lang="ko-KR" sz="1300" b="1" strike="noStrike">
                <a:solidFill>
                  <a:srgbClr val="FFFFFF"/>
                </a:solidFill>
                <a:latin typeface="Malgun Gothic" charset="0"/>
                <a:ea typeface="Malgun Gothic" charset="0"/>
              </a:rPr>
              <a:t>탐지</a:t>
            </a:r>
            <a:endParaRPr lang="ko-KR" altLang="en-US" sz="1300" b="1" strike="noStrike">
              <a:solidFill>
                <a:srgbClr val="FFFFFF"/>
              </a:solidFill>
              <a:latin typeface="Malgun Gothic" charset="0"/>
              <a:ea typeface="Malgun Gothic" charset="0"/>
            </a:endParaRPr>
          </a:p>
        </p:txBody>
      </p:sp>
      <p:sp>
        <p:nvSpPr>
          <p:cNvPr id="510" name="Shape 31"/>
          <p:cNvSpPr>
            <a:spLocks/>
          </p:cNvSpPr>
          <p:nvPr/>
        </p:nvSpPr>
        <p:spPr>
          <a:xfrm rot="0">
            <a:off x="6876415" y="5604510"/>
            <a:ext cx="219710" cy="274320"/>
          </a:xfrm>
          <a:prstGeom prst="rightArrow">
            <a:avLst>
              <a:gd name="adj1" fmla="val 50000"/>
              <a:gd name="adj2" fmla="val 50000"/>
            </a:avLst>
          </a:prstGeom>
          <a:solidFill>
            <a:srgbClr val="B5654A"/>
          </a:solidFill>
          <a:ln w="12700" cap="flat" cmpd="sng">
            <a:solidFill>
              <a:srgbClr val="B5654A">
                <a:alpha val="100000"/>
              </a:srgbClr>
            </a:solidFill>
            <a:prstDash val="solid"/>
            <a:round/>
          </a:ln>
        </p:spPr>
        <p:style>
          <a:lnRef idx="0"/>
          <a:fillRef idx="0"/>
          <a:effectRef idx="0"/>
          <a:fontRef idx="minor"/>
        </p:style>
        <p:txBody>
          <a:bodyPr wrap="square" lIns="90170" tIns="45085" rIns="90170" bIns="45085" numCol="1" vert="horz" anchor="t">
            <a:noAutofit/>
          </a:bodyPr>
          <a:lstStyle/>
          <a:p>
            <a:pPr marL="0" indent="0">
              <a:buFontTx/>
              <a:buNone/>
            </a:pPr>
            <a:endParaRPr lang="ko-KR" altLang="en-US" sz="1800" b="0" strike="noStrike">
              <a:solidFill>
                <a:srgbClr val="000000"/>
              </a:solidFill>
              <a:latin typeface="Noto Sans KR" charset="0"/>
            </a:endParaRPr>
          </a:p>
        </p:txBody>
      </p:sp>
      <p:sp>
        <p:nvSpPr>
          <p:cNvPr id="511" name="Shape 32"/>
          <p:cNvSpPr/>
          <p:nvPr/>
        </p:nvSpPr>
        <p:spPr>
          <a:xfrm>
            <a:off x="7132320" y="5532120"/>
            <a:ext cx="1261745" cy="456565"/>
          </a:xfrm>
          <a:prstGeom prst="roundRect">
            <a:avLst>
              <a:gd name="adj" fmla="val 50000"/>
            </a:avLst>
          </a:prstGeom>
          <a:solidFill>
            <a:srgbClr val="eadfcb"/>
          </a:solidFill>
          <a:ln w="12700">
            <a:solidFill>
              <a:srgbClr val="eadfcb"/>
            </a:solidFill>
            <a:round/>
          </a:ln>
        </p:spPr>
        <p:style>
          <a:lnRef idx="0"/>
          <a:fillRef idx="0"/>
          <a:effectRef idx="0"/>
          <a:fontRef idx="minor"/>
        </p:style>
        <p:txBody>
          <a:bodyPr lIns="90000" rIns="90000" tIns="45000" bIns="45000" anchor="t">
            <a:noAutofit/>
          </a:bodyPr>
          <a:p>
            <a:endParaRPr b="0" lang="en-US" sz="1800" spc="-1" strike="noStrike">
              <a:solidFill>
                <a:srgbClr val="000000"/>
              </a:solidFill>
              <a:latin typeface="Noto Sans KR"/>
            </a:endParaRPr>
          </a:p>
        </p:txBody>
      </p:sp>
      <p:sp>
        <p:nvSpPr>
          <p:cNvPr id="512" name="Text 33"/>
          <p:cNvSpPr>
            <a:spLocks/>
          </p:cNvSpPr>
          <p:nvPr/>
        </p:nvSpPr>
        <p:spPr>
          <a:xfrm rot="0">
            <a:off x="7132320" y="5513070"/>
            <a:ext cx="1262380" cy="457200"/>
          </a:xfrm>
          <a:prstGeom prst="rect"/>
          <a:noFill/>
          <a:ln>
            <a:noFill/>
            <a:prstDash/>
          </a:ln>
        </p:spPr>
        <p:style>
          <a:lnRef idx="0"/>
          <a:fillRef idx="0"/>
          <a:effectRef idx="0"/>
          <a:fontRef idx="minor"/>
        </p:style>
        <p:txBody>
          <a:bodyPr wrap="square" lIns="0" tIns="0" rIns="0" bIns="0" numCol="1" vert="horz" anchor="ctr">
            <a:noAutofit/>
          </a:bodyPr>
          <a:lstStyle/>
          <a:p>
            <a:pPr marL="0" indent="0" algn="ctr" defTabSz="914400">
              <a:lnSpc>
                <a:spcPct val="100000"/>
              </a:lnSpc>
              <a:buFontTx/>
              <a:buNone/>
              <a:tabLst>
                <a:tab pos="0" algn="l"/>
              </a:tabLst>
            </a:pPr>
            <a:r>
              <a:rPr lang="en-US" sz="1300" b="1" strike="noStrike">
                <a:solidFill>
                  <a:srgbClr val="1E2621"/>
                </a:solidFill>
                <a:latin typeface="Malgun Gothic" charset="0"/>
                <a:ea typeface="Malgun Gothic" charset="0"/>
              </a:rPr>
              <a:t>RAW </a:t>
            </a:r>
            <a:r>
              <a:rPr lang="ko-KR" sz="1300" b="1" strike="noStrike">
                <a:solidFill>
                  <a:srgbClr val="1E2621"/>
                </a:solidFill>
                <a:latin typeface="Malgun Gothic" charset="0"/>
                <a:ea typeface="Malgun Gothic" charset="0"/>
              </a:rPr>
              <a:t>재확인</a:t>
            </a:r>
            <a:endParaRPr lang="ko-KR" altLang="en-US" sz="1300" b="1" strike="noStrike">
              <a:solidFill>
                <a:srgbClr val="1E2621"/>
              </a:solidFill>
              <a:latin typeface="Malgun Gothic" charset="0"/>
              <a:ea typeface="Malgun Gothic" charset="0"/>
            </a:endParaRPr>
          </a:p>
        </p:txBody>
      </p:sp>
      <p:sp>
        <p:nvSpPr>
          <p:cNvPr id="513" name="Shape 34"/>
          <p:cNvSpPr>
            <a:spLocks/>
          </p:cNvSpPr>
          <p:nvPr/>
        </p:nvSpPr>
        <p:spPr>
          <a:xfrm rot="0">
            <a:off x="8430895" y="5604510"/>
            <a:ext cx="219710" cy="274320"/>
          </a:xfrm>
          <a:prstGeom prst="rightArrow">
            <a:avLst>
              <a:gd name="adj1" fmla="val 50000"/>
              <a:gd name="adj2" fmla="val 50000"/>
            </a:avLst>
          </a:prstGeom>
          <a:solidFill>
            <a:srgbClr val="B5654A"/>
          </a:solidFill>
          <a:ln w="12700" cap="flat" cmpd="sng">
            <a:solidFill>
              <a:srgbClr val="B5654A">
                <a:alpha val="100000"/>
              </a:srgbClr>
            </a:solidFill>
            <a:prstDash val="solid"/>
            <a:round/>
          </a:ln>
        </p:spPr>
        <p:style>
          <a:lnRef idx="0"/>
          <a:fillRef idx="0"/>
          <a:effectRef idx="0"/>
          <a:fontRef idx="minor"/>
        </p:style>
        <p:txBody>
          <a:bodyPr wrap="square" lIns="90170" tIns="45085" rIns="90170" bIns="45085" numCol="1" vert="horz" anchor="t">
            <a:noAutofit/>
          </a:bodyPr>
          <a:lstStyle/>
          <a:p>
            <a:pPr marL="0" indent="0">
              <a:buFontTx/>
              <a:buNone/>
            </a:pPr>
            <a:endParaRPr lang="ko-KR" altLang="en-US" sz="1800" b="0" strike="noStrike">
              <a:solidFill>
                <a:srgbClr val="000000"/>
              </a:solidFill>
              <a:latin typeface="Noto Sans KR" charset="0"/>
            </a:endParaRPr>
          </a:p>
        </p:txBody>
      </p:sp>
      <p:sp>
        <p:nvSpPr>
          <p:cNvPr id="514" name="Shape 35"/>
          <p:cNvSpPr/>
          <p:nvPr/>
        </p:nvSpPr>
        <p:spPr>
          <a:xfrm>
            <a:off x="8686800" y="5532120"/>
            <a:ext cx="1261745" cy="456565"/>
          </a:xfrm>
          <a:prstGeom prst="roundRect">
            <a:avLst>
              <a:gd name="adj" fmla="val 50000"/>
            </a:avLst>
          </a:prstGeom>
          <a:solidFill>
            <a:srgbClr val="eadfcb"/>
          </a:solidFill>
          <a:ln w="12700">
            <a:solidFill>
              <a:srgbClr val="eadfcb"/>
            </a:solidFill>
            <a:round/>
          </a:ln>
        </p:spPr>
        <p:style>
          <a:lnRef idx="0"/>
          <a:fillRef idx="0"/>
          <a:effectRef idx="0"/>
          <a:fontRef idx="minor"/>
        </p:style>
        <p:txBody>
          <a:bodyPr lIns="90000" rIns="90000" tIns="45000" bIns="45000" anchor="t">
            <a:noAutofit/>
          </a:bodyPr>
          <a:p>
            <a:endParaRPr b="0" lang="en-US" sz="1800" spc="-1" strike="noStrike">
              <a:solidFill>
                <a:srgbClr val="000000"/>
              </a:solidFill>
              <a:latin typeface="Noto Sans KR"/>
            </a:endParaRPr>
          </a:p>
        </p:txBody>
      </p:sp>
      <p:sp>
        <p:nvSpPr>
          <p:cNvPr id="515" name="Text 36"/>
          <p:cNvSpPr>
            <a:spLocks/>
          </p:cNvSpPr>
          <p:nvPr/>
        </p:nvSpPr>
        <p:spPr>
          <a:xfrm rot="0">
            <a:off x="8686800" y="5513070"/>
            <a:ext cx="1262380" cy="457200"/>
          </a:xfrm>
          <a:prstGeom prst="rect"/>
          <a:noFill/>
          <a:ln>
            <a:noFill/>
            <a:prstDash/>
          </a:ln>
        </p:spPr>
        <p:style>
          <a:lnRef idx="0"/>
          <a:fillRef idx="0"/>
          <a:effectRef idx="0"/>
          <a:fontRef idx="minor"/>
        </p:style>
        <p:txBody>
          <a:bodyPr wrap="square" lIns="0" tIns="0" rIns="0" bIns="0" numCol="1" vert="horz" anchor="ctr">
            <a:noAutofit/>
          </a:bodyPr>
          <a:lstStyle/>
          <a:p>
            <a:pPr marL="0" indent="0" algn="ctr" defTabSz="914400">
              <a:lnSpc>
                <a:spcPct val="100000"/>
              </a:lnSpc>
              <a:buFontTx/>
              <a:buNone/>
              <a:tabLst>
                <a:tab pos="0" algn="l"/>
              </a:tabLst>
            </a:pPr>
            <a:r>
              <a:rPr lang="ko-KR" sz="1300" b="1" strike="noStrike">
                <a:solidFill>
                  <a:srgbClr val="1E2621"/>
                </a:solidFill>
                <a:latin typeface="Malgun Gothic" charset="0"/>
                <a:ea typeface="Malgun Gothic" charset="0"/>
              </a:rPr>
              <a:t>처리 로직 수정</a:t>
            </a:r>
            <a:endParaRPr lang="ko-KR" altLang="en-US" sz="1300" b="1" strike="noStrike">
              <a:solidFill>
                <a:srgbClr val="1E2621"/>
              </a:solidFill>
              <a:latin typeface="Malgun Gothic" charset="0"/>
              <a:ea typeface="Malgun Gothic" charset="0"/>
            </a:endParaRPr>
          </a:p>
        </p:txBody>
      </p:sp>
      <p:sp>
        <p:nvSpPr>
          <p:cNvPr id="516" name="Shape 37"/>
          <p:cNvSpPr>
            <a:spLocks/>
          </p:cNvSpPr>
          <p:nvPr/>
        </p:nvSpPr>
        <p:spPr>
          <a:xfrm rot="0">
            <a:off x="9985375" y="5604510"/>
            <a:ext cx="219710" cy="274320"/>
          </a:xfrm>
          <a:prstGeom prst="rightArrow">
            <a:avLst>
              <a:gd name="adj1" fmla="val 50000"/>
              <a:gd name="adj2" fmla="val 50000"/>
            </a:avLst>
          </a:prstGeom>
          <a:solidFill>
            <a:srgbClr val="B5654A"/>
          </a:solidFill>
          <a:ln w="12700" cap="flat" cmpd="sng">
            <a:solidFill>
              <a:srgbClr val="B5654A">
                <a:alpha val="100000"/>
              </a:srgbClr>
            </a:solidFill>
            <a:prstDash val="solid"/>
            <a:round/>
          </a:ln>
        </p:spPr>
        <p:style>
          <a:lnRef idx="0"/>
          <a:fillRef idx="0"/>
          <a:effectRef idx="0"/>
          <a:fontRef idx="minor"/>
        </p:style>
        <p:txBody>
          <a:bodyPr wrap="square" lIns="90170" tIns="45085" rIns="90170" bIns="45085" numCol="1" vert="horz" anchor="t">
            <a:noAutofit/>
          </a:bodyPr>
          <a:lstStyle/>
          <a:p>
            <a:pPr marL="0" indent="0">
              <a:buFontTx/>
              <a:buNone/>
            </a:pPr>
            <a:endParaRPr lang="ko-KR" altLang="en-US" sz="1800" b="0" strike="noStrike">
              <a:solidFill>
                <a:srgbClr val="000000"/>
              </a:solidFill>
              <a:latin typeface="Noto Sans KR" charset="0"/>
            </a:endParaRPr>
          </a:p>
        </p:txBody>
      </p:sp>
      <p:sp>
        <p:nvSpPr>
          <p:cNvPr id="517" name="Shape 38"/>
          <p:cNvSpPr/>
          <p:nvPr/>
        </p:nvSpPr>
        <p:spPr>
          <a:xfrm>
            <a:off x="10241280" y="5532120"/>
            <a:ext cx="1261745" cy="456565"/>
          </a:xfrm>
          <a:prstGeom prst="roundRect">
            <a:avLst>
              <a:gd name="adj" fmla="val 50000"/>
            </a:avLst>
          </a:prstGeom>
          <a:solidFill>
            <a:srgbClr val="eadfcb"/>
          </a:solidFill>
          <a:ln w="12700">
            <a:solidFill>
              <a:srgbClr val="eadfcb"/>
            </a:solidFill>
            <a:round/>
          </a:ln>
        </p:spPr>
        <p:style>
          <a:lnRef idx="0"/>
          <a:fillRef idx="0"/>
          <a:effectRef idx="0"/>
          <a:fontRef idx="minor"/>
        </p:style>
        <p:txBody>
          <a:bodyPr lIns="90000" rIns="90000" tIns="45000" bIns="45000" anchor="t">
            <a:noAutofit/>
          </a:bodyPr>
          <a:p>
            <a:endParaRPr b="0" lang="en-US" sz="1800" spc="-1" strike="noStrike">
              <a:solidFill>
                <a:srgbClr val="000000"/>
              </a:solidFill>
              <a:latin typeface="Noto Sans KR"/>
            </a:endParaRPr>
          </a:p>
        </p:txBody>
      </p:sp>
      <p:sp>
        <p:nvSpPr>
          <p:cNvPr id="518" name="Text 39"/>
          <p:cNvSpPr>
            <a:spLocks/>
          </p:cNvSpPr>
          <p:nvPr/>
        </p:nvSpPr>
        <p:spPr>
          <a:xfrm rot="0">
            <a:off x="10241280" y="5513070"/>
            <a:ext cx="1262380" cy="457200"/>
          </a:xfrm>
          <a:prstGeom prst="rect"/>
          <a:noFill/>
          <a:ln>
            <a:noFill/>
            <a:prstDash/>
          </a:ln>
        </p:spPr>
        <p:style>
          <a:lnRef idx="0"/>
          <a:fillRef idx="0"/>
          <a:effectRef idx="0"/>
          <a:fontRef idx="minor"/>
        </p:style>
        <p:txBody>
          <a:bodyPr wrap="square" lIns="0" tIns="0" rIns="0" bIns="0" numCol="1" vert="horz" anchor="ctr">
            <a:noAutofit/>
          </a:bodyPr>
          <a:lstStyle/>
          <a:p>
            <a:pPr marL="0" indent="0" algn="ctr" defTabSz="914400">
              <a:lnSpc>
                <a:spcPct val="100000"/>
              </a:lnSpc>
              <a:buFontTx/>
              <a:buNone/>
              <a:tabLst>
                <a:tab pos="0" algn="l"/>
              </a:tabLst>
            </a:pPr>
            <a:r>
              <a:rPr lang="ko-KR" sz="1300" b="1" strike="noStrike">
                <a:solidFill>
                  <a:srgbClr val="1E2621"/>
                </a:solidFill>
                <a:latin typeface="Malgun Gothic" charset="0"/>
                <a:ea typeface="Malgun Gothic" charset="0"/>
              </a:rPr>
              <a:t>회귀 테스트</a:t>
            </a:r>
            <a:endParaRPr lang="ko-KR" altLang="en-US" sz="1300" b="1" strike="noStrike">
              <a:solidFill>
                <a:srgbClr val="1E2621"/>
              </a:solidFill>
              <a:latin typeface="Malgun Gothic" charset="0"/>
              <a:ea typeface="Malgun Gothic" charset="0"/>
            </a:endParaRPr>
          </a:p>
        </p:txBody>
      </p:sp>
      <p:sp>
        <p:nvSpPr>
          <p:cNvPr id="519" name="Text 40"/>
          <p:cNvSpPr/>
          <p:nvPr/>
        </p:nvSpPr>
        <p:spPr>
          <a:xfrm>
            <a:off x="548640" y="6446520"/>
            <a:ext cx="4571365" cy="227965"/>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1" lang="en-US" sz="900" spc="199" strike="noStrike">
                <a:solidFill>
                  <a:srgbClr val="9a907c"/>
                </a:solidFill>
                <a:latin typeface="Malgun Gothic"/>
                <a:ea typeface="Malgun Gothic"/>
              </a:rPr>
              <a:t>WOOSIMWOONKKA · MY MOVE CLUB</a:t>
            </a:r>
            <a:endParaRPr b="0" lang="en-US" sz="900" spc="-1" strike="noStrike">
              <a:solidFill>
                <a:srgbClr val="000000"/>
              </a:solidFill>
              <a:latin typeface="Noto Sans KR"/>
            </a:endParaRPr>
          </a:p>
        </p:txBody>
      </p:sp>
      <p:sp>
        <p:nvSpPr>
          <p:cNvPr id="520" name="Text 41"/>
          <p:cNvSpPr/>
          <p:nvPr/>
        </p:nvSpPr>
        <p:spPr>
          <a:xfrm>
            <a:off x="11182985" y="6446520"/>
            <a:ext cx="456565" cy="227965"/>
          </a:xfrm>
          <a:prstGeom prst="rect">
            <a:avLst/>
          </a:prstGeom>
          <a:noFill/>
          <a:ln w="0">
            <a:noFill/>
          </a:ln>
        </p:spPr>
        <p:style>
          <a:lnRef idx="0"/>
          <a:fillRef idx="0"/>
          <a:effectRef idx="0"/>
          <a:fontRef idx="minor"/>
        </p:style>
        <p:txBody>
          <a:bodyPr lIns="0" rIns="0" tIns="0" bIns="0" anchor="t">
            <a:noAutofit/>
          </a:bodyPr>
          <a:p>
            <a:pPr algn="r" defTabSz="914400">
              <a:lnSpc>
                <a:spcPct val="100000"/>
              </a:lnSpc>
              <a:tabLst>
                <a:tab algn="l" pos="0"/>
              </a:tabLst>
            </a:pPr>
            <a:r>
              <a:rPr b="1" lang="en-US" sz="900" spc="-1" strike="noStrike">
                <a:solidFill>
                  <a:srgbClr val="9a907c"/>
                </a:solidFill>
                <a:latin typeface="Malgun Gothic"/>
                <a:ea typeface="Malgun Gothic"/>
              </a:rPr>
              <a:t>21</a:t>
            </a:r>
            <a:endParaRPr b="0" lang="en-US" sz="900" spc="-1" strike="noStrike">
              <a:solidFill>
                <a:srgbClr val="000000"/>
              </a:solidFill>
              <a:latin typeface="Noto Sans KR"/>
            </a:endParaRPr>
          </a:p>
        </p:txBody>
      </p:sp>
    </p:spTree>
  </p:cSld>
  <mc:AlternateContent xmlns:mc="http://schemas.openxmlformats.org/markup-compatibility/2006">
    <mc:Choice xmlns:p14="http://schemas.microsoft.com/office/powerpoint/2010/main" Requires="p14">
      <p:transition spd="slow" p14:dur="2000"/>
    </mc:Choice>
    <mc:Fallback>
      <p:transition spd="slow"/>
    </mc:Fallback>
  </mc:AlternateContent>
  <p:timing>
    <p:tnLst>
      <p:par>
        <p:cT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p:cSld name="Slide 3">
    <p:bg>
      <p:bgPr>
        <a:solidFill>
          <a:srgbClr val="F7F1E6"/>
        </a:solidFill>
      </p:bgPr>
    </p:bg>
    <p:spTree>
      <p:nvGrpSpPr>
        <p:cNvPr id="1" name=""/>
        <p:cNvGrpSpPr/>
        <p:nvPr/>
      </p:nvGrpSpPr>
      <p:grpSpPr>
        <a:xfrm>
          <a:off x="0" y="0"/>
          <a:ext cx="0" cy="0"/>
          <a:chOff x="0" y="0"/>
          <a:chExt cx="0" cy="0"/>
        </a:xfrm>
      </p:grpSpPr>
      <p:sp>
        <p:nvSpPr>
          <p:cNvPr id="2" name="Shape 0"/>
          <p:cNvSpPr/>
          <p:nvPr/>
        </p:nvSpPr>
        <p:spPr>
          <a:xfrm>
            <a:off x="548640" y="384048"/>
            <a:ext cx="384048" cy="384048"/>
          </a:xfrm>
          <a:prstGeom prst="ellipse">
            <a:avLst/>
          </a:prstGeom>
          <a:solidFill>
            <a:srgbClr val="2E5A46"/>
          </a:solidFill>
          <a:ln w="12700">
            <a:solidFill>
              <a:srgbClr val="2E5A46"/>
            </a:solidFill>
            <a:prstDash val="solid"/>
          </a:ln>
        </p:spPr>
      </p:sp>
      <p:sp>
        <p:nvSpPr>
          <p:cNvPr id="3" name="Text 1"/>
          <p:cNvSpPr txBox="1"/>
          <p:nvPr/>
        </p:nvSpPr>
        <p:spPr>
          <a:xfrm>
            <a:off x="548640" y="38404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algun Gothic" pitchFamily="34" charset="0"/>
                <a:ea typeface="Malgun Gothic" pitchFamily="34" charset="-122"/>
                <a:cs typeface="Malgun Gothic" pitchFamily="34" charset="-120"/>
              </a:rPr>
              <a:t>08</a:t>
            </a:r>
            <a:endParaRPr lang="en-US" sz="1300" dirty="0"/>
          </a:p>
        </p:txBody>
      </p:sp>
      <p:sp>
        <p:nvSpPr>
          <p:cNvPr id="4" name="Text 2"/>
          <p:cNvSpPr txBox="1"/>
          <p:nvPr/>
        </p:nvSpPr>
        <p:spPr>
          <a:xfrm>
            <a:off x="1042416" y="384048"/>
            <a:ext cx="5486400" cy="384048"/>
          </a:xfrm>
          <a:prstGeom prst="rect">
            <a:avLst/>
          </a:prstGeom>
          <a:noFill/>
          <a:ln/>
        </p:spPr>
        <p:txBody>
          <a:bodyPr wrap="square" lIns="0" tIns="0" rIns="0" bIns="0" rtlCol="0" anchor="ctr"/>
          <a:lstStyle/>
          <a:p>
            <a:pPr indent="0" marL="0">
              <a:buNone/>
            </a:pPr>
            <a:r>
              <a:rPr lang="en-US" sz="1400" b="1" spc="200" kern="0" dirty="0">
                <a:solidFill>
                  <a:srgbClr val="B5654A"/>
                </a:solidFill>
                <a:latin typeface="Malgun Gothic" pitchFamily="34" charset="0"/>
                <a:ea typeface="Malgun Gothic" pitchFamily="34" charset="-122"/>
                <a:cs typeface="Malgun Gothic" pitchFamily="34" charset="-120"/>
              </a:rPr>
              <a:t>RESULT · 원본 · 정제 데이터 비교</a:t>
            </a:r>
            <a:endParaRPr lang="en-US" sz="1400" dirty="0"/>
          </a:p>
        </p:txBody>
      </p:sp>
      <p:sp>
        <p:nvSpPr>
          <p:cNvPr id="5" name="Text 3"/>
          <p:cNvSpPr txBox="1"/>
          <p:nvPr/>
        </p:nvSpPr>
        <p:spPr>
          <a:xfrm>
            <a:off x="548640" y="896112"/>
            <a:ext cx="11064240" cy="731520"/>
          </a:xfrm>
          <a:prstGeom prst="rect">
            <a:avLst/>
          </a:prstGeom>
          <a:noFill/>
          <a:ln/>
        </p:spPr>
        <p:txBody>
          <a:bodyPr wrap="square" lIns="0" tIns="0" rIns="0" bIns="0" rtlCol="0" anchor="ctr"/>
          <a:lstStyle/>
          <a:p>
            <a:pPr indent="0" marL="0">
              <a:buNone/>
            </a:pPr>
            <a:r>
              <a:rPr lang="en-US" sz="3400" b="1" dirty="0">
                <a:solidFill>
                  <a:srgbClr val="1E2621"/>
                </a:solidFill>
                <a:latin typeface="Malgun Gothic" pitchFamily="34" charset="0"/>
                <a:ea typeface="Malgun Gothic" pitchFamily="34" charset="-122"/>
                <a:cs typeface="Malgun Gothic" pitchFamily="34" charset="-120"/>
              </a:rPr>
              <a:t>원본 한 건이, 이렇게 정제됩니다</a:t>
            </a:r>
            <a:endParaRPr lang="en-US" sz="3400" dirty="0"/>
          </a:p>
        </p:txBody>
      </p:sp>
      <p:sp>
        <p:nvSpPr>
          <p:cNvPr id="6" name="Text 4"/>
          <p:cNvSpPr txBox="1"/>
          <p:nvPr/>
        </p:nvSpPr>
        <p:spPr>
          <a:xfrm>
            <a:off x="548640" y="1600200"/>
            <a:ext cx="10972800" cy="310896"/>
          </a:xfrm>
          <a:prstGeom prst="rect">
            <a:avLst/>
          </a:prstGeom>
          <a:noFill/>
          <a:ln/>
        </p:spPr>
        <p:txBody>
          <a:bodyPr wrap="square" lIns="0" tIns="0" rIns="0" bIns="0" rtlCol="0" anchor="t"/>
          <a:lstStyle/>
          <a:p>
            <a:pPr indent="0" marL="0">
              <a:buNone/>
            </a:pPr>
            <a:r>
              <a:rPr lang="en-US" sz="1450" b="1" dirty="0">
                <a:solidFill>
                  <a:srgbClr val="5E5B52"/>
                </a:solidFill>
                <a:latin typeface="Malgun Gothic" pitchFamily="34" charset="0"/>
                <a:ea typeface="Malgun Gothic" pitchFamily="34" charset="-122"/>
                <a:cs typeface="Malgun Gothic" pitchFamily="34" charset="-120"/>
              </a:rPr>
              <a:t>AED 원본의 같은 기기(serialSeq) 한 건을 RAW와 PROCESSED에서 비교</a:t>
            </a:r>
            <a:endParaRPr lang="en-US" sz="145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48640" y="2057400"/>
          <a:ext cx="11091672" cy="914400"/>
        </p:xfrm>
        <a:graphic>
          <a:graphicData uri="http://schemas.openxmlformats.org/drawingml/2006/table">
            <a:tbl>
              <a:tblPr/>
              <a:tblGrid>
                <a:gridCol w="2651760"/>
                <a:gridCol w="3291840"/>
                <a:gridCol w="3291840"/>
                <a:gridCol w="1856232"/>
              </a:tblGrid>
              <a:tr h="393192">
                <a:tc>
                  <a:txBody>
                    <a:bodyPr/>
                    <a:lstStyle/>
                    <a:p>
                      <a:pPr algn="ctr" indent="0" marL="0">
                        <a:buNone/>
                      </a:pPr>
                      <a:r>
                        <a:rPr lang="en-US" sz="1250" b="1" dirty="0">
                          <a:solidFill>
                            <a:srgbClr val="FFFFFF"/>
                          </a:solidFill>
                          <a:latin typeface="Malgun Gothic" pitchFamily="34" charset="0"/>
                          <a:ea typeface="Malgun Gothic" pitchFamily="34" charset="-122"/>
                          <a:cs typeface="Malgun Gothic" pitchFamily="34" charset="-120"/>
                        </a:rPr>
                        <a:t>컬럼</a:t>
                      </a:r>
                      <a:endParaRPr lang="en-US" sz="1250" dirty="0">
                        <a:latin typeface="Malgun Gothic" charset="0"/>
                        <a:ea typeface="Malgun Gothic" charset="0"/>
                        <a:cs typeface="Malgun Gothic" charset="0"/>
                      </a:endParaRPr>
                    </a:p>
                  </a:txBody>
                  <a:tcPr marL="109728" marR="109728" marT="27432" marB="27432" anchor="ctr">
                    <a:lnL w="12700" cap="flat" cmpd="sng" algn="ctr">
                      <a:solidFill>
                        <a:srgbClr val="D8CBB2"/>
                      </a:solidFill>
                      <a:prstDash val="solid"/>
                      <a:round/>
                      <a:headEnd type="none" w="med" len="med"/>
                      <a:tailEnd type="none" w="med" len="med"/>
                    </a:lnL>
                    <a:lnR w="12700" cap="flat" cmpd="sng" algn="ctr">
                      <a:solidFill>
                        <a:srgbClr val="D8CBB2"/>
                      </a:solidFill>
                      <a:prstDash val="solid"/>
                      <a:round/>
                      <a:headEnd type="none" w="med" len="med"/>
                      <a:tailEnd type="none" w="med" len="med"/>
                    </a:lnR>
                    <a:lnT w="12700" cap="flat" cmpd="sng" algn="ctr">
                      <a:solidFill>
                        <a:srgbClr val="D8CBB2"/>
                      </a:solidFill>
                      <a:prstDash val="solid"/>
                      <a:round/>
                      <a:headEnd type="none" w="med" len="med"/>
                      <a:tailEnd type="none" w="med" len="med"/>
                    </a:lnT>
                    <a:lnB w="12700" cap="flat" cmpd="sng" algn="ctr">
                      <a:solidFill>
                        <a:srgbClr val="D8CBB2"/>
                      </a:solidFill>
                      <a:prstDash val="solid"/>
                      <a:round/>
                      <a:headEnd type="none" w="med" len="med"/>
                      <a:tailEnd type="none" w="med" len="med"/>
                    </a:lnB>
                    <a:solidFill>
                      <a:srgbClr val="2E5A46"/>
                    </a:solidFill>
                  </a:tcPr>
                </a:tc>
                <a:tc>
                  <a:txBody>
                    <a:bodyPr/>
                    <a:lstStyle/>
                    <a:p>
                      <a:pPr algn="ctr" indent="0" marL="0">
                        <a:buNone/>
                      </a:pPr>
                      <a:r>
                        <a:rPr lang="en-US" sz="1250" b="1" dirty="0">
                          <a:solidFill>
                            <a:srgbClr val="FFFFFF"/>
                          </a:solidFill>
                          <a:latin typeface="Malgun Gothic" pitchFamily="34" charset="0"/>
                          <a:ea typeface="Malgun Gothic" pitchFamily="34" charset="-122"/>
                          <a:cs typeface="Malgun Gothic" pitchFamily="34" charset="-120"/>
                        </a:rPr>
                        <a:t>RAW 원본</a:t>
                      </a:r>
                      <a:endParaRPr lang="en-US" sz="1250" dirty="0">
                        <a:latin typeface="Malgun Gothic" charset="0"/>
                        <a:ea typeface="Malgun Gothic" charset="0"/>
                        <a:cs typeface="Malgun Gothic" charset="0"/>
                      </a:endParaRPr>
                    </a:p>
                  </a:txBody>
                  <a:tcPr marL="109728" marR="109728" marT="27432" marB="27432" anchor="ctr">
                    <a:lnL w="12700" cap="flat" cmpd="sng" algn="ctr">
                      <a:solidFill>
                        <a:srgbClr val="D8CBB2"/>
                      </a:solidFill>
                      <a:prstDash val="solid"/>
                      <a:round/>
                      <a:headEnd type="none" w="med" len="med"/>
                      <a:tailEnd type="none" w="med" len="med"/>
                    </a:lnL>
                    <a:lnR w="12700" cap="flat" cmpd="sng" algn="ctr">
                      <a:solidFill>
                        <a:srgbClr val="D8CBB2"/>
                      </a:solidFill>
                      <a:prstDash val="solid"/>
                      <a:round/>
                      <a:headEnd type="none" w="med" len="med"/>
                      <a:tailEnd type="none" w="med" len="med"/>
                    </a:lnR>
                    <a:lnT w="12700" cap="flat" cmpd="sng" algn="ctr">
                      <a:solidFill>
                        <a:srgbClr val="D8CBB2"/>
                      </a:solidFill>
                      <a:prstDash val="solid"/>
                      <a:round/>
                      <a:headEnd type="none" w="med" len="med"/>
                      <a:tailEnd type="none" w="med" len="med"/>
                    </a:lnT>
                    <a:lnB w="12700" cap="flat" cmpd="sng" algn="ctr">
                      <a:solidFill>
                        <a:srgbClr val="D8CBB2"/>
                      </a:solidFill>
                      <a:prstDash val="solid"/>
                      <a:round/>
                      <a:headEnd type="none" w="med" len="med"/>
                      <a:tailEnd type="none" w="med" len="med"/>
                    </a:lnB>
                    <a:solidFill>
                      <a:srgbClr val="2E5A46"/>
                    </a:solidFill>
                  </a:tcPr>
                </a:tc>
                <a:tc>
                  <a:txBody>
                    <a:bodyPr/>
                    <a:lstStyle/>
                    <a:p>
                      <a:pPr algn="ctr" indent="0" marL="0">
                        <a:buNone/>
                      </a:pPr>
                      <a:r>
                        <a:rPr lang="en-US" sz="1250" b="1" dirty="0">
                          <a:solidFill>
                            <a:srgbClr val="FFFFFF"/>
                          </a:solidFill>
                          <a:latin typeface="Malgun Gothic" pitchFamily="34" charset="0"/>
                          <a:ea typeface="Malgun Gothic" pitchFamily="34" charset="-122"/>
                          <a:cs typeface="Malgun Gothic" pitchFamily="34" charset="-120"/>
                        </a:rPr>
                        <a:t>PROCESSED 정제</a:t>
                      </a:r>
                      <a:endParaRPr lang="en-US" sz="1250" dirty="0">
                        <a:latin typeface="Malgun Gothic" charset="0"/>
                        <a:ea typeface="Malgun Gothic" charset="0"/>
                        <a:cs typeface="Malgun Gothic" charset="0"/>
                      </a:endParaRPr>
                    </a:p>
                  </a:txBody>
                  <a:tcPr marL="109728" marR="109728" marT="27432" marB="27432" anchor="ctr">
                    <a:lnL w="12700" cap="flat" cmpd="sng" algn="ctr">
                      <a:solidFill>
                        <a:srgbClr val="D8CBB2"/>
                      </a:solidFill>
                      <a:prstDash val="solid"/>
                      <a:round/>
                      <a:headEnd type="none" w="med" len="med"/>
                      <a:tailEnd type="none" w="med" len="med"/>
                    </a:lnL>
                    <a:lnR w="12700" cap="flat" cmpd="sng" algn="ctr">
                      <a:solidFill>
                        <a:srgbClr val="D8CBB2"/>
                      </a:solidFill>
                      <a:prstDash val="solid"/>
                      <a:round/>
                      <a:headEnd type="none" w="med" len="med"/>
                      <a:tailEnd type="none" w="med" len="med"/>
                    </a:lnR>
                    <a:lnT w="12700" cap="flat" cmpd="sng" algn="ctr">
                      <a:solidFill>
                        <a:srgbClr val="D8CBB2"/>
                      </a:solidFill>
                      <a:prstDash val="solid"/>
                      <a:round/>
                      <a:headEnd type="none" w="med" len="med"/>
                      <a:tailEnd type="none" w="med" len="med"/>
                    </a:lnT>
                    <a:lnB w="12700" cap="flat" cmpd="sng" algn="ctr">
                      <a:solidFill>
                        <a:srgbClr val="D8CBB2"/>
                      </a:solidFill>
                      <a:prstDash val="solid"/>
                      <a:round/>
                      <a:headEnd type="none" w="med" len="med"/>
                      <a:tailEnd type="none" w="med" len="med"/>
                    </a:lnB>
                    <a:solidFill>
                      <a:srgbClr val="2E5A46"/>
                    </a:solidFill>
                  </a:tcPr>
                </a:tc>
                <a:tc>
                  <a:txBody>
                    <a:bodyPr/>
                    <a:lstStyle/>
                    <a:p>
                      <a:pPr algn="ctr" indent="0" marL="0">
                        <a:buNone/>
                      </a:pPr>
                      <a:r>
                        <a:rPr lang="en-US" sz="1250" b="1" dirty="0">
                          <a:solidFill>
                            <a:srgbClr val="FFFFFF"/>
                          </a:solidFill>
                          <a:latin typeface="Malgun Gothic" pitchFamily="34" charset="0"/>
                          <a:ea typeface="Malgun Gothic" pitchFamily="34" charset="-122"/>
                          <a:cs typeface="Malgun Gothic" pitchFamily="34" charset="-120"/>
                        </a:rPr>
                        <a:t>변화</a:t>
                      </a:r>
                      <a:endParaRPr lang="en-US" sz="1250" dirty="0">
                        <a:latin typeface="Malgun Gothic" charset="0"/>
                        <a:ea typeface="Malgun Gothic" charset="0"/>
                        <a:cs typeface="Malgun Gothic" charset="0"/>
                      </a:endParaRPr>
                    </a:p>
                  </a:txBody>
                  <a:tcPr marL="109728" marR="109728" marT="27432" marB="27432" anchor="ctr">
                    <a:lnL w="12700" cap="flat" cmpd="sng" algn="ctr">
                      <a:solidFill>
                        <a:srgbClr val="D8CBB2"/>
                      </a:solidFill>
                      <a:prstDash val="solid"/>
                      <a:round/>
                      <a:headEnd type="none" w="med" len="med"/>
                      <a:tailEnd type="none" w="med" len="med"/>
                    </a:lnL>
                    <a:lnR w="12700" cap="flat" cmpd="sng" algn="ctr">
                      <a:solidFill>
                        <a:srgbClr val="D8CBB2"/>
                      </a:solidFill>
                      <a:prstDash val="solid"/>
                      <a:round/>
                      <a:headEnd type="none" w="med" len="med"/>
                      <a:tailEnd type="none" w="med" len="med"/>
                    </a:lnR>
                    <a:lnT w="12700" cap="flat" cmpd="sng" algn="ctr">
                      <a:solidFill>
                        <a:srgbClr val="D8CBB2"/>
                      </a:solidFill>
                      <a:prstDash val="solid"/>
                      <a:round/>
                      <a:headEnd type="none" w="med" len="med"/>
                      <a:tailEnd type="none" w="med" len="med"/>
                    </a:lnT>
                    <a:lnB w="12700" cap="flat" cmpd="sng" algn="ctr">
                      <a:solidFill>
                        <a:srgbClr val="D8CBB2"/>
                      </a:solidFill>
                      <a:prstDash val="solid"/>
                      <a:round/>
                      <a:headEnd type="none" w="med" len="med"/>
                      <a:tailEnd type="none" w="med" len="med"/>
                    </a:lnB>
                    <a:solidFill>
                      <a:srgbClr val="2E5A46"/>
                    </a:solidFill>
                  </a:tcPr>
                </a:tc>
              </a:tr>
              <a:tr h="393192">
                <a:tc>
                  <a:txBody>
                    <a:bodyPr/>
                    <a:lstStyle/>
                    <a:p>
                      <a:pPr indent="0" marL="0">
                        <a:buNone/>
                      </a:pPr>
                      <a:r>
                        <a:rPr lang="en-US" sz="1200" b="1" dirty="0">
                          <a:solidFill>
                            <a:srgbClr val="1E2621"/>
                          </a:solidFill>
                          <a:latin typeface="Malgun Gothic" pitchFamily="34" charset="0"/>
                          <a:ea typeface="Malgun Gothic" pitchFamily="34" charset="-122"/>
                          <a:cs typeface="Malgun Gothic" pitchFamily="34" charset="-120"/>
                        </a:rPr>
                        <a:t>serialSeq 기기번호</a:t>
                      </a:r>
                      <a:endParaRPr lang="en-US" sz="1200" dirty="0">
                        <a:latin typeface="Malgun Gothic" charset="0"/>
                        <a:ea typeface="Malgun Gothic" charset="0"/>
                        <a:cs typeface="Malgun Gothic" charset="0"/>
                      </a:endParaRPr>
                    </a:p>
                  </a:txBody>
                  <a:tcPr marL="109728" marR="109728" marT="27432" marB="27432" anchor="ctr">
                    <a:lnL w="12700" cap="flat" cmpd="sng" algn="ctr">
                      <a:solidFill>
                        <a:srgbClr val="D8CBB2"/>
                      </a:solidFill>
                      <a:prstDash val="solid"/>
                      <a:round/>
                      <a:headEnd type="none" w="med" len="med"/>
                      <a:tailEnd type="none" w="med" len="med"/>
                    </a:lnL>
                    <a:lnR w="12700" cap="flat" cmpd="sng" algn="ctr">
                      <a:solidFill>
                        <a:srgbClr val="D8CBB2"/>
                      </a:solidFill>
                      <a:prstDash val="solid"/>
                      <a:round/>
                      <a:headEnd type="none" w="med" len="med"/>
                      <a:tailEnd type="none" w="med" len="med"/>
                    </a:lnR>
                    <a:lnT w="12700" cap="flat" cmpd="sng" algn="ctr">
                      <a:solidFill>
                        <a:srgbClr val="D8CBB2"/>
                      </a:solidFill>
                      <a:prstDash val="solid"/>
                      <a:round/>
                      <a:headEnd type="none" w="med" len="med"/>
                      <a:tailEnd type="none" w="med" len="med"/>
                    </a:lnT>
                    <a:lnB w="12700" cap="flat" cmpd="sng" algn="ctr">
                      <a:solidFill>
                        <a:srgbClr val="D8CBB2"/>
                      </a:solidFill>
                      <a:prstDash val="solid"/>
                      <a:round/>
                      <a:headEnd type="none" w="med" len="med"/>
                      <a:tailEnd type="none" w="med" len="med"/>
                    </a:lnB>
                    <a:solidFill>
                      <a:srgbClr val="FFFFFF"/>
                    </a:solidFill>
                  </a:tcPr>
                </a:tc>
                <a:tc>
                  <a:txBody>
                    <a:bodyPr/>
                    <a:lstStyle/>
                    <a:p>
                      <a:pPr indent="0" marL="0">
                        <a:buNone/>
                      </a:pPr>
                      <a:r>
                        <a:rPr lang="en-US" sz="1200" b="1" dirty="0">
                          <a:solidFill>
                            <a:srgbClr val="5E5B52"/>
                          </a:solidFill>
                          <a:latin typeface="Malgun Gothic" pitchFamily="34" charset="0"/>
                          <a:ea typeface="Malgun Gothic" pitchFamily="34" charset="-122"/>
                          <a:cs typeface="Malgun Gothic" pitchFamily="34" charset="-120"/>
                        </a:rPr>
                        <a:t>"030-250224-184677"</a:t>
                      </a:r>
                      <a:endParaRPr lang="en-US" sz="1200" dirty="0">
                        <a:latin typeface="Malgun Gothic" charset="0"/>
                        <a:ea typeface="Malgun Gothic" charset="0"/>
                        <a:cs typeface="Malgun Gothic" charset="0"/>
                      </a:endParaRPr>
                    </a:p>
                  </a:txBody>
                  <a:tcPr marL="109728" marR="109728" marT="27432" marB="27432" anchor="ctr">
                    <a:lnL w="12700" cap="flat" cmpd="sng" algn="ctr">
                      <a:solidFill>
                        <a:srgbClr val="D8CBB2"/>
                      </a:solidFill>
                      <a:prstDash val="solid"/>
                      <a:round/>
                      <a:headEnd type="none" w="med" len="med"/>
                      <a:tailEnd type="none" w="med" len="med"/>
                    </a:lnL>
                    <a:lnR w="12700" cap="flat" cmpd="sng" algn="ctr">
                      <a:solidFill>
                        <a:srgbClr val="D8CBB2"/>
                      </a:solidFill>
                      <a:prstDash val="solid"/>
                      <a:round/>
                      <a:headEnd type="none" w="med" len="med"/>
                      <a:tailEnd type="none" w="med" len="med"/>
                    </a:lnR>
                    <a:lnT w="12700" cap="flat" cmpd="sng" algn="ctr">
                      <a:solidFill>
                        <a:srgbClr val="D8CBB2"/>
                      </a:solidFill>
                      <a:prstDash val="solid"/>
                      <a:round/>
                      <a:headEnd type="none" w="med" len="med"/>
                      <a:tailEnd type="none" w="med" len="med"/>
                    </a:lnT>
                    <a:lnB w="12700" cap="flat" cmpd="sng" algn="ctr">
                      <a:solidFill>
                        <a:srgbClr val="D8CBB2"/>
                      </a:solidFill>
                      <a:prstDash val="solid"/>
                      <a:round/>
                      <a:headEnd type="none" w="med" len="med"/>
                      <a:tailEnd type="none" w="med" len="med"/>
                    </a:lnB>
                    <a:solidFill>
                      <a:srgbClr val="FFFFFF"/>
                    </a:solidFill>
                  </a:tcPr>
                </a:tc>
                <a:tc>
                  <a:txBody>
                    <a:bodyPr/>
                    <a:lstStyle/>
                    <a:p>
                      <a:pPr indent="0" marL="0">
                        <a:buNone/>
                      </a:pPr>
                      <a:r>
                        <a:rPr lang="en-US" sz="1200" b="1" dirty="0">
                          <a:solidFill>
                            <a:srgbClr val="1E2621"/>
                          </a:solidFill>
                          <a:latin typeface="Malgun Gothic" pitchFamily="34" charset="0"/>
                          <a:ea typeface="Malgun Gothic" pitchFamily="34" charset="-122"/>
                          <a:cs typeface="Malgun Gothic" pitchFamily="34" charset="-120"/>
                        </a:rPr>
                        <a:t>"030-250224-184677"</a:t>
                      </a:r>
                      <a:endParaRPr lang="en-US" sz="1200" dirty="0">
                        <a:latin typeface="Malgun Gothic" charset="0"/>
                        <a:ea typeface="Malgun Gothic" charset="0"/>
                        <a:cs typeface="Malgun Gothic" charset="0"/>
                      </a:endParaRPr>
                    </a:p>
                  </a:txBody>
                  <a:tcPr marL="109728" marR="109728" marT="27432" marB="27432" anchor="ctr">
                    <a:lnL w="12700" cap="flat" cmpd="sng" algn="ctr">
                      <a:solidFill>
                        <a:srgbClr val="D8CBB2"/>
                      </a:solidFill>
                      <a:prstDash val="solid"/>
                      <a:round/>
                      <a:headEnd type="none" w="med" len="med"/>
                      <a:tailEnd type="none" w="med" len="med"/>
                    </a:lnL>
                    <a:lnR w="12700" cap="flat" cmpd="sng" algn="ctr">
                      <a:solidFill>
                        <a:srgbClr val="D8CBB2"/>
                      </a:solidFill>
                      <a:prstDash val="solid"/>
                      <a:round/>
                      <a:headEnd type="none" w="med" len="med"/>
                      <a:tailEnd type="none" w="med" len="med"/>
                    </a:lnR>
                    <a:lnT w="12700" cap="flat" cmpd="sng" algn="ctr">
                      <a:solidFill>
                        <a:srgbClr val="D8CBB2"/>
                      </a:solidFill>
                      <a:prstDash val="solid"/>
                      <a:round/>
                      <a:headEnd type="none" w="med" len="med"/>
                      <a:tailEnd type="none" w="med" len="med"/>
                    </a:lnT>
                    <a:lnB w="12700" cap="flat" cmpd="sng" algn="ctr">
                      <a:solidFill>
                        <a:srgbClr val="D8CBB2"/>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2E5A46"/>
                          </a:solidFill>
                          <a:latin typeface="Malgun Gothic" pitchFamily="34" charset="0"/>
                          <a:ea typeface="Malgun Gothic" pitchFamily="34" charset="-122"/>
                          <a:cs typeface="Malgun Gothic" pitchFamily="34" charset="-120"/>
                        </a:rPr>
                        <a:t>유지</a:t>
                      </a:r>
                      <a:endParaRPr lang="en-US" sz="1200" dirty="0">
                        <a:latin typeface="Malgun Gothic" charset="0"/>
                        <a:ea typeface="Malgun Gothic" charset="0"/>
                        <a:cs typeface="Malgun Gothic" charset="0"/>
                      </a:endParaRPr>
                    </a:p>
                  </a:txBody>
                  <a:tcPr marL="109728" marR="109728" marT="27432" marB="27432" anchor="ctr">
                    <a:lnL w="12700" cap="flat" cmpd="sng" algn="ctr">
                      <a:solidFill>
                        <a:srgbClr val="D8CBB2"/>
                      </a:solidFill>
                      <a:prstDash val="solid"/>
                      <a:round/>
                      <a:headEnd type="none" w="med" len="med"/>
                      <a:tailEnd type="none" w="med" len="med"/>
                    </a:lnL>
                    <a:lnR w="12700" cap="flat" cmpd="sng" algn="ctr">
                      <a:solidFill>
                        <a:srgbClr val="D8CBB2"/>
                      </a:solidFill>
                      <a:prstDash val="solid"/>
                      <a:round/>
                      <a:headEnd type="none" w="med" len="med"/>
                      <a:tailEnd type="none" w="med" len="med"/>
                    </a:lnR>
                    <a:lnT w="12700" cap="flat" cmpd="sng" algn="ctr">
                      <a:solidFill>
                        <a:srgbClr val="D8CBB2"/>
                      </a:solidFill>
                      <a:prstDash val="solid"/>
                      <a:round/>
                      <a:headEnd type="none" w="med" len="med"/>
                      <a:tailEnd type="none" w="med" len="med"/>
                    </a:lnT>
                    <a:lnB w="12700" cap="flat" cmpd="sng" algn="ctr">
                      <a:solidFill>
                        <a:srgbClr val="D8CBB2"/>
                      </a:solidFill>
                      <a:prstDash val="solid"/>
                      <a:round/>
                      <a:headEnd type="none" w="med" len="med"/>
                      <a:tailEnd type="none" w="med" len="med"/>
                    </a:lnB>
                    <a:solidFill>
                      <a:srgbClr val="FFFFFF"/>
                    </a:solidFill>
                  </a:tcPr>
                </a:tc>
              </a:tr>
              <a:tr h="393192">
                <a:tc>
                  <a:txBody>
                    <a:bodyPr/>
                    <a:lstStyle/>
                    <a:p>
                      <a:pPr indent="0" marL="0">
                        <a:buNone/>
                      </a:pPr>
                      <a:r>
                        <a:rPr lang="en-US" sz="1200" b="1" dirty="0">
                          <a:solidFill>
                            <a:srgbClr val="1E2621"/>
                          </a:solidFill>
                          <a:latin typeface="Malgun Gothic" pitchFamily="34" charset="0"/>
                          <a:ea typeface="Malgun Gothic" pitchFamily="34" charset="-122"/>
                          <a:cs typeface="Malgun Gothic" pitchFamily="34" charset="-120"/>
                        </a:rPr>
                        <a:t>sido 시도</a:t>
                      </a:r>
                      <a:endParaRPr lang="en-US" sz="1200" dirty="0">
                        <a:latin typeface="Malgun Gothic" charset="0"/>
                        <a:ea typeface="Malgun Gothic" charset="0"/>
                        <a:cs typeface="Malgun Gothic" charset="0"/>
                      </a:endParaRPr>
                    </a:p>
                  </a:txBody>
                  <a:tcPr marL="109728" marR="109728" marT="27432" marB="27432" anchor="ctr">
                    <a:lnL w="12700" cap="flat" cmpd="sng" algn="ctr">
                      <a:solidFill>
                        <a:srgbClr val="D8CBB2"/>
                      </a:solidFill>
                      <a:prstDash val="solid"/>
                      <a:round/>
                      <a:headEnd type="none" w="med" len="med"/>
                      <a:tailEnd type="none" w="med" len="med"/>
                    </a:lnL>
                    <a:lnR w="12700" cap="flat" cmpd="sng" algn="ctr">
                      <a:solidFill>
                        <a:srgbClr val="D8CBB2"/>
                      </a:solidFill>
                      <a:prstDash val="solid"/>
                      <a:round/>
                      <a:headEnd type="none" w="med" len="med"/>
                      <a:tailEnd type="none" w="med" len="med"/>
                    </a:lnR>
                    <a:lnT w="12700" cap="flat" cmpd="sng" algn="ctr">
                      <a:solidFill>
                        <a:srgbClr val="D8CBB2"/>
                      </a:solidFill>
                      <a:prstDash val="solid"/>
                      <a:round/>
                      <a:headEnd type="none" w="med" len="med"/>
                      <a:tailEnd type="none" w="med" len="med"/>
                    </a:lnT>
                    <a:lnB w="12700" cap="flat" cmpd="sng" algn="ctr">
                      <a:solidFill>
                        <a:srgbClr val="D8CBB2"/>
                      </a:solidFill>
                      <a:prstDash val="solid"/>
                      <a:round/>
                      <a:headEnd type="none" w="med" len="med"/>
                      <a:tailEnd type="none" w="med" len="med"/>
                    </a:lnB>
                    <a:solidFill>
                      <a:srgbClr val="FFFFFF"/>
                    </a:solidFill>
                  </a:tcPr>
                </a:tc>
                <a:tc>
                  <a:txBody>
                    <a:bodyPr/>
                    <a:lstStyle/>
                    <a:p>
                      <a:pPr indent="0" marL="0">
                        <a:buNone/>
                      </a:pPr>
                      <a:r>
                        <a:rPr lang="en-US" sz="1200" b="1" dirty="0">
                          <a:solidFill>
                            <a:srgbClr val="5E5B52"/>
                          </a:solidFill>
                          <a:latin typeface="Malgun Gothic" pitchFamily="34" charset="0"/>
                          <a:ea typeface="Malgun Gothic" pitchFamily="34" charset="-122"/>
                          <a:cs typeface="Malgun Gothic" pitchFamily="34" charset="-120"/>
                        </a:rPr>
                        <a:t>"서울특별시"</a:t>
                      </a:r>
                      <a:endParaRPr lang="en-US" sz="1200" dirty="0">
                        <a:latin typeface="Malgun Gothic" charset="0"/>
                        <a:ea typeface="Malgun Gothic" charset="0"/>
                        <a:cs typeface="Malgun Gothic" charset="0"/>
                      </a:endParaRPr>
                    </a:p>
                  </a:txBody>
                  <a:tcPr marL="109728" marR="109728" marT="27432" marB="27432" anchor="ctr">
                    <a:lnL w="12700" cap="flat" cmpd="sng" algn="ctr">
                      <a:solidFill>
                        <a:srgbClr val="D8CBB2"/>
                      </a:solidFill>
                      <a:prstDash val="solid"/>
                      <a:round/>
                      <a:headEnd type="none" w="med" len="med"/>
                      <a:tailEnd type="none" w="med" len="med"/>
                    </a:lnL>
                    <a:lnR w="12700" cap="flat" cmpd="sng" algn="ctr">
                      <a:solidFill>
                        <a:srgbClr val="D8CBB2"/>
                      </a:solidFill>
                      <a:prstDash val="solid"/>
                      <a:round/>
                      <a:headEnd type="none" w="med" len="med"/>
                      <a:tailEnd type="none" w="med" len="med"/>
                    </a:lnR>
                    <a:lnT w="12700" cap="flat" cmpd="sng" algn="ctr">
                      <a:solidFill>
                        <a:srgbClr val="D8CBB2"/>
                      </a:solidFill>
                      <a:prstDash val="solid"/>
                      <a:round/>
                      <a:headEnd type="none" w="med" len="med"/>
                      <a:tailEnd type="none" w="med" len="med"/>
                    </a:lnT>
                    <a:lnB w="12700" cap="flat" cmpd="sng" algn="ctr">
                      <a:solidFill>
                        <a:srgbClr val="D8CBB2"/>
                      </a:solidFill>
                      <a:prstDash val="solid"/>
                      <a:round/>
                      <a:headEnd type="none" w="med" len="med"/>
                      <a:tailEnd type="none" w="med" len="med"/>
                    </a:lnB>
                    <a:solidFill>
                      <a:srgbClr val="FFFFFF"/>
                    </a:solidFill>
                  </a:tcPr>
                </a:tc>
                <a:tc>
                  <a:txBody>
                    <a:bodyPr/>
                    <a:lstStyle/>
                    <a:p>
                      <a:pPr indent="0" marL="0">
                        <a:buNone/>
                      </a:pPr>
                      <a:r>
                        <a:rPr lang="en-US" sz="1200" b="1" dirty="0">
                          <a:solidFill>
                            <a:srgbClr val="1E2621"/>
                          </a:solidFill>
                          <a:latin typeface="Malgun Gothic" pitchFamily="34" charset="0"/>
                          <a:ea typeface="Malgun Gothic" pitchFamily="34" charset="-122"/>
                          <a:cs typeface="Malgun Gothic" pitchFamily="34" charset="-120"/>
                        </a:rPr>
                        <a:t>"서울특별시"</a:t>
                      </a:r>
                      <a:endParaRPr lang="en-US" sz="1200" dirty="0">
                        <a:latin typeface="Malgun Gothic" charset="0"/>
                        <a:ea typeface="Malgun Gothic" charset="0"/>
                        <a:cs typeface="Malgun Gothic" charset="0"/>
                      </a:endParaRPr>
                    </a:p>
                  </a:txBody>
                  <a:tcPr marL="109728" marR="109728" marT="27432" marB="27432" anchor="ctr">
                    <a:lnL w="12700" cap="flat" cmpd="sng" algn="ctr">
                      <a:solidFill>
                        <a:srgbClr val="D8CBB2"/>
                      </a:solidFill>
                      <a:prstDash val="solid"/>
                      <a:round/>
                      <a:headEnd type="none" w="med" len="med"/>
                      <a:tailEnd type="none" w="med" len="med"/>
                    </a:lnL>
                    <a:lnR w="12700" cap="flat" cmpd="sng" algn="ctr">
                      <a:solidFill>
                        <a:srgbClr val="D8CBB2"/>
                      </a:solidFill>
                      <a:prstDash val="solid"/>
                      <a:round/>
                      <a:headEnd type="none" w="med" len="med"/>
                      <a:tailEnd type="none" w="med" len="med"/>
                    </a:lnR>
                    <a:lnT w="12700" cap="flat" cmpd="sng" algn="ctr">
                      <a:solidFill>
                        <a:srgbClr val="D8CBB2"/>
                      </a:solidFill>
                      <a:prstDash val="solid"/>
                      <a:round/>
                      <a:headEnd type="none" w="med" len="med"/>
                      <a:tailEnd type="none" w="med" len="med"/>
                    </a:lnT>
                    <a:lnB w="12700" cap="flat" cmpd="sng" algn="ctr">
                      <a:solidFill>
                        <a:srgbClr val="D8CBB2"/>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2E5A46"/>
                          </a:solidFill>
                          <a:latin typeface="Malgun Gothic" pitchFamily="34" charset="0"/>
                          <a:ea typeface="Malgun Gothic" pitchFamily="34" charset="-122"/>
                          <a:cs typeface="Malgun Gothic" pitchFamily="34" charset="-120"/>
                        </a:rPr>
                        <a:t>유지</a:t>
                      </a:r>
                      <a:endParaRPr lang="en-US" sz="1200" dirty="0">
                        <a:latin typeface="Malgun Gothic" charset="0"/>
                        <a:ea typeface="Malgun Gothic" charset="0"/>
                        <a:cs typeface="Malgun Gothic" charset="0"/>
                      </a:endParaRPr>
                    </a:p>
                  </a:txBody>
                  <a:tcPr marL="109728" marR="109728" marT="27432" marB="27432" anchor="ctr">
                    <a:lnL w="12700" cap="flat" cmpd="sng" algn="ctr">
                      <a:solidFill>
                        <a:srgbClr val="D8CBB2"/>
                      </a:solidFill>
                      <a:prstDash val="solid"/>
                      <a:round/>
                      <a:headEnd type="none" w="med" len="med"/>
                      <a:tailEnd type="none" w="med" len="med"/>
                    </a:lnL>
                    <a:lnR w="12700" cap="flat" cmpd="sng" algn="ctr">
                      <a:solidFill>
                        <a:srgbClr val="D8CBB2"/>
                      </a:solidFill>
                      <a:prstDash val="solid"/>
                      <a:round/>
                      <a:headEnd type="none" w="med" len="med"/>
                      <a:tailEnd type="none" w="med" len="med"/>
                    </a:lnR>
                    <a:lnT w="12700" cap="flat" cmpd="sng" algn="ctr">
                      <a:solidFill>
                        <a:srgbClr val="D8CBB2"/>
                      </a:solidFill>
                      <a:prstDash val="solid"/>
                      <a:round/>
                      <a:headEnd type="none" w="med" len="med"/>
                      <a:tailEnd type="none" w="med" len="med"/>
                    </a:lnT>
                    <a:lnB w="12700" cap="flat" cmpd="sng" algn="ctr">
                      <a:solidFill>
                        <a:srgbClr val="D8CBB2"/>
                      </a:solidFill>
                      <a:prstDash val="solid"/>
                      <a:round/>
                      <a:headEnd type="none" w="med" len="med"/>
                      <a:tailEnd type="none" w="med" len="med"/>
                    </a:lnB>
                    <a:solidFill>
                      <a:srgbClr val="FFFFFF"/>
                    </a:solidFill>
                  </a:tcPr>
                </a:tc>
              </a:tr>
              <a:tr h="393192">
                <a:tc>
                  <a:txBody>
                    <a:bodyPr/>
                    <a:lstStyle/>
                    <a:p>
                      <a:pPr indent="0" marL="0">
                        <a:buNone/>
                      </a:pPr>
                      <a:r>
                        <a:rPr lang="en-US" sz="1200" b="1" dirty="0">
                          <a:solidFill>
                            <a:srgbClr val="1E2621"/>
                          </a:solidFill>
                          <a:latin typeface="Malgun Gothic" pitchFamily="34" charset="0"/>
                          <a:ea typeface="Malgun Gothic" pitchFamily="34" charset="-122"/>
                          <a:cs typeface="Malgun Gothic" pitchFamily="34" charset="-120"/>
                        </a:rPr>
                        <a:t>gugun 시군구</a:t>
                      </a:r>
                      <a:endParaRPr lang="en-US" sz="1200" dirty="0">
                        <a:latin typeface="Malgun Gothic" charset="0"/>
                        <a:ea typeface="Malgun Gothic" charset="0"/>
                        <a:cs typeface="Malgun Gothic" charset="0"/>
                      </a:endParaRPr>
                    </a:p>
                  </a:txBody>
                  <a:tcPr marL="109728" marR="109728" marT="27432" marB="27432" anchor="ctr">
                    <a:lnL w="12700" cap="flat" cmpd="sng" algn="ctr">
                      <a:solidFill>
                        <a:srgbClr val="D8CBB2"/>
                      </a:solidFill>
                      <a:prstDash val="solid"/>
                      <a:round/>
                      <a:headEnd type="none" w="med" len="med"/>
                      <a:tailEnd type="none" w="med" len="med"/>
                    </a:lnL>
                    <a:lnR w="12700" cap="flat" cmpd="sng" algn="ctr">
                      <a:solidFill>
                        <a:srgbClr val="D8CBB2"/>
                      </a:solidFill>
                      <a:prstDash val="solid"/>
                      <a:round/>
                      <a:headEnd type="none" w="med" len="med"/>
                      <a:tailEnd type="none" w="med" len="med"/>
                    </a:lnR>
                    <a:lnT w="12700" cap="flat" cmpd="sng" algn="ctr">
                      <a:solidFill>
                        <a:srgbClr val="D8CBB2"/>
                      </a:solidFill>
                      <a:prstDash val="solid"/>
                      <a:round/>
                      <a:headEnd type="none" w="med" len="med"/>
                      <a:tailEnd type="none" w="med" len="med"/>
                    </a:lnT>
                    <a:lnB w="12700" cap="flat" cmpd="sng" algn="ctr">
                      <a:solidFill>
                        <a:srgbClr val="D8CBB2"/>
                      </a:solidFill>
                      <a:prstDash val="solid"/>
                      <a:round/>
                      <a:headEnd type="none" w="med" len="med"/>
                      <a:tailEnd type="none" w="med" len="med"/>
                    </a:lnB>
                    <a:solidFill>
                      <a:srgbClr val="FFFFFF"/>
                    </a:solidFill>
                  </a:tcPr>
                </a:tc>
                <a:tc>
                  <a:txBody>
                    <a:bodyPr/>
                    <a:lstStyle/>
                    <a:p>
                      <a:pPr indent="0" marL="0">
                        <a:buNone/>
                      </a:pPr>
                      <a:r>
                        <a:rPr lang="en-US" sz="1200" b="1" dirty="0">
                          <a:solidFill>
                            <a:srgbClr val="5E5B52"/>
                          </a:solidFill>
                          <a:latin typeface="Malgun Gothic" pitchFamily="34" charset="0"/>
                          <a:ea typeface="Malgun Gothic" pitchFamily="34" charset="-122"/>
                          <a:cs typeface="Malgun Gothic" pitchFamily="34" charset="-120"/>
                        </a:rPr>
                        <a:t>"종로구"</a:t>
                      </a:r>
                      <a:endParaRPr lang="en-US" sz="1200" dirty="0">
                        <a:latin typeface="Malgun Gothic" charset="0"/>
                        <a:ea typeface="Malgun Gothic" charset="0"/>
                        <a:cs typeface="Malgun Gothic" charset="0"/>
                      </a:endParaRPr>
                    </a:p>
                  </a:txBody>
                  <a:tcPr marL="109728" marR="109728" marT="27432" marB="27432" anchor="ctr">
                    <a:lnL w="12700" cap="flat" cmpd="sng" algn="ctr">
                      <a:solidFill>
                        <a:srgbClr val="D8CBB2"/>
                      </a:solidFill>
                      <a:prstDash val="solid"/>
                      <a:round/>
                      <a:headEnd type="none" w="med" len="med"/>
                      <a:tailEnd type="none" w="med" len="med"/>
                    </a:lnL>
                    <a:lnR w="12700" cap="flat" cmpd="sng" algn="ctr">
                      <a:solidFill>
                        <a:srgbClr val="D8CBB2"/>
                      </a:solidFill>
                      <a:prstDash val="solid"/>
                      <a:round/>
                      <a:headEnd type="none" w="med" len="med"/>
                      <a:tailEnd type="none" w="med" len="med"/>
                    </a:lnR>
                    <a:lnT w="12700" cap="flat" cmpd="sng" algn="ctr">
                      <a:solidFill>
                        <a:srgbClr val="D8CBB2"/>
                      </a:solidFill>
                      <a:prstDash val="solid"/>
                      <a:round/>
                      <a:headEnd type="none" w="med" len="med"/>
                      <a:tailEnd type="none" w="med" len="med"/>
                    </a:lnT>
                    <a:lnB w="12700" cap="flat" cmpd="sng" algn="ctr">
                      <a:solidFill>
                        <a:srgbClr val="D8CBB2"/>
                      </a:solidFill>
                      <a:prstDash val="solid"/>
                      <a:round/>
                      <a:headEnd type="none" w="med" len="med"/>
                      <a:tailEnd type="none" w="med" len="med"/>
                    </a:lnB>
                    <a:solidFill>
                      <a:srgbClr val="FFFFFF"/>
                    </a:solidFill>
                  </a:tcPr>
                </a:tc>
                <a:tc>
                  <a:txBody>
                    <a:bodyPr/>
                    <a:lstStyle/>
                    <a:p>
                      <a:pPr indent="0" marL="0">
                        <a:buNone/>
                      </a:pPr>
                      <a:r>
                        <a:rPr lang="en-US" sz="1200" b="1" dirty="0">
                          <a:solidFill>
                            <a:srgbClr val="1E2621"/>
                          </a:solidFill>
                          <a:latin typeface="Malgun Gothic" pitchFamily="34" charset="0"/>
                          <a:ea typeface="Malgun Gothic" pitchFamily="34" charset="-122"/>
                          <a:cs typeface="Malgun Gothic" pitchFamily="34" charset="-120"/>
                        </a:rPr>
                        <a:t>"종로구"</a:t>
                      </a:r>
                      <a:endParaRPr lang="en-US" sz="1200" dirty="0">
                        <a:latin typeface="Malgun Gothic" charset="0"/>
                        <a:ea typeface="Malgun Gothic" charset="0"/>
                        <a:cs typeface="Malgun Gothic" charset="0"/>
                      </a:endParaRPr>
                    </a:p>
                  </a:txBody>
                  <a:tcPr marL="109728" marR="109728" marT="27432" marB="27432" anchor="ctr">
                    <a:lnL w="12700" cap="flat" cmpd="sng" algn="ctr">
                      <a:solidFill>
                        <a:srgbClr val="D8CBB2"/>
                      </a:solidFill>
                      <a:prstDash val="solid"/>
                      <a:round/>
                      <a:headEnd type="none" w="med" len="med"/>
                      <a:tailEnd type="none" w="med" len="med"/>
                    </a:lnL>
                    <a:lnR w="12700" cap="flat" cmpd="sng" algn="ctr">
                      <a:solidFill>
                        <a:srgbClr val="D8CBB2"/>
                      </a:solidFill>
                      <a:prstDash val="solid"/>
                      <a:round/>
                      <a:headEnd type="none" w="med" len="med"/>
                      <a:tailEnd type="none" w="med" len="med"/>
                    </a:lnR>
                    <a:lnT w="12700" cap="flat" cmpd="sng" algn="ctr">
                      <a:solidFill>
                        <a:srgbClr val="D8CBB2"/>
                      </a:solidFill>
                      <a:prstDash val="solid"/>
                      <a:round/>
                      <a:headEnd type="none" w="med" len="med"/>
                      <a:tailEnd type="none" w="med" len="med"/>
                    </a:lnT>
                    <a:lnB w="12700" cap="flat" cmpd="sng" algn="ctr">
                      <a:solidFill>
                        <a:srgbClr val="D8CBB2"/>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2E5A46"/>
                          </a:solidFill>
                          <a:latin typeface="Malgun Gothic" pitchFamily="34" charset="0"/>
                          <a:ea typeface="Malgun Gothic" pitchFamily="34" charset="-122"/>
                          <a:cs typeface="Malgun Gothic" pitchFamily="34" charset="-120"/>
                        </a:rPr>
                        <a:t>유지</a:t>
                      </a:r>
                      <a:endParaRPr lang="en-US" sz="1200" dirty="0">
                        <a:latin typeface="Malgun Gothic" charset="0"/>
                        <a:ea typeface="Malgun Gothic" charset="0"/>
                        <a:cs typeface="Malgun Gothic" charset="0"/>
                      </a:endParaRPr>
                    </a:p>
                  </a:txBody>
                  <a:tcPr marL="109728" marR="109728" marT="27432" marB="27432" anchor="ctr">
                    <a:lnL w="12700" cap="flat" cmpd="sng" algn="ctr">
                      <a:solidFill>
                        <a:srgbClr val="D8CBB2"/>
                      </a:solidFill>
                      <a:prstDash val="solid"/>
                      <a:round/>
                      <a:headEnd type="none" w="med" len="med"/>
                      <a:tailEnd type="none" w="med" len="med"/>
                    </a:lnL>
                    <a:lnR w="12700" cap="flat" cmpd="sng" algn="ctr">
                      <a:solidFill>
                        <a:srgbClr val="D8CBB2"/>
                      </a:solidFill>
                      <a:prstDash val="solid"/>
                      <a:round/>
                      <a:headEnd type="none" w="med" len="med"/>
                      <a:tailEnd type="none" w="med" len="med"/>
                    </a:lnR>
                    <a:lnT w="12700" cap="flat" cmpd="sng" algn="ctr">
                      <a:solidFill>
                        <a:srgbClr val="D8CBB2"/>
                      </a:solidFill>
                      <a:prstDash val="solid"/>
                      <a:round/>
                      <a:headEnd type="none" w="med" len="med"/>
                      <a:tailEnd type="none" w="med" len="med"/>
                    </a:lnT>
                    <a:lnB w="12700" cap="flat" cmpd="sng" algn="ctr">
                      <a:solidFill>
                        <a:srgbClr val="D8CBB2"/>
                      </a:solidFill>
                      <a:prstDash val="solid"/>
                      <a:round/>
                      <a:headEnd type="none" w="med" len="med"/>
                      <a:tailEnd type="none" w="med" len="med"/>
                    </a:lnB>
                    <a:solidFill>
                      <a:srgbClr val="FFFFFF"/>
                    </a:solidFill>
                  </a:tcPr>
                </a:tc>
              </a:tr>
              <a:tr h="393192">
                <a:tc>
                  <a:txBody>
                    <a:bodyPr/>
                    <a:lstStyle/>
                    <a:p>
                      <a:pPr indent="0" marL="0">
                        <a:buNone/>
                      </a:pPr>
                      <a:r>
                        <a:rPr lang="en-US" sz="1200" b="1" dirty="0">
                          <a:solidFill>
                            <a:srgbClr val="1E2621"/>
                          </a:solidFill>
                          <a:latin typeface="Malgun Gothic" pitchFamily="34" charset="0"/>
                          <a:ea typeface="Malgun Gothic" pitchFamily="34" charset="-122"/>
                          <a:cs typeface="Malgun Gothic" pitchFamily="34" charset="-120"/>
                        </a:rPr>
                        <a:t>org 설치기관</a:t>
                      </a:r>
                      <a:endParaRPr lang="en-US" sz="1200" dirty="0">
                        <a:latin typeface="Malgun Gothic" charset="0"/>
                        <a:ea typeface="Malgun Gothic" charset="0"/>
                        <a:cs typeface="Malgun Gothic" charset="0"/>
                      </a:endParaRPr>
                    </a:p>
                  </a:txBody>
                  <a:tcPr marL="109728" marR="109728" marT="27432" marB="27432" anchor="ctr">
                    <a:lnL w="12700" cap="flat" cmpd="sng" algn="ctr">
                      <a:solidFill>
                        <a:srgbClr val="D8CBB2"/>
                      </a:solidFill>
                      <a:prstDash val="solid"/>
                      <a:round/>
                      <a:headEnd type="none" w="med" len="med"/>
                      <a:tailEnd type="none" w="med" len="med"/>
                    </a:lnL>
                    <a:lnR w="12700" cap="flat" cmpd="sng" algn="ctr">
                      <a:solidFill>
                        <a:srgbClr val="D8CBB2"/>
                      </a:solidFill>
                      <a:prstDash val="solid"/>
                      <a:round/>
                      <a:headEnd type="none" w="med" len="med"/>
                      <a:tailEnd type="none" w="med" len="med"/>
                    </a:lnR>
                    <a:lnT w="12700" cap="flat" cmpd="sng" algn="ctr">
                      <a:solidFill>
                        <a:srgbClr val="D8CBB2"/>
                      </a:solidFill>
                      <a:prstDash val="solid"/>
                      <a:round/>
                      <a:headEnd type="none" w="med" len="med"/>
                      <a:tailEnd type="none" w="med" len="med"/>
                    </a:lnT>
                    <a:lnB w="12700" cap="flat" cmpd="sng" algn="ctr">
                      <a:solidFill>
                        <a:srgbClr val="D8CBB2"/>
                      </a:solidFill>
                      <a:prstDash val="solid"/>
                      <a:round/>
                      <a:headEnd type="none" w="med" len="med"/>
                      <a:tailEnd type="none" w="med" len="med"/>
                    </a:lnB>
                    <a:solidFill>
                      <a:srgbClr val="FFFFFF"/>
                    </a:solidFill>
                  </a:tcPr>
                </a:tc>
                <a:tc>
                  <a:txBody>
                    <a:bodyPr/>
                    <a:lstStyle/>
                    <a:p>
                      <a:pPr indent="0" marL="0">
                        <a:buNone/>
                      </a:pPr>
                      <a:r>
                        <a:rPr lang="en-US" sz="1200" b="1" dirty="0">
                          <a:solidFill>
                            <a:srgbClr val="5E5B52"/>
                          </a:solidFill>
                          <a:latin typeface="Malgun Gothic" pitchFamily="34" charset="0"/>
                          <a:ea typeface="Malgun Gothic" pitchFamily="34" charset="-122"/>
                          <a:cs typeface="Malgun Gothic" pitchFamily="34" charset="-120"/>
                        </a:rPr>
                        <a:t>"행정안전부이북5도위원회"</a:t>
                      </a:r>
                      <a:endParaRPr lang="en-US" sz="1200" dirty="0">
                        <a:latin typeface="Malgun Gothic" charset="0"/>
                        <a:ea typeface="Malgun Gothic" charset="0"/>
                        <a:cs typeface="Malgun Gothic" charset="0"/>
                      </a:endParaRPr>
                    </a:p>
                  </a:txBody>
                  <a:tcPr marL="109728" marR="109728" marT="27432" marB="27432" anchor="ctr">
                    <a:lnL w="12700" cap="flat" cmpd="sng" algn="ctr">
                      <a:solidFill>
                        <a:srgbClr val="D8CBB2"/>
                      </a:solidFill>
                      <a:prstDash val="solid"/>
                      <a:round/>
                      <a:headEnd type="none" w="med" len="med"/>
                      <a:tailEnd type="none" w="med" len="med"/>
                    </a:lnL>
                    <a:lnR w="12700" cap="flat" cmpd="sng" algn="ctr">
                      <a:solidFill>
                        <a:srgbClr val="D8CBB2"/>
                      </a:solidFill>
                      <a:prstDash val="solid"/>
                      <a:round/>
                      <a:headEnd type="none" w="med" len="med"/>
                      <a:tailEnd type="none" w="med" len="med"/>
                    </a:lnR>
                    <a:lnT w="12700" cap="flat" cmpd="sng" algn="ctr">
                      <a:solidFill>
                        <a:srgbClr val="D8CBB2"/>
                      </a:solidFill>
                      <a:prstDash val="solid"/>
                      <a:round/>
                      <a:headEnd type="none" w="med" len="med"/>
                      <a:tailEnd type="none" w="med" len="med"/>
                    </a:lnT>
                    <a:lnB w="12700" cap="flat" cmpd="sng" algn="ctr">
                      <a:solidFill>
                        <a:srgbClr val="D8CBB2"/>
                      </a:solidFill>
                      <a:prstDash val="solid"/>
                      <a:round/>
                      <a:headEnd type="none" w="med" len="med"/>
                      <a:tailEnd type="none" w="med" len="med"/>
                    </a:lnB>
                    <a:solidFill>
                      <a:srgbClr val="FFFFFF"/>
                    </a:solidFill>
                  </a:tcPr>
                </a:tc>
                <a:tc>
                  <a:txBody>
                    <a:bodyPr/>
                    <a:lstStyle/>
                    <a:p>
                      <a:pPr indent="0" marL="0">
                        <a:buNone/>
                      </a:pPr>
                      <a:r>
                        <a:rPr lang="en-US" sz="1200" b="1" dirty="0">
                          <a:solidFill>
                            <a:srgbClr val="1E2621"/>
                          </a:solidFill>
                          <a:latin typeface="Malgun Gothic" pitchFamily="34" charset="0"/>
                          <a:ea typeface="Malgun Gothic" pitchFamily="34" charset="-122"/>
                          <a:cs typeface="Malgun Gothic" pitchFamily="34" charset="-120"/>
                        </a:rPr>
                        <a:t>"행정안전부이북5도위원회"</a:t>
                      </a:r>
                      <a:endParaRPr lang="en-US" sz="1200" dirty="0">
                        <a:latin typeface="Malgun Gothic" charset="0"/>
                        <a:ea typeface="Malgun Gothic" charset="0"/>
                        <a:cs typeface="Malgun Gothic" charset="0"/>
                      </a:endParaRPr>
                    </a:p>
                  </a:txBody>
                  <a:tcPr marL="109728" marR="109728" marT="27432" marB="27432" anchor="ctr">
                    <a:lnL w="12700" cap="flat" cmpd="sng" algn="ctr">
                      <a:solidFill>
                        <a:srgbClr val="D8CBB2"/>
                      </a:solidFill>
                      <a:prstDash val="solid"/>
                      <a:round/>
                      <a:headEnd type="none" w="med" len="med"/>
                      <a:tailEnd type="none" w="med" len="med"/>
                    </a:lnL>
                    <a:lnR w="12700" cap="flat" cmpd="sng" algn="ctr">
                      <a:solidFill>
                        <a:srgbClr val="D8CBB2"/>
                      </a:solidFill>
                      <a:prstDash val="solid"/>
                      <a:round/>
                      <a:headEnd type="none" w="med" len="med"/>
                      <a:tailEnd type="none" w="med" len="med"/>
                    </a:lnR>
                    <a:lnT w="12700" cap="flat" cmpd="sng" algn="ctr">
                      <a:solidFill>
                        <a:srgbClr val="D8CBB2"/>
                      </a:solidFill>
                      <a:prstDash val="solid"/>
                      <a:round/>
                      <a:headEnd type="none" w="med" len="med"/>
                      <a:tailEnd type="none" w="med" len="med"/>
                    </a:lnT>
                    <a:lnB w="12700" cap="flat" cmpd="sng" algn="ctr">
                      <a:solidFill>
                        <a:srgbClr val="D8CBB2"/>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2E5A46"/>
                          </a:solidFill>
                          <a:latin typeface="Malgun Gothic" pitchFamily="34" charset="0"/>
                          <a:ea typeface="Malgun Gothic" pitchFamily="34" charset="-122"/>
                          <a:cs typeface="Malgun Gothic" pitchFamily="34" charset="-120"/>
                        </a:rPr>
                        <a:t>유지</a:t>
                      </a:r>
                      <a:endParaRPr lang="en-US" sz="1200" dirty="0">
                        <a:latin typeface="Malgun Gothic" charset="0"/>
                        <a:ea typeface="Malgun Gothic" charset="0"/>
                        <a:cs typeface="Malgun Gothic" charset="0"/>
                      </a:endParaRPr>
                    </a:p>
                  </a:txBody>
                  <a:tcPr marL="109728" marR="109728" marT="27432" marB="27432" anchor="ctr">
                    <a:lnL w="12700" cap="flat" cmpd="sng" algn="ctr">
                      <a:solidFill>
                        <a:srgbClr val="D8CBB2"/>
                      </a:solidFill>
                      <a:prstDash val="solid"/>
                      <a:round/>
                      <a:headEnd type="none" w="med" len="med"/>
                      <a:tailEnd type="none" w="med" len="med"/>
                    </a:lnL>
                    <a:lnR w="12700" cap="flat" cmpd="sng" algn="ctr">
                      <a:solidFill>
                        <a:srgbClr val="D8CBB2"/>
                      </a:solidFill>
                      <a:prstDash val="solid"/>
                      <a:round/>
                      <a:headEnd type="none" w="med" len="med"/>
                      <a:tailEnd type="none" w="med" len="med"/>
                    </a:lnR>
                    <a:lnT w="12700" cap="flat" cmpd="sng" algn="ctr">
                      <a:solidFill>
                        <a:srgbClr val="D8CBB2"/>
                      </a:solidFill>
                      <a:prstDash val="solid"/>
                      <a:round/>
                      <a:headEnd type="none" w="med" len="med"/>
                      <a:tailEnd type="none" w="med" len="med"/>
                    </a:lnT>
                    <a:lnB w="12700" cap="flat" cmpd="sng" algn="ctr">
                      <a:solidFill>
                        <a:srgbClr val="D8CBB2"/>
                      </a:solidFill>
                      <a:prstDash val="solid"/>
                      <a:round/>
                      <a:headEnd type="none" w="med" len="med"/>
                      <a:tailEnd type="none" w="med" len="med"/>
                    </a:lnB>
                    <a:solidFill>
                      <a:srgbClr val="FFFFFF"/>
                    </a:solidFill>
                  </a:tcPr>
                </a:tc>
              </a:tr>
              <a:tr h="393192">
                <a:tc>
                  <a:txBody>
                    <a:bodyPr/>
                    <a:lstStyle/>
                    <a:p>
                      <a:pPr indent="0" marL="0">
                        <a:buNone/>
                      </a:pPr>
                      <a:r>
                        <a:rPr lang="en-US" sz="1200" b="1" dirty="0">
                          <a:solidFill>
                            <a:srgbClr val="1E2621"/>
                          </a:solidFill>
                          <a:latin typeface="Malgun Gothic" pitchFamily="34" charset="0"/>
                          <a:ea typeface="Malgun Gothic" pitchFamily="34" charset="-122"/>
                          <a:cs typeface="Malgun Gothic" pitchFamily="34" charset="-120"/>
                        </a:rPr>
                        <a:t>buildPlace 설치위치</a:t>
                      </a:r>
                      <a:endParaRPr lang="en-US" sz="1200" dirty="0">
                        <a:latin typeface="Malgun Gothic" charset="0"/>
                        <a:ea typeface="Malgun Gothic" charset="0"/>
                        <a:cs typeface="Malgun Gothic" charset="0"/>
                      </a:endParaRPr>
                    </a:p>
                  </a:txBody>
                  <a:tcPr marL="109728" marR="109728" marT="27432" marB="27432" anchor="ctr">
                    <a:lnL w="12700" cap="flat" cmpd="sng" algn="ctr">
                      <a:solidFill>
                        <a:srgbClr val="D8CBB2"/>
                      </a:solidFill>
                      <a:prstDash val="solid"/>
                      <a:round/>
                      <a:headEnd type="none" w="med" len="med"/>
                      <a:tailEnd type="none" w="med" len="med"/>
                    </a:lnL>
                    <a:lnR w="12700" cap="flat" cmpd="sng" algn="ctr">
                      <a:solidFill>
                        <a:srgbClr val="D8CBB2"/>
                      </a:solidFill>
                      <a:prstDash val="solid"/>
                      <a:round/>
                      <a:headEnd type="none" w="med" len="med"/>
                      <a:tailEnd type="none" w="med" len="med"/>
                    </a:lnR>
                    <a:lnT w="12700" cap="flat" cmpd="sng" algn="ctr">
                      <a:solidFill>
                        <a:srgbClr val="D8CBB2"/>
                      </a:solidFill>
                      <a:prstDash val="solid"/>
                      <a:round/>
                      <a:headEnd type="none" w="med" len="med"/>
                      <a:tailEnd type="none" w="med" len="med"/>
                    </a:lnT>
                    <a:lnB w="12700" cap="flat" cmpd="sng" algn="ctr">
                      <a:solidFill>
                        <a:srgbClr val="D8CBB2"/>
                      </a:solidFill>
                      <a:prstDash val="solid"/>
                      <a:round/>
                      <a:headEnd type="none" w="med" len="med"/>
                      <a:tailEnd type="none" w="med" len="med"/>
                    </a:lnB>
                    <a:solidFill>
                      <a:srgbClr val="FFFFFF"/>
                    </a:solidFill>
                  </a:tcPr>
                </a:tc>
                <a:tc>
                  <a:txBody>
                    <a:bodyPr/>
                    <a:lstStyle/>
                    <a:p>
                      <a:pPr indent="0" marL="0">
                        <a:buNone/>
                      </a:pPr>
                      <a:r>
                        <a:rPr lang="en-US" sz="1200" b="1" dirty="0">
                          <a:solidFill>
                            <a:srgbClr val="5E5B52"/>
                          </a:solidFill>
                          <a:latin typeface="Malgun Gothic" pitchFamily="34" charset="0"/>
                          <a:ea typeface="Malgun Gothic" pitchFamily="34" charset="-122"/>
                          <a:cs typeface="Malgun Gothic" pitchFamily="34" charset="-120"/>
                        </a:rPr>
                        <a:t>"1층로비"</a:t>
                      </a:r>
                      <a:endParaRPr lang="en-US" sz="1200" dirty="0">
                        <a:latin typeface="Malgun Gothic" charset="0"/>
                        <a:ea typeface="Malgun Gothic" charset="0"/>
                        <a:cs typeface="Malgun Gothic" charset="0"/>
                      </a:endParaRPr>
                    </a:p>
                  </a:txBody>
                  <a:tcPr marL="109728" marR="109728" marT="27432" marB="27432" anchor="ctr">
                    <a:lnL w="12700" cap="flat" cmpd="sng" algn="ctr">
                      <a:solidFill>
                        <a:srgbClr val="D8CBB2"/>
                      </a:solidFill>
                      <a:prstDash val="solid"/>
                      <a:round/>
                      <a:headEnd type="none" w="med" len="med"/>
                      <a:tailEnd type="none" w="med" len="med"/>
                    </a:lnL>
                    <a:lnR w="12700" cap="flat" cmpd="sng" algn="ctr">
                      <a:solidFill>
                        <a:srgbClr val="D8CBB2"/>
                      </a:solidFill>
                      <a:prstDash val="solid"/>
                      <a:round/>
                      <a:headEnd type="none" w="med" len="med"/>
                      <a:tailEnd type="none" w="med" len="med"/>
                    </a:lnR>
                    <a:lnT w="12700" cap="flat" cmpd="sng" algn="ctr">
                      <a:solidFill>
                        <a:srgbClr val="D8CBB2"/>
                      </a:solidFill>
                      <a:prstDash val="solid"/>
                      <a:round/>
                      <a:headEnd type="none" w="med" len="med"/>
                      <a:tailEnd type="none" w="med" len="med"/>
                    </a:lnT>
                    <a:lnB w="12700" cap="flat" cmpd="sng" algn="ctr">
                      <a:solidFill>
                        <a:srgbClr val="D8CBB2"/>
                      </a:solidFill>
                      <a:prstDash val="solid"/>
                      <a:round/>
                      <a:headEnd type="none" w="med" len="med"/>
                      <a:tailEnd type="none" w="med" len="med"/>
                    </a:lnB>
                    <a:solidFill>
                      <a:srgbClr val="FFFFFF"/>
                    </a:solidFill>
                  </a:tcPr>
                </a:tc>
                <a:tc>
                  <a:txBody>
                    <a:bodyPr/>
                    <a:lstStyle/>
                    <a:p>
                      <a:pPr indent="0" marL="0">
                        <a:buNone/>
                      </a:pPr>
                      <a:r>
                        <a:rPr lang="en-US" sz="1200" b="1" dirty="0">
                          <a:solidFill>
                            <a:srgbClr val="1E2621"/>
                          </a:solidFill>
                          <a:latin typeface="Malgun Gothic" pitchFamily="34" charset="0"/>
                          <a:ea typeface="Malgun Gothic" pitchFamily="34" charset="-122"/>
                          <a:cs typeface="Malgun Gothic" pitchFamily="34" charset="-120"/>
                        </a:rPr>
                        <a:t>"1층로비"</a:t>
                      </a:r>
                      <a:endParaRPr lang="en-US" sz="1200" dirty="0">
                        <a:latin typeface="Malgun Gothic" charset="0"/>
                        <a:ea typeface="Malgun Gothic" charset="0"/>
                        <a:cs typeface="Malgun Gothic" charset="0"/>
                      </a:endParaRPr>
                    </a:p>
                  </a:txBody>
                  <a:tcPr marL="109728" marR="109728" marT="27432" marB="27432" anchor="ctr">
                    <a:lnL w="12700" cap="flat" cmpd="sng" algn="ctr">
                      <a:solidFill>
                        <a:srgbClr val="D8CBB2"/>
                      </a:solidFill>
                      <a:prstDash val="solid"/>
                      <a:round/>
                      <a:headEnd type="none" w="med" len="med"/>
                      <a:tailEnd type="none" w="med" len="med"/>
                    </a:lnL>
                    <a:lnR w="12700" cap="flat" cmpd="sng" algn="ctr">
                      <a:solidFill>
                        <a:srgbClr val="D8CBB2"/>
                      </a:solidFill>
                      <a:prstDash val="solid"/>
                      <a:round/>
                      <a:headEnd type="none" w="med" len="med"/>
                      <a:tailEnd type="none" w="med" len="med"/>
                    </a:lnR>
                    <a:lnT w="12700" cap="flat" cmpd="sng" algn="ctr">
                      <a:solidFill>
                        <a:srgbClr val="D8CBB2"/>
                      </a:solidFill>
                      <a:prstDash val="solid"/>
                      <a:round/>
                      <a:headEnd type="none" w="med" len="med"/>
                      <a:tailEnd type="none" w="med" len="med"/>
                    </a:lnT>
                    <a:lnB w="12700" cap="flat" cmpd="sng" algn="ctr">
                      <a:solidFill>
                        <a:srgbClr val="D8CBB2"/>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2E5A46"/>
                          </a:solidFill>
                          <a:latin typeface="Malgun Gothic" pitchFamily="34" charset="0"/>
                          <a:ea typeface="Malgun Gothic" pitchFamily="34" charset="-122"/>
                          <a:cs typeface="Malgun Gothic" pitchFamily="34" charset="-120"/>
                        </a:rPr>
                        <a:t>유지</a:t>
                      </a:r>
                      <a:endParaRPr lang="en-US" sz="1200" dirty="0">
                        <a:latin typeface="Malgun Gothic" charset="0"/>
                        <a:ea typeface="Malgun Gothic" charset="0"/>
                        <a:cs typeface="Malgun Gothic" charset="0"/>
                      </a:endParaRPr>
                    </a:p>
                  </a:txBody>
                  <a:tcPr marL="109728" marR="109728" marT="27432" marB="27432" anchor="ctr">
                    <a:lnL w="12700" cap="flat" cmpd="sng" algn="ctr">
                      <a:solidFill>
                        <a:srgbClr val="D8CBB2"/>
                      </a:solidFill>
                      <a:prstDash val="solid"/>
                      <a:round/>
                      <a:headEnd type="none" w="med" len="med"/>
                      <a:tailEnd type="none" w="med" len="med"/>
                    </a:lnL>
                    <a:lnR w="12700" cap="flat" cmpd="sng" algn="ctr">
                      <a:solidFill>
                        <a:srgbClr val="D8CBB2"/>
                      </a:solidFill>
                      <a:prstDash val="solid"/>
                      <a:round/>
                      <a:headEnd type="none" w="med" len="med"/>
                      <a:tailEnd type="none" w="med" len="med"/>
                    </a:lnR>
                    <a:lnT w="12700" cap="flat" cmpd="sng" algn="ctr">
                      <a:solidFill>
                        <a:srgbClr val="D8CBB2"/>
                      </a:solidFill>
                      <a:prstDash val="solid"/>
                      <a:round/>
                      <a:headEnd type="none" w="med" len="med"/>
                      <a:tailEnd type="none" w="med" len="med"/>
                    </a:lnT>
                    <a:lnB w="12700" cap="flat" cmpd="sng" algn="ctr">
                      <a:solidFill>
                        <a:srgbClr val="D8CBB2"/>
                      </a:solidFill>
                      <a:prstDash val="solid"/>
                      <a:round/>
                      <a:headEnd type="none" w="med" len="med"/>
                      <a:tailEnd type="none" w="med" len="med"/>
                    </a:lnB>
                    <a:solidFill>
                      <a:srgbClr val="FFFFFF"/>
                    </a:solidFill>
                  </a:tcPr>
                </a:tc>
              </a:tr>
              <a:tr h="393192">
                <a:tc>
                  <a:txBody>
                    <a:bodyPr/>
                    <a:lstStyle/>
                    <a:p>
                      <a:pPr indent="0" marL="0">
                        <a:buNone/>
                      </a:pPr>
                      <a:r>
                        <a:rPr lang="en-US" sz="1200" b="1" dirty="0">
                          <a:solidFill>
                            <a:srgbClr val="1E2621"/>
                          </a:solidFill>
                          <a:latin typeface="Malgun Gothic" pitchFamily="34" charset="0"/>
                          <a:ea typeface="Malgun Gothic" pitchFamily="34" charset="-122"/>
                          <a:cs typeface="Malgun Gothic" pitchFamily="34" charset="-120"/>
                        </a:rPr>
                        <a:t>holSttTme 공휴일 시작</a:t>
                      </a:r>
                      <a:endParaRPr lang="en-US" sz="1200" dirty="0">
                        <a:latin typeface="Malgun Gothic" charset="0"/>
                        <a:ea typeface="Malgun Gothic" charset="0"/>
                        <a:cs typeface="Malgun Gothic" charset="0"/>
                      </a:endParaRPr>
                    </a:p>
                  </a:txBody>
                  <a:tcPr marL="109728" marR="109728" marT="27432" marB="27432" anchor="ctr">
                    <a:lnL w="12700" cap="flat" cmpd="sng" algn="ctr">
                      <a:solidFill>
                        <a:srgbClr val="D8CBB2"/>
                      </a:solidFill>
                      <a:prstDash val="solid"/>
                      <a:round/>
                      <a:headEnd type="none" w="med" len="med"/>
                      <a:tailEnd type="none" w="med" len="med"/>
                    </a:lnL>
                    <a:lnR w="12700" cap="flat" cmpd="sng" algn="ctr">
                      <a:solidFill>
                        <a:srgbClr val="D8CBB2"/>
                      </a:solidFill>
                      <a:prstDash val="solid"/>
                      <a:round/>
                      <a:headEnd type="none" w="med" len="med"/>
                      <a:tailEnd type="none" w="med" len="med"/>
                    </a:lnR>
                    <a:lnT w="12700" cap="flat" cmpd="sng" algn="ctr">
                      <a:solidFill>
                        <a:srgbClr val="D8CBB2"/>
                      </a:solidFill>
                      <a:prstDash val="solid"/>
                      <a:round/>
                      <a:headEnd type="none" w="med" len="med"/>
                      <a:tailEnd type="none" w="med" len="med"/>
                    </a:lnT>
                    <a:lnB w="12700" cap="flat" cmpd="sng" algn="ctr">
                      <a:solidFill>
                        <a:srgbClr val="D8CBB2"/>
                      </a:solidFill>
                      <a:prstDash val="solid"/>
                      <a:round/>
                      <a:headEnd type="none" w="med" len="med"/>
                      <a:tailEnd type="none" w="med" len="med"/>
                    </a:lnB>
                    <a:solidFill>
                      <a:srgbClr val="FFFFFF"/>
                    </a:solidFill>
                  </a:tcPr>
                </a:tc>
                <a:tc>
                  <a:txBody>
                    <a:bodyPr/>
                    <a:lstStyle/>
                    <a:p>
                      <a:pPr indent="0" marL="0">
                        <a:buNone/>
                      </a:pPr>
                      <a:r>
                        <a:rPr lang="en-US" sz="1200" b="1" dirty="0">
                          <a:solidFill>
                            <a:srgbClr val="5E5B52"/>
                          </a:solidFill>
                          <a:latin typeface="Malgun Gothic" pitchFamily="34" charset="0"/>
                          <a:ea typeface="Malgun Gothic" pitchFamily="34" charset="-122"/>
                          <a:cs typeface="Malgun Gothic" pitchFamily="34" charset="-120"/>
                        </a:rPr>
                        <a:t>""</a:t>
                      </a:r>
                      <a:endParaRPr lang="en-US" sz="1200" dirty="0">
                        <a:latin typeface="Malgun Gothic" charset="0"/>
                        <a:ea typeface="Malgun Gothic" charset="0"/>
                        <a:cs typeface="Malgun Gothic" charset="0"/>
                      </a:endParaRPr>
                    </a:p>
                  </a:txBody>
                  <a:tcPr marL="109728" marR="109728" marT="27432" marB="27432" anchor="ctr">
                    <a:lnL w="12700" cap="flat" cmpd="sng" algn="ctr">
                      <a:solidFill>
                        <a:srgbClr val="D8CBB2"/>
                      </a:solidFill>
                      <a:prstDash val="solid"/>
                      <a:round/>
                      <a:headEnd type="none" w="med" len="med"/>
                      <a:tailEnd type="none" w="med" len="med"/>
                    </a:lnL>
                    <a:lnR w="12700" cap="flat" cmpd="sng" algn="ctr">
                      <a:solidFill>
                        <a:srgbClr val="D8CBB2"/>
                      </a:solidFill>
                      <a:prstDash val="solid"/>
                      <a:round/>
                      <a:headEnd type="none" w="med" len="med"/>
                      <a:tailEnd type="none" w="med" len="med"/>
                    </a:lnR>
                    <a:lnT w="12700" cap="flat" cmpd="sng" algn="ctr">
                      <a:solidFill>
                        <a:srgbClr val="D8CBB2"/>
                      </a:solidFill>
                      <a:prstDash val="solid"/>
                      <a:round/>
                      <a:headEnd type="none" w="med" len="med"/>
                      <a:tailEnd type="none" w="med" len="med"/>
                    </a:lnT>
                    <a:lnB w="12700" cap="flat" cmpd="sng" algn="ctr">
                      <a:solidFill>
                        <a:srgbClr val="D8CBB2"/>
                      </a:solidFill>
                      <a:prstDash val="solid"/>
                      <a:round/>
                      <a:headEnd type="none" w="med" len="med"/>
                      <a:tailEnd type="none" w="med" len="med"/>
                    </a:lnB>
                    <a:solidFill>
                      <a:srgbClr val="FFFFFF"/>
                    </a:solidFill>
                  </a:tcPr>
                </a:tc>
                <a:tc>
                  <a:txBody>
                    <a:bodyPr/>
                    <a:lstStyle/>
                    <a:p>
                      <a:pPr indent="0" marL="0">
                        <a:buNone/>
                      </a:pPr>
                      <a:r>
                        <a:rPr lang="en-US" sz="1200" b="1" dirty="0">
                          <a:solidFill>
                            <a:srgbClr val="B5654A"/>
                          </a:solidFill>
                          <a:latin typeface="Malgun Gothic" pitchFamily="34" charset="0"/>
                          <a:ea typeface="Malgun Gothic" pitchFamily="34" charset="-122"/>
                          <a:cs typeface="Malgun Gothic" pitchFamily="34" charset="-120"/>
                        </a:rPr>
                        <a:t>NULL</a:t>
                      </a:r>
                      <a:endParaRPr lang="en-US" sz="1200" dirty="0">
                        <a:latin typeface="Malgun Gothic" charset="0"/>
                        <a:ea typeface="Malgun Gothic" charset="0"/>
                        <a:cs typeface="Malgun Gothic" charset="0"/>
                      </a:endParaRPr>
                    </a:p>
                  </a:txBody>
                  <a:tcPr marL="109728" marR="109728" marT="27432" marB="27432" anchor="ctr">
                    <a:lnL w="12700" cap="flat" cmpd="sng" algn="ctr">
                      <a:solidFill>
                        <a:srgbClr val="D8CBB2"/>
                      </a:solidFill>
                      <a:prstDash val="solid"/>
                      <a:round/>
                      <a:headEnd type="none" w="med" len="med"/>
                      <a:tailEnd type="none" w="med" len="med"/>
                    </a:lnL>
                    <a:lnR w="12700" cap="flat" cmpd="sng" algn="ctr">
                      <a:solidFill>
                        <a:srgbClr val="D8CBB2"/>
                      </a:solidFill>
                      <a:prstDash val="solid"/>
                      <a:round/>
                      <a:headEnd type="none" w="med" len="med"/>
                      <a:tailEnd type="none" w="med" len="med"/>
                    </a:lnR>
                    <a:lnT w="12700" cap="flat" cmpd="sng" algn="ctr">
                      <a:solidFill>
                        <a:srgbClr val="D8CBB2"/>
                      </a:solidFill>
                      <a:prstDash val="solid"/>
                      <a:round/>
                      <a:headEnd type="none" w="med" len="med"/>
                      <a:tailEnd type="none" w="med" len="med"/>
                    </a:lnT>
                    <a:lnB w="12700" cap="flat" cmpd="sng" algn="ctr">
                      <a:solidFill>
                        <a:srgbClr val="D8CBB2"/>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B5654A"/>
                          </a:solidFill>
                          <a:latin typeface="Malgun Gothic" pitchFamily="34" charset="0"/>
                          <a:ea typeface="Malgun Gothic" pitchFamily="34" charset="-122"/>
                          <a:cs typeface="Malgun Gothic" pitchFamily="34" charset="-120"/>
                        </a:rPr>
                        <a:t>빈 문자열 → NULL</a:t>
                      </a:r>
                      <a:endParaRPr lang="en-US" sz="1200" dirty="0">
                        <a:latin typeface="Malgun Gothic" charset="0"/>
                        <a:ea typeface="Malgun Gothic" charset="0"/>
                        <a:cs typeface="Malgun Gothic" charset="0"/>
                      </a:endParaRPr>
                    </a:p>
                  </a:txBody>
                  <a:tcPr marL="109728" marR="109728" marT="27432" marB="27432" anchor="ctr">
                    <a:lnL w="12700" cap="flat" cmpd="sng" algn="ctr">
                      <a:solidFill>
                        <a:srgbClr val="D8CBB2"/>
                      </a:solidFill>
                      <a:prstDash val="solid"/>
                      <a:round/>
                      <a:headEnd type="none" w="med" len="med"/>
                      <a:tailEnd type="none" w="med" len="med"/>
                    </a:lnL>
                    <a:lnR w="12700" cap="flat" cmpd="sng" algn="ctr">
                      <a:solidFill>
                        <a:srgbClr val="D8CBB2"/>
                      </a:solidFill>
                      <a:prstDash val="solid"/>
                      <a:round/>
                      <a:headEnd type="none" w="med" len="med"/>
                      <a:tailEnd type="none" w="med" len="med"/>
                    </a:lnR>
                    <a:lnT w="12700" cap="flat" cmpd="sng" algn="ctr">
                      <a:solidFill>
                        <a:srgbClr val="D8CBB2"/>
                      </a:solidFill>
                      <a:prstDash val="solid"/>
                      <a:round/>
                      <a:headEnd type="none" w="med" len="med"/>
                      <a:tailEnd type="none" w="med" len="med"/>
                    </a:lnT>
                    <a:lnB w="12700" cap="flat" cmpd="sng" algn="ctr">
                      <a:solidFill>
                        <a:srgbClr val="D8CBB2"/>
                      </a:solidFill>
                      <a:prstDash val="solid"/>
                      <a:round/>
                      <a:headEnd type="none" w="med" len="med"/>
                      <a:tailEnd type="none" w="med" len="med"/>
                    </a:lnB>
                    <a:solidFill>
                      <a:srgbClr val="FFFFFF"/>
                    </a:solidFill>
                  </a:tcPr>
                </a:tc>
              </a:tr>
              <a:tr h="393192">
                <a:tc>
                  <a:txBody>
                    <a:bodyPr/>
                    <a:lstStyle/>
                    <a:p>
                      <a:pPr indent="0" marL="0">
                        <a:buNone/>
                      </a:pPr>
                      <a:r>
                        <a:rPr lang="en-US" sz="1200" b="1" dirty="0">
                          <a:solidFill>
                            <a:srgbClr val="1E2621"/>
                          </a:solidFill>
                          <a:latin typeface="Malgun Gothic" pitchFamily="34" charset="0"/>
                          <a:ea typeface="Malgun Gothic" pitchFamily="34" charset="-122"/>
                          <a:cs typeface="Malgun Gothic" pitchFamily="34" charset="-120"/>
                        </a:rPr>
                        <a:t>zipcode1 우편번호</a:t>
                      </a:r>
                      <a:endParaRPr lang="en-US" sz="1200" dirty="0">
                        <a:latin typeface="Malgun Gothic" charset="0"/>
                        <a:ea typeface="Malgun Gothic" charset="0"/>
                        <a:cs typeface="Malgun Gothic" charset="0"/>
                      </a:endParaRPr>
                    </a:p>
                  </a:txBody>
                  <a:tcPr marL="109728" marR="109728" marT="27432" marB="27432" anchor="ctr">
                    <a:lnL w="12700" cap="flat" cmpd="sng" algn="ctr">
                      <a:solidFill>
                        <a:srgbClr val="D8CBB2"/>
                      </a:solidFill>
                      <a:prstDash val="solid"/>
                      <a:round/>
                      <a:headEnd type="none" w="med" len="med"/>
                      <a:tailEnd type="none" w="med" len="med"/>
                    </a:lnL>
                    <a:lnR w="12700" cap="flat" cmpd="sng" algn="ctr">
                      <a:solidFill>
                        <a:srgbClr val="D8CBB2"/>
                      </a:solidFill>
                      <a:prstDash val="solid"/>
                      <a:round/>
                      <a:headEnd type="none" w="med" len="med"/>
                      <a:tailEnd type="none" w="med" len="med"/>
                    </a:lnR>
                    <a:lnT w="12700" cap="flat" cmpd="sng" algn="ctr">
                      <a:solidFill>
                        <a:srgbClr val="D8CBB2"/>
                      </a:solidFill>
                      <a:prstDash val="solid"/>
                      <a:round/>
                      <a:headEnd type="none" w="med" len="med"/>
                      <a:tailEnd type="none" w="med" len="med"/>
                    </a:lnT>
                    <a:lnB w="12700" cap="flat" cmpd="sng" algn="ctr">
                      <a:solidFill>
                        <a:srgbClr val="D8CBB2"/>
                      </a:solidFill>
                      <a:prstDash val="solid"/>
                      <a:round/>
                      <a:headEnd type="none" w="med" len="med"/>
                      <a:tailEnd type="none" w="med" len="med"/>
                    </a:lnB>
                    <a:solidFill>
                      <a:srgbClr val="FFFFFF"/>
                    </a:solidFill>
                  </a:tcPr>
                </a:tc>
                <a:tc>
                  <a:txBody>
                    <a:bodyPr/>
                    <a:lstStyle/>
                    <a:p>
                      <a:pPr indent="0" marL="0">
                        <a:buNone/>
                      </a:pPr>
                      <a:r>
                        <a:rPr lang="en-US" sz="1200" b="1" dirty="0">
                          <a:solidFill>
                            <a:srgbClr val="5E5B52"/>
                          </a:solidFill>
                          <a:latin typeface="Malgun Gothic" pitchFamily="34" charset="0"/>
                          <a:ea typeface="Malgun Gothic" pitchFamily="34" charset="-122"/>
                          <a:cs typeface="Malgun Gothic" pitchFamily="34" charset="-120"/>
                        </a:rPr>
                        <a:t>"030"</a:t>
                      </a:r>
                      <a:endParaRPr lang="en-US" sz="1200" dirty="0">
                        <a:latin typeface="Malgun Gothic" charset="0"/>
                        <a:ea typeface="Malgun Gothic" charset="0"/>
                        <a:cs typeface="Malgun Gothic" charset="0"/>
                      </a:endParaRPr>
                    </a:p>
                  </a:txBody>
                  <a:tcPr marL="109728" marR="109728" marT="27432" marB="27432" anchor="ctr">
                    <a:lnL w="12700" cap="flat" cmpd="sng" algn="ctr">
                      <a:solidFill>
                        <a:srgbClr val="D8CBB2"/>
                      </a:solidFill>
                      <a:prstDash val="solid"/>
                      <a:round/>
                      <a:headEnd type="none" w="med" len="med"/>
                      <a:tailEnd type="none" w="med" len="med"/>
                    </a:lnL>
                    <a:lnR w="12700" cap="flat" cmpd="sng" algn="ctr">
                      <a:solidFill>
                        <a:srgbClr val="D8CBB2"/>
                      </a:solidFill>
                      <a:prstDash val="solid"/>
                      <a:round/>
                      <a:headEnd type="none" w="med" len="med"/>
                      <a:tailEnd type="none" w="med" len="med"/>
                    </a:lnR>
                    <a:lnT w="12700" cap="flat" cmpd="sng" algn="ctr">
                      <a:solidFill>
                        <a:srgbClr val="D8CBB2"/>
                      </a:solidFill>
                      <a:prstDash val="solid"/>
                      <a:round/>
                      <a:headEnd type="none" w="med" len="med"/>
                      <a:tailEnd type="none" w="med" len="med"/>
                    </a:lnT>
                    <a:lnB w="12700" cap="flat" cmpd="sng" algn="ctr">
                      <a:solidFill>
                        <a:srgbClr val="D8CBB2"/>
                      </a:solidFill>
                      <a:prstDash val="solid"/>
                      <a:round/>
                      <a:headEnd type="none" w="med" len="med"/>
                      <a:tailEnd type="none" w="med" len="med"/>
                    </a:lnB>
                    <a:solidFill>
                      <a:srgbClr val="FFFFFF"/>
                    </a:solidFill>
                  </a:tcPr>
                </a:tc>
                <a:tc>
                  <a:txBody>
                    <a:bodyPr/>
                    <a:lstStyle/>
                    <a:p>
                      <a:pPr indent="0" marL="0">
                        <a:buNone/>
                      </a:pPr>
                      <a:r>
                        <a:rPr lang="en-US" sz="1200" b="1" dirty="0">
                          <a:solidFill>
                            <a:srgbClr val="1E2621"/>
                          </a:solidFill>
                          <a:latin typeface="Malgun Gothic" pitchFamily="34" charset="0"/>
                          <a:ea typeface="Malgun Gothic" pitchFamily="34" charset="-122"/>
                          <a:cs typeface="Malgun Gothic" pitchFamily="34" charset="-120"/>
                        </a:rPr>
                        <a:t>"030"</a:t>
                      </a:r>
                      <a:endParaRPr lang="en-US" sz="1200" dirty="0">
                        <a:latin typeface="Malgun Gothic" charset="0"/>
                        <a:ea typeface="Malgun Gothic" charset="0"/>
                        <a:cs typeface="Malgun Gothic" charset="0"/>
                      </a:endParaRPr>
                    </a:p>
                  </a:txBody>
                  <a:tcPr marL="109728" marR="109728" marT="27432" marB="27432" anchor="ctr">
                    <a:lnL w="12700" cap="flat" cmpd="sng" algn="ctr">
                      <a:solidFill>
                        <a:srgbClr val="D8CBB2"/>
                      </a:solidFill>
                      <a:prstDash val="solid"/>
                      <a:round/>
                      <a:headEnd type="none" w="med" len="med"/>
                      <a:tailEnd type="none" w="med" len="med"/>
                    </a:lnL>
                    <a:lnR w="12700" cap="flat" cmpd="sng" algn="ctr">
                      <a:solidFill>
                        <a:srgbClr val="D8CBB2"/>
                      </a:solidFill>
                      <a:prstDash val="solid"/>
                      <a:round/>
                      <a:headEnd type="none" w="med" len="med"/>
                      <a:tailEnd type="none" w="med" len="med"/>
                    </a:lnR>
                    <a:lnT w="12700" cap="flat" cmpd="sng" algn="ctr">
                      <a:solidFill>
                        <a:srgbClr val="D8CBB2"/>
                      </a:solidFill>
                      <a:prstDash val="solid"/>
                      <a:round/>
                      <a:headEnd type="none" w="med" len="med"/>
                      <a:tailEnd type="none" w="med" len="med"/>
                    </a:lnT>
                    <a:lnB w="12700" cap="flat" cmpd="sng" algn="ctr">
                      <a:solidFill>
                        <a:srgbClr val="D8CBB2"/>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2E5A46"/>
                          </a:solidFill>
                          <a:latin typeface="Malgun Gothic" pitchFamily="34" charset="0"/>
                          <a:ea typeface="Malgun Gothic" pitchFamily="34" charset="-122"/>
                          <a:cs typeface="Malgun Gothic" pitchFamily="34" charset="-120"/>
                        </a:rPr>
                        <a:t>유지</a:t>
                      </a:r>
                      <a:endParaRPr lang="en-US" sz="1200" dirty="0">
                        <a:latin typeface="Malgun Gothic" charset="0"/>
                        <a:ea typeface="Malgun Gothic" charset="0"/>
                        <a:cs typeface="Malgun Gothic" charset="0"/>
                      </a:endParaRPr>
                    </a:p>
                  </a:txBody>
                  <a:tcPr marL="109728" marR="109728" marT="27432" marB="27432" anchor="ctr">
                    <a:lnL w="12700" cap="flat" cmpd="sng" algn="ctr">
                      <a:solidFill>
                        <a:srgbClr val="D8CBB2"/>
                      </a:solidFill>
                      <a:prstDash val="solid"/>
                      <a:round/>
                      <a:headEnd type="none" w="med" len="med"/>
                      <a:tailEnd type="none" w="med" len="med"/>
                    </a:lnL>
                    <a:lnR w="12700" cap="flat" cmpd="sng" algn="ctr">
                      <a:solidFill>
                        <a:srgbClr val="D8CBB2"/>
                      </a:solidFill>
                      <a:prstDash val="solid"/>
                      <a:round/>
                      <a:headEnd type="none" w="med" len="med"/>
                      <a:tailEnd type="none" w="med" len="med"/>
                    </a:lnR>
                    <a:lnT w="12700" cap="flat" cmpd="sng" algn="ctr">
                      <a:solidFill>
                        <a:srgbClr val="D8CBB2"/>
                      </a:solidFill>
                      <a:prstDash val="solid"/>
                      <a:round/>
                      <a:headEnd type="none" w="med" len="med"/>
                      <a:tailEnd type="none" w="med" len="med"/>
                    </a:lnT>
                    <a:lnB w="12700" cap="flat" cmpd="sng" algn="ctr">
                      <a:solidFill>
                        <a:srgbClr val="D8CBB2"/>
                      </a:solidFill>
                      <a:prstDash val="solid"/>
                      <a:round/>
                      <a:headEnd type="none" w="med" len="med"/>
                      <a:tailEnd type="none" w="med" len="med"/>
                    </a:lnB>
                    <a:solidFill>
                      <a:srgbClr val="FFFFFF"/>
                    </a:solidFill>
                  </a:tcPr>
                </a:tc>
              </a:tr>
              <a:tr h="393192">
                <a:tc>
                  <a:txBody>
                    <a:bodyPr/>
                    <a:lstStyle/>
                    <a:p>
                      <a:pPr indent="0" marL="0">
                        <a:buNone/>
                      </a:pPr>
                      <a:r>
                        <a:rPr lang="en-US" sz="1200" b="1" dirty="0">
                          <a:solidFill>
                            <a:srgbClr val="1E2621"/>
                          </a:solidFill>
                          <a:latin typeface="Malgun Gothic" pitchFamily="34" charset="0"/>
                          <a:ea typeface="Malgun Gothic" pitchFamily="34" charset="-122"/>
                          <a:cs typeface="Malgun Gothic" pitchFamily="34" charset="-120"/>
                        </a:rPr>
                        <a:t>wgs84Lat 위도</a:t>
                      </a:r>
                      <a:endParaRPr lang="en-US" sz="1200" dirty="0">
                        <a:latin typeface="Malgun Gothic" charset="0"/>
                        <a:ea typeface="Malgun Gothic" charset="0"/>
                        <a:cs typeface="Malgun Gothic" charset="0"/>
                      </a:endParaRPr>
                    </a:p>
                  </a:txBody>
                  <a:tcPr marL="109728" marR="109728" marT="27432" marB="27432" anchor="ctr">
                    <a:lnL w="12700" cap="flat" cmpd="sng" algn="ctr">
                      <a:solidFill>
                        <a:srgbClr val="D8CBB2"/>
                      </a:solidFill>
                      <a:prstDash val="solid"/>
                      <a:round/>
                      <a:headEnd type="none" w="med" len="med"/>
                      <a:tailEnd type="none" w="med" len="med"/>
                    </a:lnL>
                    <a:lnR w="12700" cap="flat" cmpd="sng" algn="ctr">
                      <a:solidFill>
                        <a:srgbClr val="D8CBB2"/>
                      </a:solidFill>
                      <a:prstDash val="solid"/>
                      <a:round/>
                      <a:headEnd type="none" w="med" len="med"/>
                      <a:tailEnd type="none" w="med" len="med"/>
                    </a:lnR>
                    <a:lnT w="12700" cap="flat" cmpd="sng" algn="ctr">
                      <a:solidFill>
                        <a:srgbClr val="D8CBB2"/>
                      </a:solidFill>
                      <a:prstDash val="solid"/>
                      <a:round/>
                      <a:headEnd type="none" w="med" len="med"/>
                      <a:tailEnd type="none" w="med" len="med"/>
                    </a:lnT>
                    <a:lnB w="12700" cap="flat" cmpd="sng" algn="ctr">
                      <a:solidFill>
                        <a:srgbClr val="D8CBB2"/>
                      </a:solidFill>
                      <a:prstDash val="solid"/>
                      <a:round/>
                      <a:headEnd type="none" w="med" len="med"/>
                      <a:tailEnd type="none" w="med" len="med"/>
                    </a:lnB>
                    <a:solidFill>
                      <a:srgbClr val="FFFFFF"/>
                    </a:solidFill>
                  </a:tcPr>
                </a:tc>
                <a:tc>
                  <a:txBody>
                    <a:bodyPr/>
                    <a:lstStyle/>
                    <a:p>
                      <a:pPr indent="0" marL="0">
                        <a:buNone/>
                      </a:pPr>
                      <a:r>
                        <a:rPr lang="en-US" sz="1200" b="1" dirty="0">
                          <a:solidFill>
                            <a:srgbClr val="5E5B52"/>
                          </a:solidFill>
                          <a:latin typeface="Malgun Gothic" pitchFamily="34" charset="0"/>
                          <a:ea typeface="Malgun Gothic" pitchFamily="34" charset="-122"/>
                          <a:cs typeface="Malgun Gothic" pitchFamily="34" charset="-120"/>
                        </a:rPr>
                        <a:t>"37.6142383841494"</a:t>
                      </a:r>
                      <a:endParaRPr lang="en-US" sz="1200" dirty="0">
                        <a:latin typeface="Malgun Gothic" charset="0"/>
                        <a:ea typeface="Malgun Gothic" charset="0"/>
                        <a:cs typeface="Malgun Gothic" charset="0"/>
                      </a:endParaRPr>
                    </a:p>
                  </a:txBody>
                  <a:tcPr marL="109728" marR="109728" marT="27432" marB="27432" anchor="ctr">
                    <a:lnL w="12700" cap="flat" cmpd="sng" algn="ctr">
                      <a:solidFill>
                        <a:srgbClr val="D8CBB2"/>
                      </a:solidFill>
                      <a:prstDash val="solid"/>
                      <a:round/>
                      <a:headEnd type="none" w="med" len="med"/>
                      <a:tailEnd type="none" w="med" len="med"/>
                    </a:lnL>
                    <a:lnR w="12700" cap="flat" cmpd="sng" algn="ctr">
                      <a:solidFill>
                        <a:srgbClr val="D8CBB2"/>
                      </a:solidFill>
                      <a:prstDash val="solid"/>
                      <a:round/>
                      <a:headEnd type="none" w="med" len="med"/>
                      <a:tailEnd type="none" w="med" len="med"/>
                    </a:lnR>
                    <a:lnT w="12700" cap="flat" cmpd="sng" algn="ctr">
                      <a:solidFill>
                        <a:srgbClr val="D8CBB2"/>
                      </a:solidFill>
                      <a:prstDash val="solid"/>
                      <a:round/>
                      <a:headEnd type="none" w="med" len="med"/>
                      <a:tailEnd type="none" w="med" len="med"/>
                    </a:lnT>
                    <a:lnB w="12700" cap="flat" cmpd="sng" algn="ctr">
                      <a:solidFill>
                        <a:srgbClr val="D8CBB2"/>
                      </a:solidFill>
                      <a:prstDash val="solid"/>
                      <a:round/>
                      <a:headEnd type="none" w="med" len="med"/>
                      <a:tailEnd type="none" w="med" len="med"/>
                    </a:lnB>
                    <a:solidFill>
                      <a:srgbClr val="FFFFFF"/>
                    </a:solidFill>
                  </a:tcPr>
                </a:tc>
                <a:tc>
                  <a:txBody>
                    <a:bodyPr/>
                    <a:lstStyle/>
                    <a:p>
                      <a:pPr indent="0" marL="0">
                        <a:buNone/>
                      </a:pPr>
                      <a:r>
                        <a:rPr lang="en-US" sz="1200" b="1" dirty="0">
                          <a:solidFill>
                            <a:srgbClr val="B5654A"/>
                          </a:solidFill>
                          <a:latin typeface="Malgun Gothic" pitchFamily="34" charset="0"/>
                          <a:ea typeface="Malgun Gothic" pitchFamily="34" charset="-122"/>
                          <a:cs typeface="Malgun Gothic" pitchFamily="34" charset="-120"/>
                        </a:rPr>
                        <a:t>37.6142383841494</a:t>
                      </a:r>
                      <a:endParaRPr lang="en-US" sz="1200" dirty="0">
                        <a:latin typeface="Malgun Gothic" charset="0"/>
                        <a:ea typeface="Malgun Gothic" charset="0"/>
                        <a:cs typeface="Malgun Gothic" charset="0"/>
                      </a:endParaRPr>
                    </a:p>
                  </a:txBody>
                  <a:tcPr marL="109728" marR="109728" marT="27432" marB="27432" anchor="ctr">
                    <a:lnL w="12700" cap="flat" cmpd="sng" algn="ctr">
                      <a:solidFill>
                        <a:srgbClr val="D8CBB2"/>
                      </a:solidFill>
                      <a:prstDash val="solid"/>
                      <a:round/>
                      <a:headEnd type="none" w="med" len="med"/>
                      <a:tailEnd type="none" w="med" len="med"/>
                    </a:lnL>
                    <a:lnR w="12700" cap="flat" cmpd="sng" algn="ctr">
                      <a:solidFill>
                        <a:srgbClr val="D8CBB2"/>
                      </a:solidFill>
                      <a:prstDash val="solid"/>
                      <a:round/>
                      <a:headEnd type="none" w="med" len="med"/>
                      <a:tailEnd type="none" w="med" len="med"/>
                    </a:lnR>
                    <a:lnT w="12700" cap="flat" cmpd="sng" algn="ctr">
                      <a:solidFill>
                        <a:srgbClr val="D8CBB2"/>
                      </a:solidFill>
                      <a:prstDash val="solid"/>
                      <a:round/>
                      <a:headEnd type="none" w="med" len="med"/>
                      <a:tailEnd type="none" w="med" len="med"/>
                    </a:lnT>
                    <a:lnB w="12700" cap="flat" cmpd="sng" algn="ctr">
                      <a:solidFill>
                        <a:srgbClr val="D8CBB2"/>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B5654A"/>
                          </a:solidFill>
                          <a:latin typeface="Malgun Gothic" pitchFamily="34" charset="0"/>
                          <a:ea typeface="Malgun Gothic" pitchFamily="34" charset="-122"/>
                          <a:cs typeface="Malgun Gothic" pitchFamily="34" charset="-120"/>
                        </a:rPr>
                        <a:t>문자열 → 숫자형</a:t>
                      </a:r>
                      <a:endParaRPr lang="en-US" sz="1200" dirty="0">
                        <a:latin typeface="Malgun Gothic" charset="0"/>
                        <a:ea typeface="Malgun Gothic" charset="0"/>
                        <a:cs typeface="Malgun Gothic" charset="0"/>
                      </a:endParaRPr>
                    </a:p>
                  </a:txBody>
                  <a:tcPr marL="109728" marR="109728" marT="27432" marB="27432" anchor="ctr">
                    <a:lnL w="12700" cap="flat" cmpd="sng" algn="ctr">
                      <a:solidFill>
                        <a:srgbClr val="D8CBB2"/>
                      </a:solidFill>
                      <a:prstDash val="solid"/>
                      <a:round/>
                      <a:headEnd type="none" w="med" len="med"/>
                      <a:tailEnd type="none" w="med" len="med"/>
                    </a:lnL>
                    <a:lnR w="12700" cap="flat" cmpd="sng" algn="ctr">
                      <a:solidFill>
                        <a:srgbClr val="D8CBB2"/>
                      </a:solidFill>
                      <a:prstDash val="solid"/>
                      <a:round/>
                      <a:headEnd type="none" w="med" len="med"/>
                      <a:tailEnd type="none" w="med" len="med"/>
                    </a:lnR>
                    <a:lnT w="12700" cap="flat" cmpd="sng" algn="ctr">
                      <a:solidFill>
                        <a:srgbClr val="D8CBB2"/>
                      </a:solidFill>
                      <a:prstDash val="solid"/>
                      <a:round/>
                      <a:headEnd type="none" w="med" len="med"/>
                      <a:tailEnd type="none" w="med" len="med"/>
                    </a:lnT>
                    <a:lnB w="12700" cap="flat" cmpd="sng" algn="ctr">
                      <a:solidFill>
                        <a:srgbClr val="D8CBB2"/>
                      </a:solidFill>
                      <a:prstDash val="solid"/>
                      <a:round/>
                      <a:headEnd type="none" w="med" len="med"/>
                      <a:tailEnd type="none" w="med" len="med"/>
                    </a:lnB>
                    <a:solidFill>
                      <a:srgbClr val="FFFFFF"/>
                    </a:solidFill>
                  </a:tcPr>
                </a:tc>
              </a:tr>
              <a:tr h="393192">
                <a:tc>
                  <a:txBody>
                    <a:bodyPr/>
                    <a:lstStyle/>
                    <a:p>
                      <a:pPr indent="0" marL="0">
                        <a:buNone/>
                      </a:pPr>
                      <a:r>
                        <a:rPr lang="en-US" sz="1200" b="1" dirty="0">
                          <a:solidFill>
                            <a:srgbClr val="1E2621"/>
                          </a:solidFill>
                          <a:latin typeface="Malgun Gothic" pitchFamily="34" charset="0"/>
                          <a:ea typeface="Malgun Gothic" pitchFamily="34" charset="-122"/>
                          <a:cs typeface="Malgun Gothic" pitchFamily="34" charset="-120"/>
                        </a:rPr>
                        <a:t>wgs84Lon 경도</a:t>
                      </a:r>
                      <a:endParaRPr lang="en-US" sz="1200" dirty="0">
                        <a:latin typeface="Malgun Gothic" charset="0"/>
                        <a:ea typeface="Malgun Gothic" charset="0"/>
                        <a:cs typeface="Malgun Gothic" charset="0"/>
                      </a:endParaRPr>
                    </a:p>
                  </a:txBody>
                  <a:tcPr marL="109728" marR="109728" marT="27432" marB="27432" anchor="ctr">
                    <a:lnL w="12700" cap="flat" cmpd="sng" algn="ctr">
                      <a:solidFill>
                        <a:srgbClr val="D8CBB2"/>
                      </a:solidFill>
                      <a:prstDash val="solid"/>
                      <a:round/>
                      <a:headEnd type="none" w="med" len="med"/>
                      <a:tailEnd type="none" w="med" len="med"/>
                    </a:lnL>
                    <a:lnR w="12700" cap="flat" cmpd="sng" algn="ctr">
                      <a:solidFill>
                        <a:srgbClr val="D8CBB2"/>
                      </a:solidFill>
                      <a:prstDash val="solid"/>
                      <a:round/>
                      <a:headEnd type="none" w="med" len="med"/>
                      <a:tailEnd type="none" w="med" len="med"/>
                    </a:lnR>
                    <a:lnT w="12700" cap="flat" cmpd="sng" algn="ctr">
                      <a:solidFill>
                        <a:srgbClr val="D8CBB2"/>
                      </a:solidFill>
                      <a:prstDash val="solid"/>
                      <a:round/>
                      <a:headEnd type="none" w="med" len="med"/>
                      <a:tailEnd type="none" w="med" len="med"/>
                    </a:lnT>
                    <a:lnB w="12700" cap="flat" cmpd="sng" algn="ctr">
                      <a:solidFill>
                        <a:srgbClr val="D8CBB2"/>
                      </a:solidFill>
                      <a:prstDash val="solid"/>
                      <a:round/>
                      <a:headEnd type="none" w="med" len="med"/>
                      <a:tailEnd type="none" w="med" len="med"/>
                    </a:lnB>
                    <a:solidFill>
                      <a:srgbClr val="FFFFFF"/>
                    </a:solidFill>
                  </a:tcPr>
                </a:tc>
                <a:tc>
                  <a:txBody>
                    <a:bodyPr/>
                    <a:lstStyle/>
                    <a:p>
                      <a:pPr indent="0" marL="0">
                        <a:buNone/>
                      </a:pPr>
                      <a:r>
                        <a:rPr lang="en-US" sz="1200" b="1" dirty="0">
                          <a:solidFill>
                            <a:srgbClr val="5E5B52"/>
                          </a:solidFill>
                          <a:latin typeface="Malgun Gothic" pitchFamily="34" charset="0"/>
                          <a:ea typeface="Malgun Gothic" pitchFamily="34" charset="-122"/>
                          <a:cs typeface="Malgun Gothic" pitchFamily="34" charset="-120"/>
                        </a:rPr>
                        <a:t>"126.95591770948099"</a:t>
                      </a:r>
                      <a:endParaRPr lang="en-US" sz="1200" dirty="0">
                        <a:latin typeface="Malgun Gothic" charset="0"/>
                        <a:ea typeface="Malgun Gothic" charset="0"/>
                        <a:cs typeface="Malgun Gothic" charset="0"/>
                      </a:endParaRPr>
                    </a:p>
                  </a:txBody>
                  <a:tcPr marL="109728" marR="109728" marT="27432" marB="27432" anchor="ctr">
                    <a:lnL w="12700" cap="flat" cmpd="sng" algn="ctr">
                      <a:solidFill>
                        <a:srgbClr val="D8CBB2"/>
                      </a:solidFill>
                      <a:prstDash val="solid"/>
                      <a:round/>
                      <a:headEnd type="none" w="med" len="med"/>
                      <a:tailEnd type="none" w="med" len="med"/>
                    </a:lnL>
                    <a:lnR w="12700" cap="flat" cmpd="sng" algn="ctr">
                      <a:solidFill>
                        <a:srgbClr val="D8CBB2"/>
                      </a:solidFill>
                      <a:prstDash val="solid"/>
                      <a:round/>
                      <a:headEnd type="none" w="med" len="med"/>
                      <a:tailEnd type="none" w="med" len="med"/>
                    </a:lnR>
                    <a:lnT w="12700" cap="flat" cmpd="sng" algn="ctr">
                      <a:solidFill>
                        <a:srgbClr val="D8CBB2"/>
                      </a:solidFill>
                      <a:prstDash val="solid"/>
                      <a:round/>
                      <a:headEnd type="none" w="med" len="med"/>
                      <a:tailEnd type="none" w="med" len="med"/>
                    </a:lnT>
                    <a:lnB w="12700" cap="flat" cmpd="sng" algn="ctr">
                      <a:solidFill>
                        <a:srgbClr val="D8CBB2"/>
                      </a:solidFill>
                      <a:prstDash val="solid"/>
                      <a:round/>
                      <a:headEnd type="none" w="med" len="med"/>
                      <a:tailEnd type="none" w="med" len="med"/>
                    </a:lnB>
                    <a:solidFill>
                      <a:srgbClr val="FFFFFF"/>
                    </a:solidFill>
                  </a:tcPr>
                </a:tc>
                <a:tc>
                  <a:txBody>
                    <a:bodyPr/>
                    <a:lstStyle/>
                    <a:p>
                      <a:pPr indent="0" marL="0">
                        <a:buNone/>
                      </a:pPr>
                      <a:r>
                        <a:rPr lang="en-US" sz="1200" b="1" dirty="0">
                          <a:solidFill>
                            <a:srgbClr val="B5654A"/>
                          </a:solidFill>
                          <a:latin typeface="Malgun Gothic" pitchFamily="34" charset="0"/>
                          <a:ea typeface="Malgun Gothic" pitchFamily="34" charset="-122"/>
                          <a:cs typeface="Malgun Gothic" pitchFamily="34" charset="-120"/>
                        </a:rPr>
                        <a:t>126.955917709481</a:t>
                      </a:r>
                      <a:endParaRPr lang="en-US" sz="1200" dirty="0">
                        <a:latin typeface="Malgun Gothic" charset="0"/>
                        <a:ea typeface="Malgun Gothic" charset="0"/>
                        <a:cs typeface="Malgun Gothic" charset="0"/>
                      </a:endParaRPr>
                    </a:p>
                  </a:txBody>
                  <a:tcPr marL="109728" marR="109728" marT="27432" marB="27432" anchor="ctr">
                    <a:lnL w="12700" cap="flat" cmpd="sng" algn="ctr">
                      <a:solidFill>
                        <a:srgbClr val="D8CBB2"/>
                      </a:solidFill>
                      <a:prstDash val="solid"/>
                      <a:round/>
                      <a:headEnd type="none" w="med" len="med"/>
                      <a:tailEnd type="none" w="med" len="med"/>
                    </a:lnL>
                    <a:lnR w="12700" cap="flat" cmpd="sng" algn="ctr">
                      <a:solidFill>
                        <a:srgbClr val="D8CBB2"/>
                      </a:solidFill>
                      <a:prstDash val="solid"/>
                      <a:round/>
                      <a:headEnd type="none" w="med" len="med"/>
                      <a:tailEnd type="none" w="med" len="med"/>
                    </a:lnR>
                    <a:lnT w="12700" cap="flat" cmpd="sng" algn="ctr">
                      <a:solidFill>
                        <a:srgbClr val="D8CBB2"/>
                      </a:solidFill>
                      <a:prstDash val="solid"/>
                      <a:round/>
                      <a:headEnd type="none" w="med" len="med"/>
                      <a:tailEnd type="none" w="med" len="med"/>
                    </a:lnT>
                    <a:lnB w="12700" cap="flat" cmpd="sng" algn="ctr">
                      <a:solidFill>
                        <a:srgbClr val="D8CBB2"/>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B5654A"/>
                          </a:solidFill>
                          <a:latin typeface="Malgun Gothic" pitchFamily="34" charset="0"/>
                          <a:ea typeface="Malgun Gothic" pitchFamily="34" charset="-122"/>
                          <a:cs typeface="Malgun Gothic" pitchFamily="34" charset="-120"/>
                        </a:rPr>
                        <a:t>문자열 → 숫자형</a:t>
                      </a:r>
                      <a:endParaRPr lang="en-US" sz="1200" dirty="0">
                        <a:latin typeface="Malgun Gothic" charset="0"/>
                        <a:ea typeface="Malgun Gothic" charset="0"/>
                        <a:cs typeface="Malgun Gothic" charset="0"/>
                      </a:endParaRPr>
                    </a:p>
                  </a:txBody>
                  <a:tcPr marL="109728" marR="109728" marT="27432" marB="27432" anchor="ctr">
                    <a:lnL w="12700" cap="flat" cmpd="sng" algn="ctr">
                      <a:solidFill>
                        <a:srgbClr val="D8CBB2"/>
                      </a:solidFill>
                      <a:prstDash val="solid"/>
                      <a:round/>
                      <a:headEnd type="none" w="med" len="med"/>
                      <a:tailEnd type="none" w="med" len="med"/>
                    </a:lnL>
                    <a:lnR w="12700" cap="flat" cmpd="sng" algn="ctr">
                      <a:solidFill>
                        <a:srgbClr val="D8CBB2"/>
                      </a:solidFill>
                      <a:prstDash val="solid"/>
                      <a:round/>
                      <a:headEnd type="none" w="med" len="med"/>
                      <a:tailEnd type="none" w="med" len="med"/>
                    </a:lnR>
                    <a:lnT w="12700" cap="flat" cmpd="sng" algn="ctr">
                      <a:solidFill>
                        <a:srgbClr val="D8CBB2"/>
                      </a:solidFill>
                      <a:prstDash val="solid"/>
                      <a:round/>
                      <a:headEnd type="none" w="med" len="med"/>
                      <a:tailEnd type="none" w="med" len="med"/>
                    </a:lnT>
                    <a:lnB w="12700" cap="flat" cmpd="sng" algn="ctr">
                      <a:solidFill>
                        <a:srgbClr val="D8CBB2"/>
                      </a:solidFill>
                      <a:prstDash val="solid"/>
                      <a:round/>
                      <a:headEnd type="none" w="med" len="med"/>
                      <a:tailEnd type="none" w="med" len="med"/>
                    </a:lnB>
                    <a:solidFill>
                      <a:srgbClr val="FFFFFF"/>
                    </a:solidFill>
                  </a:tcPr>
                </a:tc>
              </a:tr>
            </a:tbl>
          </a:graphicData>
        </a:graphic>
      </p:graphicFrame>
      <p:sp>
        <p:nvSpPr>
          <p:cNvPr id="8" name="Text 5"/>
          <p:cNvSpPr txBox="1"/>
          <p:nvPr/>
        </p:nvSpPr>
        <p:spPr>
          <a:xfrm>
            <a:off x="548640" y="6053328"/>
            <a:ext cx="11064240" cy="274320"/>
          </a:xfrm>
          <a:prstGeom prst="rect">
            <a:avLst/>
          </a:prstGeom>
          <a:noFill/>
          <a:ln/>
        </p:spPr>
        <p:txBody>
          <a:bodyPr wrap="square" lIns="0" tIns="0" rIns="0" bIns="0" rtlCol="0" anchor="t"/>
          <a:lstStyle/>
          <a:p>
            <a:pPr indent="0" marL="0">
              <a:buNone/>
            </a:pPr>
            <a:r>
              <a:rPr lang="en-US" sz="1100" b="1" dirty="0">
                <a:solidFill>
                  <a:srgbClr val="5E5B52"/>
                </a:solidFill>
                <a:latin typeface="Malgun Gothic" pitchFamily="34" charset="0"/>
                <a:ea typeface="Malgun Gothic" pitchFamily="34" charset="-122"/>
                <a:cs typeface="Malgun Gothic" pitchFamily="34" charset="-120"/>
              </a:rPr>
              <a:t>※ 담당자 이름 · 연락처 컬럼은 표시에서 제외 · 우편번호처럼 숫자로 보여도 식별 의미인 값은 문자열로 유지</a:t>
            </a:r>
            <a:endParaRPr lang="en-US" sz="1100" dirty="0"/>
          </a:p>
        </p:txBody>
      </p:sp>
      <p:sp>
        <p:nvSpPr>
          <p:cNvPr id="9" name="Text 6"/>
          <p:cNvSpPr txBox="1"/>
          <p:nvPr/>
        </p:nvSpPr>
        <p:spPr>
          <a:xfrm>
            <a:off x="548640" y="6446520"/>
            <a:ext cx="4572000" cy="228600"/>
          </a:xfrm>
          <a:prstGeom prst="rect">
            <a:avLst/>
          </a:prstGeom>
          <a:noFill/>
          <a:ln/>
        </p:spPr>
        <p:txBody>
          <a:bodyPr wrap="square" lIns="0" tIns="0" rIns="0" bIns="0" rtlCol="0" anchor="t"/>
          <a:lstStyle/>
          <a:p>
            <a:pPr indent="0" marL="0">
              <a:buNone/>
            </a:pPr>
            <a:r>
              <a:rPr lang="en-US" sz="900" b="1" spc="200" kern="0" dirty="0">
                <a:solidFill>
                  <a:srgbClr val="9A907C"/>
                </a:solidFill>
                <a:latin typeface="Malgun Gothic" pitchFamily="34" charset="0"/>
                <a:ea typeface="Malgun Gothic" pitchFamily="34" charset="-122"/>
                <a:cs typeface="Malgun Gothic" pitchFamily="34" charset="-120"/>
              </a:rPr>
              <a:t>WOOSIMWOONKKA · MY MOVE CLUB</a:t>
            </a:r>
            <a:endParaRPr lang="en-US" sz="900" dirty="0"/>
          </a:p>
        </p:txBody>
      </p:sp>
      <p:sp>
        <p:nvSpPr>
          <p:cNvPr id="10" name="Text 7"/>
          <p:cNvSpPr txBox="1"/>
          <p:nvPr/>
        </p:nvSpPr>
        <p:spPr>
          <a:xfrm>
            <a:off x="11183112" y="6446520"/>
            <a:ext cx="457200" cy="228600"/>
          </a:xfrm>
          <a:prstGeom prst="rect">
            <a:avLst/>
          </a:prstGeom>
          <a:noFill/>
          <a:ln/>
        </p:spPr>
        <p:txBody>
          <a:bodyPr wrap="square" lIns="0" tIns="0" rIns="0" bIns="0" rtlCol="0" anchor="t"/>
          <a:lstStyle/>
          <a:p>
            <a:pPr algn="r" indent="0" marL="0">
              <a:buNone/>
            </a:pPr>
            <a:r>
              <a:rPr lang="en-US" sz="900" b="1" dirty="0">
                <a:solidFill>
                  <a:srgbClr val="9A907C"/>
                </a:solidFill>
                <a:latin typeface="Malgun Gothic" pitchFamily="34" charset="0"/>
                <a:ea typeface="Malgun Gothic" pitchFamily="34" charset="-122"/>
                <a:cs typeface="Malgun Gothic"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xmlns:p14="http://schemas.microsoft.com/office/powerpoint/2010/main">
  <p:cSld name="">
    <p:bg>
      <p:bgPr>
        <a:solidFill>
          <a:srgbClr val="F7F1E6"/>
        </a:solidFill>
      </p:bgPr>
    </p:bg>
    <p:spTree>
      <p:nvGrpSpPr>
        <p:cNvPr id="1" name=""/>
        <p:cNvGrpSpPr/>
        <p:nvPr/>
      </p:nvGrpSpPr>
      <p:grpSpPr>
        <a:xfrm>
          <a:off x="0" y="0"/>
          <a:ext cx="0" cy="0"/>
          <a:chOff x="0" y="0"/>
          <a:chExt cx="0" cy="0"/>
        </a:xfrm>
      </p:grpSpPr>
      <p:sp>
        <p:nvSpPr>
          <p:cNvPr id="2" name="Shape 0"/>
          <p:cNvSpPr/>
          <p:nvPr/>
        </p:nvSpPr>
        <p:spPr>
          <a:xfrm>
            <a:off x="548640" y="384175"/>
            <a:ext cx="384175" cy="384175"/>
          </a:xfrm>
          <a:prstGeom prst="ellipse">
            <a:avLst/>
          </a:prstGeom>
          <a:solidFill>
            <a:srgbClr val="2E5A46"/>
          </a:solidFill>
          <a:ln w="12700">
            <a:solidFill>
              <a:srgbClr val="2E5A46"/>
            </a:solidFill>
            <a:prstDash val="solid"/>
          </a:ln>
        </p:spPr>
        <p:txBody>
          <a:bodyPr/>
          <a:p/>
        </p:txBody>
      </p:sp>
      <p:sp>
        <p:nvSpPr>
          <p:cNvPr id="3" name="Text 1"/>
          <p:cNvSpPr txBox="1"/>
          <p:nvPr/>
        </p:nvSpPr>
        <p:spPr>
          <a:xfrm>
            <a:off x="548640" y="384175"/>
            <a:ext cx="384175" cy="384175"/>
          </a:xfrm>
          <a:prstGeom prst="rect">
            <a:avLst/>
          </a:prstGeom>
          <a:noFill/>
          <a:ln/>
        </p:spPr>
        <p:txBody>
          <a:bodyPr wrap="square" lIns="0" tIns="0" rIns="0" bIns="0" rtlCol="0" anchor="ctr"/>
          <a:lstStyle/>
          <a:p>
            <a:pPr algn="ctr" indent="0" marL="0">
              <a:buNone/>
            </a:pPr>
            <a:r>
              <a:rPr lang="en-US" sz="1300" b="1" dirty="0">
                <a:solidFill>
                  <a:srgbClr val="FFFFFF"/>
                </a:solidFill>
                <a:latin typeface="Malgun Gothic" pitchFamily="34" charset="0"/>
                <a:ea typeface="Malgun Gothic" pitchFamily="34" charset="-122"/>
                <a:cs typeface="Malgun Gothic" pitchFamily="34" charset="-120"/>
              </a:rPr>
              <a:t>08</a:t>
            </a:r>
            <a:endParaRPr lang="en-US" sz="1300" dirty="0"/>
          </a:p>
        </p:txBody>
      </p:sp>
      <p:sp>
        <p:nvSpPr>
          <p:cNvPr id="4" name="Text 2"/>
          <p:cNvSpPr txBox="1"/>
          <p:nvPr/>
        </p:nvSpPr>
        <p:spPr>
          <a:xfrm>
            <a:off x="1042670" y="384175"/>
            <a:ext cx="5486400" cy="384175"/>
          </a:xfrm>
          <a:prstGeom prst="rect">
            <a:avLst/>
          </a:prstGeom>
          <a:noFill/>
          <a:ln/>
        </p:spPr>
        <p:txBody>
          <a:bodyPr wrap="square" lIns="0" tIns="0" rIns="0" bIns="0" rtlCol="0" anchor="ctr"/>
          <a:lstStyle/>
          <a:p>
            <a:pPr indent="0" marL="0">
              <a:buNone/>
            </a:pPr>
            <a:r>
              <a:rPr lang="en-US" sz="1400" b="1" spc="200" kern="0" dirty="0">
                <a:solidFill>
                  <a:srgbClr val="B5654A"/>
                </a:solidFill>
                <a:latin typeface="Malgun Gothic" pitchFamily="34" charset="0"/>
                <a:ea typeface="Malgun Gothic" pitchFamily="34" charset="-122"/>
                <a:cs typeface="Malgun Gothic" pitchFamily="34" charset="-120"/>
              </a:rPr>
              <a:t>RESULT · 실행 결과</a:t>
            </a:r>
            <a:endParaRPr lang="en-US" sz="1400" dirty="0"/>
          </a:p>
        </p:txBody>
      </p:sp>
      <p:sp>
        <p:nvSpPr>
          <p:cNvPr id="5" name="Text 3"/>
          <p:cNvSpPr txBox="1"/>
          <p:nvPr/>
        </p:nvSpPr>
        <p:spPr>
          <a:xfrm>
            <a:off x="548640" y="895985"/>
            <a:ext cx="11064240" cy="731520"/>
          </a:xfrm>
          <a:prstGeom prst="rect">
            <a:avLst/>
          </a:prstGeom>
          <a:noFill/>
          <a:ln/>
        </p:spPr>
        <p:txBody>
          <a:bodyPr wrap="square" lIns="0" tIns="0" rIns="0" bIns="0" rtlCol="0" anchor="ctr"/>
          <a:lstStyle/>
          <a:p>
            <a:pPr indent="0" marL="0">
              <a:buNone/>
            </a:pPr>
            <a:r>
              <a:rPr lang="en-US" sz="3400" b="1" dirty="0">
                <a:solidFill>
                  <a:srgbClr val="1E2621"/>
                </a:solidFill>
                <a:latin typeface="Malgun Gothic" pitchFamily="34" charset="0"/>
                <a:ea typeface="Malgun Gothic" pitchFamily="34" charset="-122"/>
                <a:cs typeface="Malgun Gothic" pitchFamily="34" charset="-120"/>
              </a:rPr>
              <a:t>실제로 어디까지 처리됐는지 확인했습니다</a:t>
            </a:r>
            <a:endParaRPr lang="en-US" sz="3400" dirty="0"/>
          </a:p>
        </p:txBody>
      </p:sp>
      <p:sp>
        <p:nvSpPr>
          <p:cNvPr id="6" name="Text 4"/>
          <p:cNvSpPr txBox="1"/>
          <p:nvPr/>
        </p:nvSpPr>
        <p:spPr>
          <a:xfrm>
            <a:off x="548640" y="1600200"/>
            <a:ext cx="11064240" cy="328930"/>
          </a:xfrm>
          <a:prstGeom prst="rect">
            <a:avLst/>
          </a:prstGeom>
          <a:noFill/>
          <a:ln/>
        </p:spPr>
        <p:txBody>
          <a:bodyPr wrap="square" lIns="0" tIns="0" rIns="0" bIns="0" rtlCol="0" anchor="t"/>
          <a:lstStyle/>
          <a:p>
            <a:pPr indent="0" marL="0">
              <a:buNone/>
            </a:pPr>
            <a:r>
              <a:rPr lang="en-US" sz="1500" b="1" dirty="0">
                <a:solidFill>
                  <a:srgbClr val="5E5B52"/>
                </a:solidFill>
                <a:latin typeface="Malgun Gothic" pitchFamily="34" charset="0"/>
                <a:ea typeface="Malgun Gothic" pitchFamily="34" charset="-122"/>
                <a:cs typeface="Malgun Gothic" pitchFamily="34" charset="-120"/>
              </a:rPr>
              <a:t>AED(자동심장충격기) 원본 데이터에 M3 정제 · DQ 코드를 실제로 실행한 결과</a:t>
            </a:r>
            <a:endParaRPr lang="en-US" sz="1500" dirty="0"/>
          </a:p>
        </p:txBody>
      </p:sp>
      <p:graphicFrame>
        <p:nvGraphicFramePr>
          <p:cNvPr id="6" name="Text 4"/>
          <p:cNvGraphicFramePr>
            <a:graphicFrameLocks noGrp="1"/>
          </p:cNvGraphicFramePr>
          <p:nvPr>
            <p:extLst>
              <p:ext uri="{D42A27DB-BD31-4B8C-83A1-F6EECF244321}">
                <p14:modId xmlns:p14="http://schemas.microsoft.com/office/powerpoint/2010/main" val="1579011935"/>
              </p:ext>
            </p:extLst>
          </p:nvPr>
        </p:nvGraphicFramePr>
        <p:xfrm>
          <a:off x="548640" y="3474720"/>
          <a:ext cx="5440680" cy="914400"/>
        </p:xfrm>
        <a:graphic>
          <a:graphicData uri="http://schemas.openxmlformats.org/drawingml/2006/table">
            <a:tbl>
              <a:tblPr/>
              <a:tblGrid>
                <a:gridCol w="1554480"/>
                <a:gridCol w="3063240"/>
                <a:gridCol w="822960"/>
              </a:tblGrid>
              <a:tr h="402336">
                <a:tc>
                  <a:txBody>
                    <a:bodyPr/>
                    <a:lstStyle/>
                    <a:p>
                      <a:pPr algn="ctr" indent="0" marL="0">
                        <a:buNone/>
                      </a:pPr>
                      <a:r>
                        <a:rPr lang="en-US" sz="1250" b="1" dirty="0">
                          <a:solidFill>
                            <a:srgbClr val="FFFFFF"/>
                          </a:solidFill>
                          <a:latin typeface="Malgun Gothic" pitchFamily="34" charset="0"/>
                          <a:ea typeface="Malgun Gothic" pitchFamily="34" charset="-122"/>
                          <a:cs typeface="Malgun Gothic" pitchFamily="34" charset="-120"/>
                        </a:rPr>
                        <a:t>검사</a:t>
                      </a:r>
                      <a:endParaRPr lang="en-US" sz="1250" dirty="0">
                        <a:latin typeface="Malgun Gothic" charset="0"/>
                        <a:ea typeface="Malgun Gothic" charset="0"/>
                        <a:cs typeface="Malgun Gothic" charset="0"/>
                      </a:endParaRPr>
                    </a:p>
                  </a:txBody>
                  <a:tcPr marL="91440" marR="91440" marT="45720" marB="45720" anchor="ctr">
                    <a:lnL w="12700" cap="flat" cmpd="sng" algn="ctr">
                      <a:solidFill>
                        <a:srgbClr val="D8CBB2"/>
                      </a:solidFill>
                      <a:prstDash val="solid"/>
                      <a:round/>
                      <a:headEnd type="none" w="med" len="med"/>
                      <a:tailEnd type="none" w="med" len="med"/>
                    </a:lnL>
                    <a:lnR w="12700" cap="flat" cmpd="sng" algn="ctr">
                      <a:solidFill>
                        <a:srgbClr val="D8CBB2"/>
                      </a:solidFill>
                      <a:prstDash val="solid"/>
                      <a:round/>
                      <a:headEnd type="none" w="med" len="med"/>
                      <a:tailEnd type="none" w="med" len="med"/>
                    </a:lnR>
                    <a:lnT w="12700" cap="flat" cmpd="sng" algn="ctr">
                      <a:solidFill>
                        <a:srgbClr val="D8CBB2"/>
                      </a:solidFill>
                      <a:prstDash val="solid"/>
                      <a:round/>
                      <a:headEnd type="none" w="med" len="med"/>
                      <a:tailEnd type="none" w="med" len="med"/>
                    </a:lnT>
                    <a:lnB w="12700" cap="flat" cmpd="sng" algn="ctr">
                      <a:solidFill>
                        <a:srgbClr val="D8CBB2"/>
                      </a:solidFill>
                      <a:prstDash val="solid"/>
                      <a:round/>
                      <a:headEnd type="none" w="med" len="med"/>
                      <a:tailEnd type="none" w="med" len="med"/>
                    </a:lnB>
                    <a:solidFill>
                      <a:srgbClr val="2E5A46"/>
                    </a:solidFill>
                  </a:tcPr>
                </a:tc>
                <a:tc>
                  <a:txBody>
                    <a:bodyPr/>
                    <a:lstStyle/>
                    <a:p>
                      <a:pPr algn="ctr" indent="0" marL="0">
                        <a:buNone/>
                      </a:pPr>
                      <a:r>
                        <a:rPr lang="en-US" sz="1250" b="1" dirty="0">
                          <a:solidFill>
                            <a:srgbClr val="FFFFFF"/>
                          </a:solidFill>
                          <a:latin typeface="Malgun Gothic" pitchFamily="34" charset="0"/>
                          <a:ea typeface="Malgun Gothic" pitchFamily="34" charset="-122"/>
                          <a:cs typeface="Malgun Gothic" pitchFamily="34" charset="-120"/>
                        </a:rPr>
                        <a:t>관측값</a:t>
                      </a:r>
                      <a:endParaRPr lang="en-US" sz="1250" dirty="0">
                        <a:latin typeface="Malgun Gothic" charset="0"/>
                        <a:ea typeface="Malgun Gothic" charset="0"/>
                        <a:cs typeface="Malgun Gothic" charset="0"/>
                      </a:endParaRPr>
                    </a:p>
                  </a:txBody>
                  <a:tcPr marL="91440" marR="91440" marT="45720" marB="45720" anchor="ctr">
                    <a:lnL w="12700" cap="flat" cmpd="sng" algn="ctr">
                      <a:solidFill>
                        <a:srgbClr val="D8CBB2"/>
                      </a:solidFill>
                      <a:prstDash val="solid"/>
                      <a:round/>
                      <a:headEnd type="none" w="med" len="med"/>
                      <a:tailEnd type="none" w="med" len="med"/>
                    </a:lnL>
                    <a:lnR w="12700" cap="flat" cmpd="sng" algn="ctr">
                      <a:solidFill>
                        <a:srgbClr val="D8CBB2"/>
                      </a:solidFill>
                      <a:prstDash val="solid"/>
                      <a:round/>
                      <a:headEnd type="none" w="med" len="med"/>
                      <a:tailEnd type="none" w="med" len="med"/>
                    </a:lnR>
                    <a:lnT w="12700" cap="flat" cmpd="sng" algn="ctr">
                      <a:solidFill>
                        <a:srgbClr val="D8CBB2"/>
                      </a:solidFill>
                      <a:prstDash val="solid"/>
                      <a:round/>
                      <a:headEnd type="none" w="med" len="med"/>
                      <a:tailEnd type="none" w="med" len="med"/>
                    </a:lnT>
                    <a:lnB w="12700" cap="flat" cmpd="sng" algn="ctr">
                      <a:solidFill>
                        <a:srgbClr val="D8CBB2"/>
                      </a:solidFill>
                      <a:prstDash val="solid"/>
                      <a:round/>
                      <a:headEnd type="none" w="med" len="med"/>
                      <a:tailEnd type="none" w="med" len="med"/>
                    </a:lnB>
                    <a:solidFill>
                      <a:srgbClr val="2E5A46"/>
                    </a:solidFill>
                  </a:tcPr>
                </a:tc>
                <a:tc>
                  <a:txBody>
                    <a:bodyPr/>
                    <a:lstStyle/>
                    <a:p>
                      <a:pPr algn="ctr" indent="0" marL="0">
                        <a:buNone/>
                      </a:pPr>
                      <a:r>
                        <a:rPr lang="en-US" sz="1250" b="1" dirty="0">
                          <a:solidFill>
                            <a:srgbClr val="FFFFFF"/>
                          </a:solidFill>
                          <a:latin typeface="Malgun Gothic" pitchFamily="34" charset="0"/>
                          <a:ea typeface="Malgun Gothic" pitchFamily="34" charset="-122"/>
                          <a:cs typeface="Malgun Gothic" pitchFamily="34" charset="-120"/>
                        </a:rPr>
                        <a:t>결과</a:t>
                      </a:r>
                      <a:endParaRPr lang="en-US" sz="1250" dirty="0">
                        <a:latin typeface="Malgun Gothic" charset="0"/>
                        <a:ea typeface="Malgun Gothic" charset="0"/>
                        <a:cs typeface="Malgun Gothic" charset="0"/>
                      </a:endParaRPr>
                    </a:p>
                  </a:txBody>
                  <a:tcPr marL="91440" marR="91440" marT="45720" marB="45720" anchor="ctr">
                    <a:lnL w="12700" cap="flat" cmpd="sng" algn="ctr">
                      <a:solidFill>
                        <a:srgbClr val="D8CBB2"/>
                      </a:solidFill>
                      <a:prstDash val="solid"/>
                      <a:round/>
                      <a:headEnd type="none" w="med" len="med"/>
                      <a:tailEnd type="none" w="med" len="med"/>
                    </a:lnL>
                    <a:lnR w="12700" cap="flat" cmpd="sng" algn="ctr">
                      <a:solidFill>
                        <a:srgbClr val="D8CBB2"/>
                      </a:solidFill>
                      <a:prstDash val="solid"/>
                      <a:round/>
                      <a:headEnd type="none" w="med" len="med"/>
                      <a:tailEnd type="none" w="med" len="med"/>
                    </a:lnR>
                    <a:lnT w="12700" cap="flat" cmpd="sng" algn="ctr">
                      <a:solidFill>
                        <a:srgbClr val="D8CBB2"/>
                      </a:solidFill>
                      <a:prstDash val="solid"/>
                      <a:round/>
                      <a:headEnd type="none" w="med" len="med"/>
                      <a:tailEnd type="none" w="med" len="med"/>
                    </a:lnT>
                    <a:lnB w="12700" cap="flat" cmpd="sng" algn="ctr">
                      <a:solidFill>
                        <a:srgbClr val="D8CBB2"/>
                      </a:solidFill>
                      <a:prstDash val="solid"/>
                      <a:round/>
                      <a:headEnd type="none" w="med" len="med"/>
                      <a:tailEnd type="none" w="med" len="med"/>
                    </a:lnB>
                    <a:solidFill>
                      <a:srgbClr val="2E5A46"/>
                    </a:solidFill>
                  </a:tcPr>
                </a:tc>
              </a:tr>
              <a:tr h="402336">
                <a:tc>
                  <a:txBody>
                    <a:bodyPr/>
                    <a:lstStyle/>
                    <a:p>
                      <a:pPr indent="0" marL="0">
                        <a:buNone/>
                      </a:pPr>
                      <a:r>
                        <a:rPr lang="en-US" sz="1200" b="1" dirty="0">
                          <a:solidFill>
                            <a:srgbClr val="1E2621"/>
                          </a:solidFill>
                          <a:latin typeface="Malgun Gothic" pitchFamily="34" charset="0"/>
                          <a:ea typeface="Malgun Gothic" pitchFamily="34" charset="-122"/>
                          <a:cs typeface="Malgun Gothic" pitchFamily="34" charset="-120"/>
                        </a:rPr>
                        <a:t>행 추적</a:t>
                      </a:r>
                      <a:endParaRPr lang="en-US" sz="1200" dirty="0">
                        <a:latin typeface="Malgun Gothic" charset="0"/>
                        <a:ea typeface="Malgun Gothic" charset="0"/>
                        <a:cs typeface="Malgun Gothic" charset="0"/>
                      </a:endParaRPr>
                    </a:p>
                  </a:txBody>
                  <a:tcPr marL="91440" marR="91440" marT="45720" marB="45720" anchor="ctr">
                    <a:lnL w="12700" cap="flat" cmpd="sng" algn="ctr">
                      <a:solidFill>
                        <a:srgbClr val="D8CBB2"/>
                      </a:solidFill>
                      <a:prstDash val="solid"/>
                      <a:round/>
                      <a:headEnd type="none" w="med" len="med"/>
                      <a:tailEnd type="none" w="med" len="med"/>
                    </a:lnL>
                    <a:lnR w="12700" cap="flat" cmpd="sng" algn="ctr">
                      <a:solidFill>
                        <a:srgbClr val="D8CBB2"/>
                      </a:solidFill>
                      <a:prstDash val="solid"/>
                      <a:round/>
                      <a:headEnd type="none" w="med" len="med"/>
                      <a:tailEnd type="none" w="med" len="med"/>
                    </a:lnR>
                    <a:lnT w="12700" cap="flat" cmpd="sng" algn="ctr">
                      <a:solidFill>
                        <a:srgbClr val="D8CBB2"/>
                      </a:solidFill>
                      <a:prstDash val="solid"/>
                      <a:round/>
                      <a:headEnd type="none" w="med" len="med"/>
                      <a:tailEnd type="none" w="med" len="med"/>
                    </a:lnT>
                    <a:lnB w="12700" cap="flat" cmpd="sng" algn="ctr">
                      <a:solidFill>
                        <a:srgbClr val="D8CBB2"/>
                      </a:solidFill>
                      <a:prstDash val="solid"/>
                      <a:round/>
                      <a:headEnd type="none" w="med" len="med"/>
                      <a:tailEnd type="none" w="med" len="med"/>
                    </a:lnB>
                    <a:solidFill>
                      <a:srgbClr val="FFFFFF"/>
                    </a:solidFill>
                  </a:tcPr>
                </a:tc>
                <a:tc>
                  <a:txBody>
                    <a:bodyPr/>
                    <a:lstStyle/>
                    <a:p>
                      <a:pPr indent="0" marL="0">
                        <a:buNone/>
                      </a:pPr>
                      <a:r>
                        <a:rPr lang="en-US" sz="1200" b="1" dirty="0">
                          <a:solidFill>
                            <a:srgbClr val="1E2621"/>
                          </a:solidFill>
                          <a:latin typeface="Malgun Gothic" pitchFamily="34" charset="0"/>
                          <a:ea typeface="Malgun Gothic" pitchFamily="34" charset="-122"/>
                          <a:cs typeface="Malgun Gothic" pitchFamily="34" charset="-120"/>
                        </a:rPr>
                        <a:t>누락 0 · 중복 0 · 미확인 0</a:t>
                      </a:r>
                      <a:endParaRPr lang="en-US" sz="1200" dirty="0">
                        <a:latin typeface="Malgun Gothic" charset="0"/>
                        <a:ea typeface="Malgun Gothic" charset="0"/>
                        <a:cs typeface="Malgun Gothic" charset="0"/>
                      </a:endParaRPr>
                    </a:p>
                  </a:txBody>
                  <a:tcPr marL="91440" marR="91440" marT="45720" marB="45720" anchor="ctr">
                    <a:lnL w="12700" cap="flat" cmpd="sng" algn="ctr">
                      <a:solidFill>
                        <a:srgbClr val="D8CBB2"/>
                      </a:solidFill>
                      <a:prstDash val="solid"/>
                      <a:round/>
                      <a:headEnd type="none" w="med" len="med"/>
                      <a:tailEnd type="none" w="med" len="med"/>
                    </a:lnL>
                    <a:lnR w="12700" cap="flat" cmpd="sng" algn="ctr">
                      <a:solidFill>
                        <a:srgbClr val="D8CBB2"/>
                      </a:solidFill>
                      <a:prstDash val="solid"/>
                      <a:round/>
                      <a:headEnd type="none" w="med" len="med"/>
                      <a:tailEnd type="none" w="med" len="med"/>
                    </a:lnR>
                    <a:lnT w="12700" cap="flat" cmpd="sng" algn="ctr">
                      <a:solidFill>
                        <a:srgbClr val="D8CBB2"/>
                      </a:solidFill>
                      <a:prstDash val="solid"/>
                      <a:round/>
                      <a:headEnd type="none" w="med" len="med"/>
                      <a:tailEnd type="none" w="med" len="med"/>
                    </a:lnT>
                    <a:lnB w="12700" cap="flat" cmpd="sng" algn="ctr">
                      <a:solidFill>
                        <a:srgbClr val="D8CBB2"/>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2E5A46"/>
                          </a:solidFill>
                          <a:latin typeface="Malgun Gothic" pitchFamily="34" charset="0"/>
                          <a:ea typeface="Malgun Gothic" pitchFamily="34" charset="-122"/>
                          <a:cs typeface="Malgun Gothic" pitchFamily="34" charset="-120"/>
                        </a:rPr>
                        <a:t>PASS</a:t>
                      </a:r>
                      <a:endParaRPr lang="en-US" sz="1200" dirty="0">
                        <a:latin typeface="Malgun Gothic" charset="0"/>
                        <a:ea typeface="Malgun Gothic" charset="0"/>
                        <a:cs typeface="Malgun Gothic" charset="0"/>
                      </a:endParaRPr>
                    </a:p>
                  </a:txBody>
                  <a:tcPr marL="91440" marR="91440" marT="45720" marB="45720" anchor="ctr">
                    <a:lnL w="12700" cap="flat" cmpd="sng" algn="ctr">
                      <a:solidFill>
                        <a:srgbClr val="D8CBB2"/>
                      </a:solidFill>
                      <a:prstDash val="solid"/>
                      <a:round/>
                      <a:headEnd type="none" w="med" len="med"/>
                      <a:tailEnd type="none" w="med" len="med"/>
                    </a:lnL>
                    <a:lnR w="12700" cap="flat" cmpd="sng" algn="ctr">
                      <a:solidFill>
                        <a:srgbClr val="D8CBB2"/>
                      </a:solidFill>
                      <a:prstDash val="solid"/>
                      <a:round/>
                      <a:headEnd type="none" w="med" len="med"/>
                      <a:tailEnd type="none" w="med" len="med"/>
                    </a:lnR>
                    <a:lnT w="12700" cap="flat" cmpd="sng" algn="ctr">
                      <a:solidFill>
                        <a:srgbClr val="D8CBB2"/>
                      </a:solidFill>
                      <a:prstDash val="solid"/>
                      <a:round/>
                      <a:headEnd type="none" w="med" len="med"/>
                      <a:tailEnd type="none" w="med" len="med"/>
                    </a:lnT>
                    <a:lnB w="12700" cap="flat" cmpd="sng" algn="ctr">
                      <a:solidFill>
                        <a:srgbClr val="D8CBB2"/>
                      </a:solidFill>
                      <a:prstDash val="solid"/>
                      <a:round/>
                      <a:headEnd type="none" w="med" len="med"/>
                      <a:tailEnd type="none" w="med" len="med"/>
                    </a:lnB>
                    <a:solidFill>
                      <a:srgbClr val="FFFFFF"/>
                    </a:solidFill>
                  </a:tcPr>
                </a:tc>
              </a:tr>
              <a:tr h="402336">
                <a:tc>
                  <a:txBody>
                    <a:bodyPr/>
                    <a:lstStyle/>
                    <a:p>
                      <a:pPr indent="0" marL="0">
                        <a:buNone/>
                      </a:pPr>
                      <a:r>
                        <a:rPr lang="en-US" sz="1200" b="1" dirty="0">
                          <a:solidFill>
                            <a:srgbClr val="1E2621"/>
                          </a:solidFill>
                          <a:latin typeface="Malgun Gothic" pitchFamily="34" charset="0"/>
                          <a:ea typeface="Malgun Gothic" pitchFamily="34" charset="-122"/>
                          <a:cs typeface="Malgun Gothic" pitchFamily="34" charset="-120"/>
                        </a:rPr>
                        <a:t>행 수 대조</a:t>
                      </a:r>
                      <a:endParaRPr lang="en-US" sz="1200" dirty="0">
                        <a:latin typeface="Malgun Gothic" charset="0"/>
                        <a:ea typeface="Malgun Gothic" charset="0"/>
                        <a:cs typeface="Malgun Gothic" charset="0"/>
                      </a:endParaRPr>
                    </a:p>
                  </a:txBody>
                  <a:tcPr marL="91440" marR="91440" marT="45720" marB="45720" anchor="ctr">
                    <a:lnL w="12700" cap="flat" cmpd="sng" algn="ctr">
                      <a:solidFill>
                        <a:srgbClr val="D8CBB2"/>
                      </a:solidFill>
                      <a:prstDash val="solid"/>
                      <a:round/>
                      <a:headEnd type="none" w="med" len="med"/>
                      <a:tailEnd type="none" w="med" len="med"/>
                    </a:lnL>
                    <a:lnR w="12700" cap="flat" cmpd="sng" algn="ctr">
                      <a:solidFill>
                        <a:srgbClr val="D8CBB2"/>
                      </a:solidFill>
                      <a:prstDash val="solid"/>
                      <a:round/>
                      <a:headEnd type="none" w="med" len="med"/>
                      <a:tailEnd type="none" w="med" len="med"/>
                    </a:lnR>
                    <a:lnT w="12700" cap="flat" cmpd="sng" algn="ctr">
                      <a:solidFill>
                        <a:srgbClr val="D8CBB2"/>
                      </a:solidFill>
                      <a:prstDash val="solid"/>
                      <a:round/>
                      <a:headEnd type="none" w="med" len="med"/>
                      <a:tailEnd type="none" w="med" len="med"/>
                    </a:lnT>
                    <a:lnB w="12700" cap="flat" cmpd="sng" algn="ctr">
                      <a:solidFill>
                        <a:srgbClr val="D8CBB2"/>
                      </a:solidFill>
                      <a:prstDash val="solid"/>
                      <a:round/>
                      <a:headEnd type="none" w="med" len="med"/>
                      <a:tailEnd type="none" w="med" len="med"/>
                    </a:lnB>
                    <a:solidFill>
                      <a:srgbClr val="FFFFFF"/>
                    </a:solidFill>
                  </a:tcPr>
                </a:tc>
                <a:tc>
                  <a:txBody>
                    <a:bodyPr/>
                    <a:lstStyle/>
                    <a:p>
                      <a:pPr indent="0" marL="0">
                        <a:buNone/>
                      </a:pPr>
                      <a:r>
                        <a:rPr lang="en-US" sz="1200" b="1" dirty="0">
                          <a:solidFill>
                            <a:srgbClr val="1E2621"/>
                          </a:solidFill>
                          <a:latin typeface="Malgun Gothic" pitchFamily="34" charset="0"/>
                          <a:ea typeface="Malgun Gothic" pitchFamily="34" charset="-122"/>
                          <a:cs typeface="Malgun Gothic" pitchFamily="34" charset="-120"/>
                        </a:rPr>
                        <a:t>RAW 63,863 = PROCESSED 63,863</a:t>
                      </a:r>
                      <a:endParaRPr lang="en-US" sz="1200" dirty="0">
                        <a:latin typeface="Malgun Gothic" charset="0"/>
                        <a:ea typeface="Malgun Gothic" charset="0"/>
                        <a:cs typeface="Malgun Gothic" charset="0"/>
                      </a:endParaRPr>
                    </a:p>
                  </a:txBody>
                  <a:tcPr marL="91440" marR="91440" marT="45720" marB="45720" anchor="ctr">
                    <a:lnL w="12700" cap="flat" cmpd="sng" algn="ctr">
                      <a:solidFill>
                        <a:srgbClr val="D8CBB2"/>
                      </a:solidFill>
                      <a:prstDash val="solid"/>
                      <a:round/>
                      <a:headEnd type="none" w="med" len="med"/>
                      <a:tailEnd type="none" w="med" len="med"/>
                    </a:lnL>
                    <a:lnR w="12700" cap="flat" cmpd="sng" algn="ctr">
                      <a:solidFill>
                        <a:srgbClr val="D8CBB2"/>
                      </a:solidFill>
                      <a:prstDash val="solid"/>
                      <a:round/>
                      <a:headEnd type="none" w="med" len="med"/>
                      <a:tailEnd type="none" w="med" len="med"/>
                    </a:lnR>
                    <a:lnT w="12700" cap="flat" cmpd="sng" algn="ctr">
                      <a:solidFill>
                        <a:srgbClr val="D8CBB2"/>
                      </a:solidFill>
                      <a:prstDash val="solid"/>
                      <a:round/>
                      <a:headEnd type="none" w="med" len="med"/>
                      <a:tailEnd type="none" w="med" len="med"/>
                    </a:lnT>
                    <a:lnB w="12700" cap="flat" cmpd="sng" algn="ctr">
                      <a:solidFill>
                        <a:srgbClr val="D8CBB2"/>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2E5A46"/>
                          </a:solidFill>
                          <a:latin typeface="Malgun Gothic" pitchFamily="34" charset="0"/>
                          <a:ea typeface="Malgun Gothic" pitchFamily="34" charset="-122"/>
                          <a:cs typeface="Malgun Gothic" pitchFamily="34" charset="-120"/>
                        </a:rPr>
                        <a:t>PASS</a:t>
                      </a:r>
                      <a:endParaRPr lang="en-US" sz="1200" dirty="0">
                        <a:latin typeface="Malgun Gothic" charset="0"/>
                        <a:ea typeface="Malgun Gothic" charset="0"/>
                        <a:cs typeface="Malgun Gothic" charset="0"/>
                      </a:endParaRPr>
                    </a:p>
                  </a:txBody>
                  <a:tcPr marL="91440" marR="91440" marT="45720" marB="45720" anchor="ctr">
                    <a:lnL w="12700" cap="flat" cmpd="sng" algn="ctr">
                      <a:solidFill>
                        <a:srgbClr val="D8CBB2"/>
                      </a:solidFill>
                      <a:prstDash val="solid"/>
                      <a:round/>
                      <a:headEnd type="none" w="med" len="med"/>
                      <a:tailEnd type="none" w="med" len="med"/>
                    </a:lnL>
                    <a:lnR w="12700" cap="flat" cmpd="sng" algn="ctr">
                      <a:solidFill>
                        <a:srgbClr val="D8CBB2"/>
                      </a:solidFill>
                      <a:prstDash val="solid"/>
                      <a:round/>
                      <a:headEnd type="none" w="med" len="med"/>
                      <a:tailEnd type="none" w="med" len="med"/>
                    </a:lnR>
                    <a:lnT w="12700" cap="flat" cmpd="sng" algn="ctr">
                      <a:solidFill>
                        <a:srgbClr val="D8CBB2"/>
                      </a:solidFill>
                      <a:prstDash val="solid"/>
                      <a:round/>
                      <a:headEnd type="none" w="med" len="med"/>
                      <a:tailEnd type="none" w="med" len="med"/>
                    </a:lnT>
                    <a:lnB w="12700" cap="flat" cmpd="sng" algn="ctr">
                      <a:solidFill>
                        <a:srgbClr val="D8CBB2"/>
                      </a:solidFill>
                      <a:prstDash val="solid"/>
                      <a:round/>
                      <a:headEnd type="none" w="med" len="med"/>
                      <a:tailEnd type="none" w="med" len="med"/>
                    </a:lnB>
                    <a:solidFill>
                      <a:srgbClr val="FFFFFF"/>
                    </a:solidFill>
                  </a:tcPr>
                </a:tc>
              </a:tr>
              <a:tr h="402336">
                <a:tc>
                  <a:txBody>
                    <a:bodyPr/>
                    <a:lstStyle/>
                    <a:p>
                      <a:pPr indent="0" marL="0">
                        <a:buNone/>
                      </a:pPr>
                      <a:r>
                        <a:rPr lang="en-US" sz="1200" b="1" dirty="0">
                          <a:solidFill>
                            <a:srgbClr val="1E2621"/>
                          </a:solidFill>
                          <a:latin typeface="Malgun Gothic" pitchFamily="34" charset="0"/>
                          <a:ea typeface="Malgun Gothic" pitchFamily="34" charset="-122"/>
                          <a:cs typeface="Malgun Gothic" pitchFamily="34" charset="-120"/>
                        </a:rPr>
                        <a:t>중복 (serialSeq)</a:t>
                      </a:r>
                      <a:endParaRPr lang="en-US" sz="1200" dirty="0">
                        <a:latin typeface="Malgun Gothic" charset="0"/>
                        <a:ea typeface="Malgun Gothic" charset="0"/>
                        <a:cs typeface="Malgun Gothic" charset="0"/>
                      </a:endParaRPr>
                    </a:p>
                  </a:txBody>
                  <a:tcPr marL="91440" marR="91440" marT="45720" marB="45720" anchor="ctr">
                    <a:lnL w="12700" cap="flat" cmpd="sng" algn="ctr">
                      <a:solidFill>
                        <a:srgbClr val="D8CBB2"/>
                      </a:solidFill>
                      <a:prstDash val="solid"/>
                      <a:round/>
                      <a:headEnd type="none" w="med" len="med"/>
                      <a:tailEnd type="none" w="med" len="med"/>
                    </a:lnL>
                    <a:lnR w="12700" cap="flat" cmpd="sng" algn="ctr">
                      <a:solidFill>
                        <a:srgbClr val="D8CBB2"/>
                      </a:solidFill>
                      <a:prstDash val="solid"/>
                      <a:round/>
                      <a:headEnd type="none" w="med" len="med"/>
                      <a:tailEnd type="none" w="med" len="med"/>
                    </a:lnR>
                    <a:lnT w="12700" cap="flat" cmpd="sng" algn="ctr">
                      <a:solidFill>
                        <a:srgbClr val="D8CBB2"/>
                      </a:solidFill>
                      <a:prstDash val="solid"/>
                      <a:round/>
                      <a:headEnd type="none" w="med" len="med"/>
                      <a:tailEnd type="none" w="med" len="med"/>
                    </a:lnT>
                    <a:lnB w="12700" cap="flat" cmpd="sng" algn="ctr">
                      <a:solidFill>
                        <a:srgbClr val="D8CBB2"/>
                      </a:solidFill>
                      <a:prstDash val="solid"/>
                      <a:round/>
                      <a:headEnd type="none" w="med" len="med"/>
                      <a:tailEnd type="none" w="med" len="med"/>
                    </a:lnB>
                    <a:solidFill>
                      <a:srgbClr val="FFFFFF"/>
                    </a:solidFill>
                  </a:tcPr>
                </a:tc>
                <a:tc>
                  <a:txBody>
                    <a:bodyPr/>
                    <a:lstStyle/>
                    <a:p>
                      <a:pPr indent="0" marL="0">
                        <a:buNone/>
                      </a:pPr>
                      <a:r>
                        <a:rPr lang="en-US" sz="1200" b="1" dirty="0">
                          <a:solidFill>
                            <a:srgbClr val="1E2621"/>
                          </a:solidFill>
                          <a:latin typeface="Malgun Gothic" pitchFamily="34" charset="0"/>
                          <a:ea typeface="Malgun Gothic" pitchFamily="34" charset="-122"/>
                          <a:cs typeface="Malgun Gothic" pitchFamily="34" charset="-120"/>
                        </a:rPr>
                        <a:t>중복 행 0</a:t>
                      </a:r>
                      <a:endParaRPr lang="en-US" sz="1200" dirty="0">
                        <a:latin typeface="Malgun Gothic" charset="0"/>
                        <a:ea typeface="Malgun Gothic" charset="0"/>
                        <a:cs typeface="Malgun Gothic" charset="0"/>
                      </a:endParaRPr>
                    </a:p>
                  </a:txBody>
                  <a:tcPr marL="91440" marR="91440" marT="45720" marB="45720" anchor="ctr">
                    <a:lnL w="12700" cap="flat" cmpd="sng" algn="ctr">
                      <a:solidFill>
                        <a:srgbClr val="D8CBB2"/>
                      </a:solidFill>
                      <a:prstDash val="solid"/>
                      <a:round/>
                      <a:headEnd type="none" w="med" len="med"/>
                      <a:tailEnd type="none" w="med" len="med"/>
                    </a:lnL>
                    <a:lnR w="12700" cap="flat" cmpd="sng" algn="ctr">
                      <a:solidFill>
                        <a:srgbClr val="D8CBB2"/>
                      </a:solidFill>
                      <a:prstDash val="solid"/>
                      <a:round/>
                      <a:headEnd type="none" w="med" len="med"/>
                      <a:tailEnd type="none" w="med" len="med"/>
                    </a:lnR>
                    <a:lnT w="12700" cap="flat" cmpd="sng" algn="ctr">
                      <a:solidFill>
                        <a:srgbClr val="D8CBB2"/>
                      </a:solidFill>
                      <a:prstDash val="solid"/>
                      <a:round/>
                      <a:headEnd type="none" w="med" len="med"/>
                      <a:tailEnd type="none" w="med" len="med"/>
                    </a:lnT>
                    <a:lnB w="12700" cap="flat" cmpd="sng" algn="ctr">
                      <a:solidFill>
                        <a:srgbClr val="D8CBB2"/>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5E5B52"/>
                          </a:solidFill>
                          <a:latin typeface="Malgun Gothic" pitchFamily="34" charset="0"/>
                          <a:ea typeface="Malgun Gothic" pitchFamily="34" charset="-122"/>
                          <a:cs typeface="Malgun Gothic" pitchFamily="34" charset="-120"/>
                        </a:rPr>
                        <a:t>확인</a:t>
                      </a:r>
                      <a:endParaRPr lang="en-US" sz="1200" dirty="0">
                        <a:latin typeface="Malgun Gothic" charset="0"/>
                        <a:ea typeface="Malgun Gothic" charset="0"/>
                        <a:cs typeface="Malgun Gothic" charset="0"/>
                      </a:endParaRPr>
                    </a:p>
                  </a:txBody>
                  <a:tcPr marL="91440" marR="91440" marT="45720" marB="45720" anchor="ctr">
                    <a:lnL w="12700" cap="flat" cmpd="sng" algn="ctr">
                      <a:solidFill>
                        <a:srgbClr val="D8CBB2"/>
                      </a:solidFill>
                      <a:prstDash val="solid"/>
                      <a:round/>
                      <a:headEnd type="none" w="med" len="med"/>
                      <a:tailEnd type="none" w="med" len="med"/>
                    </a:lnL>
                    <a:lnR w="12700" cap="flat" cmpd="sng" algn="ctr">
                      <a:solidFill>
                        <a:srgbClr val="D8CBB2"/>
                      </a:solidFill>
                      <a:prstDash val="solid"/>
                      <a:round/>
                      <a:headEnd type="none" w="med" len="med"/>
                      <a:tailEnd type="none" w="med" len="med"/>
                    </a:lnR>
                    <a:lnT w="12700" cap="flat" cmpd="sng" algn="ctr">
                      <a:solidFill>
                        <a:srgbClr val="D8CBB2"/>
                      </a:solidFill>
                      <a:prstDash val="solid"/>
                      <a:round/>
                      <a:headEnd type="none" w="med" len="med"/>
                      <a:tailEnd type="none" w="med" len="med"/>
                    </a:lnT>
                    <a:lnB w="12700" cap="flat" cmpd="sng" algn="ctr">
                      <a:solidFill>
                        <a:srgbClr val="D8CBB2"/>
                      </a:solidFill>
                      <a:prstDash val="solid"/>
                      <a:round/>
                      <a:headEnd type="none" w="med" len="med"/>
                      <a:tailEnd type="none" w="med" len="med"/>
                    </a:lnB>
                    <a:solidFill>
                      <a:srgbClr val="FFFFFF"/>
                    </a:solidFill>
                  </a:tcPr>
                </a:tc>
              </a:tr>
              <a:tr h="402336">
                <a:tc>
                  <a:txBody>
                    <a:bodyPr/>
                    <a:lstStyle/>
                    <a:p>
                      <a:pPr indent="0" marL="0">
                        <a:buNone/>
                      </a:pPr>
                      <a:r>
                        <a:rPr lang="en-US" sz="1200" b="1" dirty="0">
                          <a:solidFill>
                            <a:srgbClr val="1E2621"/>
                          </a:solidFill>
                          <a:latin typeface="Malgun Gothic" pitchFamily="34" charset="0"/>
                          <a:ea typeface="Malgun Gothic" pitchFamily="34" charset="-122"/>
                          <a:cs typeface="Malgun Gothic" pitchFamily="34" charset="-120"/>
                        </a:rPr>
                        <a:t>NULL 변화</a:t>
                      </a:r>
                      <a:endParaRPr lang="en-US" sz="1200" dirty="0">
                        <a:latin typeface="Malgun Gothic" charset="0"/>
                        <a:ea typeface="Malgun Gothic" charset="0"/>
                        <a:cs typeface="Malgun Gothic" charset="0"/>
                      </a:endParaRPr>
                    </a:p>
                  </a:txBody>
                  <a:tcPr marL="91440" marR="91440" marT="45720" marB="45720" anchor="ctr">
                    <a:lnL w="12700" cap="flat" cmpd="sng" algn="ctr">
                      <a:solidFill>
                        <a:srgbClr val="D8CBB2"/>
                      </a:solidFill>
                      <a:prstDash val="solid"/>
                      <a:round/>
                      <a:headEnd type="none" w="med" len="med"/>
                      <a:tailEnd type="none" w="med" len="med"/>
                    </a:lnL>
                    <a:lnR w="12700" cap="flat" cmpd="sng" algn="ctr">
                      <a:solidFill>
                        <a:srgbClr val="D8CBB2"/>
                      </a:solidFill>
                      <a:prstDash val="solid"/>
                      <a:round/>
                      <a:headEnd type="none" w="med" len="med"/>
                      <a:tailEnd type="none" w="med" len="med"/>
                    </a:lnR>
                    <a:lnT w="12700" cap="flat" cmpd="sng" algn="ctr">
                      <a:solidFill>
                        <a:srgbClr val="D8CBB2"/>
                      </a:solidFill>
                      <a:prstDash val="solid"/>
                      <a:round/>
                      <a:headEnd type="none" w="med" len="med"/>
                      <a:tailEnd type="none" w="med" len="med"/>
                    </a:lnT>
                    <a:lnB w="12700" cap="flat" cmpd="sng" algn="ctr">
                      <a:solidFill>
                        <a:srgbClr val="D8CBB2"/>
                      </a:solidFill>
                      <a:prstDash val="solid"/>
                      <a:round/>
                      <a:headEnd type="none" w="med" len="med"/>
                      <a:tailEnd type="none" w="med" len="med"/>
                    </a:lnB>
                    <a:solidFill>
                      <a:srgbClr val="FFFFFF"/>
                    </a:solidFill>
                  </a:tcPr>
                </a:tc>
                <a:tc>
                  <a:txBody>
                    <a:bodyPr/>
                    <a:lstStyle/>
                    <a:p>
                      <a:pPr indent="0" marL="0">
                        <a:buNone/>
                      </a:pPr>
                      <a:r>
                        <a:rPr lang="en-US" sz="1200" b="1" dirty="0">
                          <a:solidFill>
                            <a:srgbClr val="1E2621"/>
                          </a:solidFill>
                          <a:latin typeface="Malgun Gothic" pitchFamily="34" charset="0"/>
                          <a:ea typeface="Malgun Gothic" pitchFamily="34" charset="-122"/>
                          <a:cs typeface="Malgun Gothic" pitchFamily="34" charset="-120"/>
                        </a:rPr>
                        <a:t>정규화 120,661셀 · 변환 손실 0</a:t>
                      </a:r>
                      <a:endParaRPr lang="en-US" sz="1200" dirty="0">
                        <a:latin typeface="Malgun Gothic" charset="0"/>
                        <a:ea typeface="Malgun Gothic" charset="0"/>
                        <a:cs typeface="Malgun Gothic" charset="0"/>
                      </a:endParaRPr>
                    </a:p>
                  </a:txBody>
                  <a:tcPr marL="91440" marR="91440" marT="45720" marB="45720" anchor="ctr">
                    <a:lnL w="12700" cap="flat" cmpd="sng" algn="ctr">
                      <a:solidFill>
                        <a:srgbClr val="D8CBB2"/>
                      </a:solidFill>
                      <a:prstDash val="solid"/>
                      <a:round/>
                      <a:headEnd type="none" w="med" len="med"/>
                      <a:tailEnd type="none" w="med" len="med"/>
                    </a:lnL>
                    <a:lnR w="12700" cap="flat" cmpd="sng" algn="ctr">
                      <a:solidFill>
                        <a:srgbClr val="D8CBB2"/>
                      </a:solidFill>
                      <a:prstDash val="solid"/>
                      <a:round/>
                      <a:headEnd type="none" w="med" len="med"/>
                      <a:tailEnd type="none" w="med" len="med"/>
                    </a:lnR>
                    <a:lnT w="12700" cap="flat" cmpd="sng" algn="ctr">
                      <a:solidFill>
                        <a:srgbClr val="D8CBB2"/>
                      </a:solidFill>
                      <a:prstDash val="solid"/>
                      <a:round/>
                      <a:headEnd type="none" w="med" len="med"/>
                      <a:tailEnd type="none" w="med" len="med"/>
                    </a:lnT>
                    <a:lnB w="12700" cap="flat" cmpd="sng" algn="ctr">
                      <a:solidFill>
                        <a:srgbClr val="D8CBB2"/>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5E5B52"/>
                          </a:solidFill>
                          <a:latin typeface="Malgun Gothic" pitchFamily="34" charset="0"/>
                          <a:ea typeface="Malgun Gothic" pitchFamily="34" charset="-122"/>
                          <a:cs typeface="Malgun Gothic" pitchFamily="34" charset="-120"/>
                        </a:rPr>
                        <a:t>확인</a:t>
                      </a:r>
                      <a:endParaRPr lang="en-US" sz="1200" dirty="0">
                        <a:latin typeface="Malgun Gothic" charset="0"/>
                        <a:ea typeface="Malgun Gothic" charset="0"/>
                        <a:cs typeface="Malgun Gothic" charset="0"/>
                      </a:endParaRPr>
                    </a:p>
                  </a:txBody>
                  <a:tcPr marL="91440" marR="91440" marT="45720" marB="45720" anchor="ctr">
                    <a:lnL w="12700" cap="flat" cmpd="sng" algn="ctr">
                      <a:solidFill>
                        <a:srgbClr val="D8CBB2"/>
                      </a:solidFill>
                      <a:prstDash val="solid"/>
                      <a:round/>
                      <a:headEnd type="none" w="med" len="med"/>
                      <a:tailEnd type="none" w="med" len="med"/>
                    </a:lnL>
                    <a:lnR w="12700" cap="flat" cmpd="sng" algn="ctr">
                      <a:solidFill>
                        <a:srgbClr val="D8CBB2"/>
                      </a:solidFill>
                      <a:prstDash val="solid"/>
                      <a:round/>
                      <a:headEnd type="none" w="med" len="med"/>
                      <a:tailEnd type="none" w="med" len="med"/>
                    </a:lnR>
                    <a:lnT w="12700" cap="flat" cmpd="sng" algn="ctr">
                      <a:solidFill>
                        <a:srgbClr val="D8CBB2"/>
                      </a:solidFill>
                      <a:prstDash val="solid"/>
                      <a:round/>
                      <a:headEnd type="none" w="med" len="med"/>
                      <a:tailEnd type="none" w="med" len="med"/>
                    </a:lnT>
                    <a:lnB w="12700" cap="flat" cmpd="sng" algn="ctr">
                      <a:solidFill>
                        <a:srgbClr val="D8CBB2"/>
                      </a:solidFill>
                      <a:prstDash val="solid"/>
                      <a:round/>
                      <a:headEnd type="none" w="med" len="med"/>
                      <a:tailEnd type="none" w="med" len="med"/>
                    </a:lnB>
                    <a:solidFill>
                      <a:srgbClr val="FFFFFF"/>
                    </a:solidFill>
                  </a:tcPr>
                </a:tc>
              </a:tr>
              <a:tr h="402336">
                <a:tc>
                  <a:txBody>
                    <a:bodyPr/>
                    <a:lstStyle/>
                    <a:p>
                      <a:pPr indent="0" marL="0">
                        <a:buNone/>
                      </a:pPr>
                      <a:r>
                        <a:rPr lang="en-US" sz="1200" b="1" dirty="0">
                          <a:solidFill>
                            <a:srgbClr val="1E2621"/>
                          </a:solidFill>
                          <a:latin typeface="Malgun Gothic" pitchFamily="34" charset="0"/>
                          <a:ea typeface="Malgun Gothic" pitchFamily="34" charset="-122"/>
                          <a:cs typeface="Malgun Gothic" pitchFamily="34" charset="-120"/>
                        </a:rPr>
                        <a:t>needs_review</a:t>
                      </a:r>
                      <a:endParaRPr lang="en-US" sz="1200" dirty="0">
                        <a:latin typeface="Malgun Gothic" charset="0"/>
                        <a:ea typeface="Malgun Gothic" charset="0"/>
                        <a:cs typeface="Malgun Gothic" charset="0"/>
                      </a:endParaRPr>
                    </a:p>
                  </a:txBody>
                  <a:tcPr marL="91440" marR="91440" marT="45720" marB="45720" anchor="ctr">
                    <a:lnL w="12700" cap="flat" cmpd="sng" algn="ctr">
                      <a:solidFill>
                        <a:srgbClr val="D8CBB2"/>
                      </a:solidFill>
                      <a:prstDash val="solid"/>
                      <a:round/>
                      <a:headEnd type="none" w="med" len="med"/>
                      <a:tailEnd type="none" w="med" len="med"/>
                    </a:lnL>
                    <a:lnR w="12700" cap="flat" cmpd="sng" algn="ctr">
                      <a:solidFill>
                        <a:srgbClr val="D8CBB2"/>
                      </a:solidFill>
                      <a:prstDash val="solid"/>
                      <a:round/>
                      <a:headEnd type="none" w="med" len="med"/>
                      <a:tailEnd type="none" w="med" len="med"/>
                    </a:lnR>
                    <a:lnT w="12700" cap="flat" cmpd="sng" algn="ctr">
                      <a:solidFill>
                        <a:srgbClr val="D8CBB2"/>
                      </a:solidFill>
                      <a:prstDash val="solid"/>
                      <a:round/>
                      <a:headEnd type="none" w="med" len="med"/>
                      <a:tailEnd type="none" w="med" len="med"/>
                    </a:lnT>
                    <a:lnB w="12700" cap="flat" cmpd="sng" algn="ctr">
                      <a:solidFill>
                        <a:srgbClr val="D8CBB2"/>
                      </a:solidFill>
                      <a:prstDash val="solid"/>
                      <a:round/>
                      <a:headEnd type="none" w="med" len="med"/>
                      <a:tailEnd type="none" w="med" len="med"/>
                    </a:lnB>
                    <a:solidFill>
                      <a:srgbClr val="FFFFFF"/>
                    </a:solidFill>
                  </a:tcPr>
                </a:tc>
                <a:tc>
                  <a:txBody>
                    <a:bodyPr/>
                    <a:lstStyle/>
                    <a:p>
                      <a:pPr indent="0" marL="0">
                        <a:buNone/>
                      </a:pPr>
                      <a:r>
                        <a:rPr lang="en-US" sz="1200" b="1" dirty="0">
                          <a:solidFill>
                            <a:srgbClr val="1E2621"/>
                          </a:solidFill>
                          <a:latin typeface="Malgun Gothic" pitchFamily="34" charset="0"/>
                          <a:ea typeface="Malgun Gothic" pitchFamily="34" charset="-122"/>
                          <a:cs typeface="Malgun Gothic" pitchFamily="34" charset="-120"/>
                        </a:rPr>
                        <a:t>0행</a:t>
                      </a:r>
                      <a:endParaRPr lang="en-US" sz="1200" dirty="0">
                        <a:latin typeface="Malgun Gothic" charset="0"/>
                        <a:ea typeface="Malgun Gothic" charset="0"/>
                        <a:cs typeface="Malgun Gothic" charset="0"/>
                      </a:endParaRPr>
                    </a:p>
                  </a:txBody>
                  <a:tcPr marL="91440" marR="91440" marT="45720" marB="45720" anchor="ctr">
                    <a:lnL w="12700" cap="flat" cmpd="sng" algn="ctr">
                      <a:solidFill>
                        <a:srgbClr val="D8CBB2"/>
                      </a:solidFill>
                      <a:prstDash val="solid"/>
                      <a:round/>
                      <a:headEnd type="none" w="med" len="med"/>
                      <a:tailEnd type="none" w="med" len="med"/>
                    </a:lnL>
                    <a:lnR w="12700" cap="flat" cmpd="sng" algn="ctr">
                      <a:solidFill>
                        <a:srgbClr val="D8CBB2"/>
                      </a:solidFill>
                      <a:prstDash val="solid"/>
                      <a:round/>
                      <a:headEnd type="none" w="med" len="med"/>
                      <a:tailEnd type="none" w="med" len="med"/>
                    </a:lnR>
                    <a:lnT w="12700" cap="flat" cmpd="sng" algn="ctr">
                      <a:solidFill>
                        <a:srgbClr val="D8CBB2"/>
                      </a:solidFill>
                      <a:prstDash val="solid"/>
                      <a:round/>
                      <a:headEnd type="none" w="med" len="med"/>
                      <a:tailEnd type="none" w="med" len="med"/>
                    </a:lnT>
                    <a:lnB w="12700" cap="flat" cmpd="sng" algn="ctr">
                      <a:solidFill>
                        <a:srgbClr val="D8CBB2"/>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5E5B52"/>
                          </a:solidFill>
                          <a:latin typeface="Malgun Gothic" pitchFamily="34" charset="0"/>
                          <a:ea typeface="Malgun Gothic" pitchFamily="34" charset="-122"/>
                          <a:cs typeface="Malgun Gothic" pitchFamily="34" charset="-120"/>
                        </a:rPr>
                        <a:t>확인</a:t>
                      </a:r>
                      <a:endParaRPr lang="en-US" sz="1200" dirty="0">
                        <a:latin typeface="Malgun Gothic" charset="0"/>
                        <a:ea typeface="Malgun Gothic" charset="0"/>
                        <a:cs typeface="Malgun Gothic" charset="0"/>
                      </a:endParaRPr>
                    </a:p>
                  </a:txBody>
                  <a:tcPr marL="91440" marR="91440" marT="45720" marB="45720" anchor="ctr">
                    <a:lnL w="12700" cap="flat" cmpd="sng" algn="ctr">
                      <a:solidFill>
                        <a:srgbClr val="D8CBB2"/>
                      </a:solidFill>
                      <a:prstDash val="solid"/>
                      <a:round/>
                      <a:headEnd type="none" w="med" len="med"/>
                      <a:tailEnd type="none" w="med" len="med"/>
                    </a:lnL>
                    <a:lnR w="12700" cap="flat" cmpd="sng" algn="ctr">
                      <a:solidFill>
                        <a:srgbClr val="D8CBB2"/>
                      </a:solidFill>
                      <a:prstDash val="solid"/>
                      <a:round/>
                      <a:headEnd type="none" w="med" len="med"/>
                      <a:tailEnd type="none" w="med" len="med"/>
                    </a:lnR>
                    <a:lnT w="12700" cap="flat" cmpd="sng" algn="ctr">
                      <a:solidFill>
                        <a:srgbClr val="D8CBB2"/>
                      </a:solidFill>
                      <a:prstDash val="solid"/>
                      <a:round/>
                      <a:headEnd type="none" w="med" len="med"/>
                      <a:tailEnd type="none" w="med" len="med"/>
                    </a:lnT>
                    <a:lnB w="12700" cap="flat" cmpd="sng" algn="ctr">
                      <a:solidFill>
                        <a:srgbClr val="D8CBB2"/>
                      </a:solidFill>
                      <a:prstDash val="solid"/>
                      <a:round/>
                      <a:headEnd type="none" w="med" len="med"/>
                      <a:tailEnd type="none" w="med" len="med"/>
                    </a:lnB>
                    <a:solidFill>
                      <a:srgbClr val="FFFFFF"/>
                    </a:solidFill>
                  </a:tcPr>
                </a:tc>
              </a:tr>
            </a:tbl>
          </a:graphicData>
        </a:graphic>
      </p:graphicFrame>
      <p:sp>
        <p:nvSpPr>
          <p:cNvPr id="7" name="Shape 5"/>
          <p:cNvSpPr/>
          <p:nvPr/>
        </p:nvSpPr>
        <p:spPr>
          <a:xfrm>
            <a:off x="548640" y="2030095"/>
            <a:ext cx="2651760" cy="932815"/>
          </a:xfrm>
          <a:prstGeom prst="roundRect">
            <a:avLst>
              <a:gd name="adj" fmla="val 13725"/>
            </a:avLst>
          </a:prstGeom>
          <a:solidFill>
            <a:srgbClr val="2E5A46"/>
          </a:solidFill>
          <a:ln w="12700">
            <a:solidFill>
              <a:srgbClr val="2E5A46"/>
            </a:solidFill>
            <a:prstDash val="solid"/>
          </a:ln>
          <a:effectLst>
            <a:outerShdw sx="100000" sy="100000" kx="0" ky="0" algn="bl" rotWithShape="0" blurRad="101600" dist="25400" dir="5400000">
              <a:srgbClr val="8A7A5C">
                <a:alpha val="18000"/>
              </a:srgbClr>
            </a:outerShdw>
          </a:effectLst>
        </p:spPr>
      </p:sp>
      <p:sp>
        <p:nvSpPr>
          <p:cNvPr id="8" name="Text 6"/>
          <p:cNvSpPr txBox="1"/>
          <p:nvPr/>
        </p:nvSpPr>
        <p:spPr>
          <a:xfrm>
            <a:off x="548640" y="2075815"/>
            <a:ext cx="2651760" cy="530225"/>
          </a:xfrm>
          <a:prstGeom prst="rect">
            <a:avLst/>
          </a:prstGeom>
          <a:noFill/>
          <a:ln/>
        </p:spPr>
        <p:txBody>
          <a:bodyPr wrap="square" lIns="0" tIns="0" rIns="0" bIns="0" rtlCol="0" anchor="ctr"/>
          <a:lstStyle/>
          <a:p>
            <a:pPr algn="ctr" indent="0" marL="0">
              <a:buNone/>
            </a:pPr>
            <a:r>
              <a:rPr lang="en-US" sz="2800" b="1" dirty="0">
                <a:solidFill>
                  <a:srgbClr val="FFFFFF"/>
                </a:solidFill>
                <a:latin typeface="Malgun Gothic" pitchFamily="34" charset="0"/>
                <a:ea typeface="Malgun Gothic" pitchFamily="34" charset="-122"/>
                <a:cs typeface="Malgun Gothic" pitchFamily="34" charset="-120"/>
              </a:rPr>
              <a:t>63,863</a:t>
            </a:r>
            <a:endParaRPr lang="en-US" sz="2800" dirty="0"/>
          </a:p>
        </p:txBody>
      </p:sp>
      <p:sp>
        <p:nvSpPr>
          <p:cNvPr id="9" name="Text 7"/>
          <p:cNvSpPr txBox="1"/>
          <p:nvPr/>
        </p:nvSpPr>
        <p:spPr>
          <a:xfrm>
            <a:off x="548640" y="2587625"/>
            <a:ext cx="2651760" cy="292735"/>
          </a:xfrm>
          <a:prstGeom prst="rect">
            <a:avLst/>
          </a:prstGeom>
          <a:noFill/>
          <a:ln/>
        </p:spPr>
        <p:txBody>
          <a:bodyPr wrap="square" lIns="0" tIns="0" rIns="0" bIns="0" rtlCol="0" anchor="t"/>
          <a:lstStyle/>
          <a:p>
            <a:pPr algn="ctr" indent="0" marL="0">
              <a:buNone/>
            </a:pPr>
            <a:r>
              <a:rPr lang="en-US" sz="1250" b="1" dirty="0">
                <a:solidFill>
                  <a:srgbClr val="E9E2D2"/>
                </a:solidFill>
                <a:latin typeface="Malgun Gothic" pitchFamily="34" charset="0"/>
                <a:ea typeface="Malgun Gothic" pitchFamily="34" charset="-122"/>
                <a:cs typeface="Malgun Gothic" pitchFamily="34" charset="-120"/>
              </a:rPr>
              <a:t>RAW 행</a:t>
            </a:r>
            <a:endParaRPr lang="en-US" sz="1250" dirty="0"/>
          </a:p>
        </p:txBody>
      </p:sp>
      <p:sp>
        <p:nvSpPr>
          <p:cNvPr id="10" name="Shape 8"/>
          <p:cNvSpPr/>
          <p:nvPr/>
        </p:nvSpPr>
        <p:spPr>
          <a:xfrm>
            <a:off x="3364865" y="2030095"/>
            <a:ext cx="2651760" cy="932815"/>
          </a:xfrm>
          <a:prstGeom prst="roundRect">
            <a:avLst>
              <a:gd name="adj" fmla="val 13725"/>
            </a:avLst>
          </a:prstGeom>
          <a:solidFill>
            <a:srgbClr val="2E5A46"/>
          </a:solidFill>
          <a:ln w="12700">
            <a:solidFill>
              <a:srgbClr val="2E5A46"/>
            </a:solidFill>
            <a:prstDash val="solid"/>
          </a:ln>
          <a:effectLst>
            <a:outerShdw sx="100000" sy="100000" kx="0" ky="0" algn="bl" rotWithShape="0" blurRad="101600" dist="25400" dir="5400000">
              <a:srgbClr val="8A7A5C">
                <a:alpha val="18000"/>
              </a:srgbClr>
            </a:outerShdw>
          </a:effectLst>
        </p:spPr>
      </p:sp>
      <p:sp>
        <p:nvSpPr>
          <p:cNvPr id="11" name="Text 9"/>
          <p:cNvSpPr txBox="1"/>
          <p:nvPr/>
        </p:nvSpPr>
        <p:spPr>
          <a:xfrm>
            <a:off x="3364865" y="2075815"/>
            <a:ext cx="2651760" cy="530225"/>
          </a:xfrm>
          <a:prstGeom prst="rect">
            <a:avLst/>
          </a:prstGeom>
          <a:noFill/>
          <a:ln/>
        </p:spPr>
        <p:txBody>
          <a:bodyPr wrap="square" lIns="0" tIns="0" rIns="0" bIns="0" rtlCol="0" anchor="ctr"/>
          <a:lstStyle/>
          <a:p>
            <a:pPr algn="ctr" indent="0" marL="0">
              <a:buNone/>
            </a:pPr>
            <a:r>
              <a:rPr lang="en-US" sz="2800" b="1" dirty="0">
                <a:solidFill>
                  <a:srgbClr val="FFFFFF"/>
                </a:solidFill>
                <a:latin typeface="Malgun Gothic" pitchFamily="34" charset="0"/>
                <a:ea typeface="Malgun Gothic" pitchFamily="34" charset="-122"/>
                <a:cs typeface="Malgun Gothic" pitchFamily="34" charset="-120"/>
              </a:rPr>
              <a:t>63,863</a:t>
            </a:r>
            <a:endParaRPr lang="en-US" sz="2800" dirty="0"/>
          </a:p>
        </p:txBody>
      </p:sp>
      <p:graphicFrame>
        <p:nvGraphicFramePr>
          <p:cNvPr id="11" name="Text 9"/>
          <p:cNvGraphicFramePr>
            <a:graphicFrameLocks noGrp="1"/>
          </p:cNvGraphicFramePr>
          <p:nvPr>
            <p:extLst>
              <p:ext uri="{D42A27DB-BD31-4B8C-83A1-F6EECF244321}">
                <p14:modId xmlns:p14="http://schemas.microsoft.com/office/powerpoint/2010/main" val="1579011935"/>
              </p:ext>
            </p:extLst>
          </p:nvPr>
        </p:nvGraphicFramePr>
        <p:xfrm>
          <a:off x="6199632" y="3474720"/>
          <a:ext cx="5440680" cy="914400"/>
        </p:xfrm>
        <a:graphic>
          <a:graphicData uri="http://schemas.openxmlformats.org/drawingml/2006/table">
            <a:tbl>
              <a:tblPr/>
              <a:tblGrid>
                <a:gridCol w="1828800"/>
                <a:gridCol w="1691640"/>
                <a:gridCol w="1920240"/>
              </a:tblGrid>
              <a:tr h="402336">
                <a:tc>
                  <a:txBody>
                    <a:bodyPr/>
                    <a:lstStyle/>
                    <a:p>
                      <a:pPr algn="ctr" indent="0" marL="0">
                        <a:buNone/>
                      </a:pPr>
                      <a:r>
                        <a:rPr lang="en-US" sz="1250" b="1" dirty="0">
                          <a:solidFill>
                            <a:srgbClr val="FFFFFF"/>
                          </a:solidFill>
                          <a:latin typeface="Malgun Gothic" pitchFamily="34" charset="0"/>
                          <a:ea typeface="Malgun Gothic" pitchFamily="34" charset="-122"/>
                          <a:cs typeface="Malgun Gothic" pitchFamily="34" charset="-120"/>
                        </a:rPr>
                        <a:t>컬럼</a:t>
                      </a:r>
                      <a:endParaRPr lang="en-US" sz="1250" dirty="0">
                        <a:latin typeface="Malgun Gothic" charset="0"/>
                        <a:ea typeface="Malgun Gothic" charset="0"/>
                        <a:cs typeface="Malgun Gothic" charset="0"/>
                      </a:endParaRPr>
                    </a:p>
                  </a:txBody>
                  <a:tcPr marL="91440" marR="91440" marT="45720" marB="45720" anchor="ctr">
                    <a:lnL w="12700" cap="flat" cmpd="sng" algn="ctr">
                      <a:solidFill>
                        <a:srgbClr val="D8CBB2"/>
                      </a:solidFill>
                      <a:prstDash val="solid"/>
                      <a:round/>
                      <a:headEnd type="none" w="med" len="med"/>
                      <a:tailEnd type="none" w="med" len="med"/>
                    </a:lnL>
                    <a:lnR w="12700" cap="flat" cmpd="sng" algn="ctr">
                      <a:solidFill>
                        <a:srgbClr val="D8CBB2"/>
                      </a:solidFill>
                      <a:prstDash val="solid"/>
                      <a:round/>
                      <a:headEnd type="none" w="med" len="med"/>
                      <a:tailEnd type="none" w="med" len="med"/>
                    </a:lnR>
                    <a:lnT w="12700" cap="flat" cmpd="sng" algn="ctr">
                      <a:solidFill>
                        <a:srgbClr val="D8CBB2"/>
                      </a:solidFill>
                      <a:prstDash val="solid"/>
                      <a:round/>
                      <a:headEnd type="none" w="med" len="med"/>
                      <a:tailEnd type="none" w="med" len="med"/>
                    </a:lnT>
                    <a:lnB w="12700" cap="flat" cmpd="sng" algn="ctr">
                      <a:solidFill>
                        <a:srgbClr val="D8CBB2"/>
                      </a:solidFill>
                      <a:prstDash val="solid"/>
                      <a:round/>
                      <a:headEnd type="none" w="med" len="med"/>
                      <a:tailEnd type="none" w="med" len="med"/>
                    </a:lnB>
                    <a:solidFill>
                      <a:srgbClr val="2E5A46"/>
                    </a:solidFill>
                  </a:tcPr>
                </a:tc>
                <a:tc>
                  <a:txBody>
                    <a:bodyPr/>
                    <a:lstStyle/>
                    <a:p>
                      <a:pPr algn="ctr" indent="0" marL="0">
                        <a:buNone/>
                      </a:pPr>
                      <a:r>
                        <a:rPr lang="en-US" sz="1250" b="1" dirty="0">
                          <a:solidFill>
                            <a:srgbClr val="FFFFFF"/>
                          </a:solidFill>
                          <a:latin typeface="Malgun Gothic" pitchFamily="34" charset="0"/>
                          <a:ea typeface="Malgun Gothic" pitchFamily="34" charset="-122"/>
                          <a:cs typeface="Malgun Gothic" pitchFamily="34" charset="-120"/>
                        </a:rPr>
                        <a:t>RAW</a:t>
                      </a:r>
                      <a:endParaRPr lang="en-US" sz="1250" dirty="0">
                        <a:latin typeface="Malgun Gothic" charset="0"/>
                        <a:ea typeface="Malgun Gothic" charset="0"/>
                        <a:cs typeface="Malgun Gothic" charset="0"/>
                      </a:endParaRPr>
                    </a:p>
                  </a:txBody>
                  <a:tcPr marL="91440" marR="91440" marT="45720" marB="45720" anchor="ctr">
                    <a:lnL w="12700" cap="flat" cmpd="sng" algn="ctr">
                      <a:solidFill>
                        <a:srgbClr val="D8CBB2"/>
                      </a:solidFill>
                      <a:prstDash val="solid"/>
                      <a:round/>
                      <a:headEnd type="none" w="med" len="med"/>
                      <a:tailEnd type="none" w="med" len="med"/>
                    </a:lnL>
                    <a:lnR w="12700" cap="flat" cmpd="sng" algn="ctr">
                      <a:solidFill>
                        <a:srgbClr val="D8CBB2"/>
                      </a:solidFill>
                      <a:prstDash val="solid"/>
                      <a:round/>
                      <a:headEnd type="none" w="med" len="med"/>
                      <a:tailEnd type="none" w="med" len="med"/>
                    </a:lnR>
                    <a:lnT w="12700" cap="flat" cmpd="sng" algn="ctr">
                      <a:solidFill>
                        <a:srgbClr val="D8CBB2"/>
                      </a:solidFill>
                      <a:prstDash val="solid"/>
                      <a:round/>
                      <a:headEnd type="none" w="med" len="med"/>
                      <a:tailEnd type="none" w="med" len="med"/>
                    </a:lnT>
                    <a:lnB w="12700" cap="flat" cmpd="sng" algn="ctr">
                      <a:solidFill>
                        <a:srgbClr val="D8CBB2"/>
                      </a:solidFill>
                      <a:prstDash val="solid"/>
                      <a:round/>
                      <a:headEnd type="none" w="med" len="med"/>
                      <a:tailEnd type="none" w="med" len="med"/>
                    </a:lnB>
                    <a:solidFill>
                      <a:srgbClr val="2E5A46"/>
                    </a:solidFill>
                  </a:tcPr>
                </a:tc>
                <a:tc>
                  <a:txBody>
                    <a:bodyPr/>
                    <a:lstStyle/>
                    <a:p>
                      <a:pPr algn="ctr" indent="0" marL="0">
                        <a:buNone/>
                      </a:pPr>
                      <a:r>
                        <a:rPr lang="en-US" sz="1250" b="1" dirty="0">
                          <a:solidFill>
                            <a:srgbClr val="FFFFFF"/>
                          </a:solidFill>
                          <a:latin typeface="Malgun Gothic" pitchFamily="34" charset="0"/>
                          <a:ea typeface="Malgun Gothic" pitchFamily="34" charset="-122"/>
                          <a:cs typeface="Malgun Gothic" pitchFamily="34" charset="-120"/>
                        </a:rPr>
                        <a:t>PROCESSED</a:t>
                      </a:r>
                      <a:endParaRPr lang="en-US" sz="1250" dirty="0">
                        <a:latin typeface="Malgun Gothic" charset="0"/>
                        <a:ea typeface="Malgun Gothic" charset="0"/>
                        <a:cs typeface="Malgun Gothic" charset="0"/>
                      </a:endParaRPr>
                    </a:p>
                  </a:txBody>
                  <a:tcPr marL="91440" marR="91440" marT="45720" marB="45720" anchor="ctr">
                    <a:lnL w="12700" cap="flat" cmpd="sng" algn="ctr">
                      <a:solidFill>
                        <a:srgbClr val="D8CBB2"/>
                      </a:solidFill>
                      <a:prstDash val="solid"/>
                      <a:round/>
                      <a:headEnd type="none" w="med" len="med"/>
                      <a:tailEnd type="none" w="med" len="med"/>
                    </a:lnL>
                    <a:lnR w="12700" cap="flat" cmpd="sng" algn="ctr">
                      <a:solidFill>
                        <a:srgbClr val="D8CBB2"/>
                      </a:solidFill>
                      <a:prstDash val="solid"/>
                      <a:round/>
                      <a:headEnd type="none" w="med" len="med"/>
                      <a:tailEnd type="none" w="med" len="med"/>
                    </a:lnR>
                    <a:lnT w="12700" cap="flat" cmpd="sng" algn="ctr">
                      <a:solidFill>
                        <a:srgbClr val="D8CBB2"/>
                      </a:solidFill>
                      <a:prstDash val="solid"/>
                      <a:round/>
                      <a:headEnd type="none" w="med" len="med"/>
                      <a:tailEnd type="none" w="med" len="med"/>
                    </a:lnT>
                    <a:lnB w="12700" cap="flat" cmpd="sng" algn="ctr">
                      <a:solidFill>
                        <a:srgbClr val="D8CBB2"/>
                      </a:solidFill>
                      <a:prstDash val="solid"/>
                      <a:round/>
                      <a:headEnd type="none" w="med" len="med"/>
                      <a:tailEnd type="none" w="med" len="med"/>
                    </a:lnB>
                    <a:solidFill>
                      <a:srgbClr val="2E5A46"/>
                    </a:solidFill>
                  </a:tcPr>
                </a:tc>
              </a:tr>
              <a:tr h="402336">
                <a:tc>
                  <a:txBody>
                    <a:bodyPr/>
                    <a:lstStyle/>
                    <a:p>
                      <a:pPr indent="0" marL="0">
                        <a:buNone/>
                      </a:pPr>
                      <a:r>
                        <a:rPr lang="en-US" sz="1200" b="1" dirty="0">
                          <a:solidFill>
                            <a:srgbClr val="1E2621"/>
                          </a:solidFill>
                          <a:latin typeface="Malgun Gothic" pitchFamily="34" charset="0"/>
                          <a:ea typeface="Malgun Gothic" pitchFamily="34" charset="-122"/>
                          <a:cs typeface="Malgun Gothic" pitchFamily="34" charset="-120"/>
                        </a:rPr>
                        <a:t>wgs84Lat 위도</a:t>
                      </a:r>
                      <a:endParaRPr lang="en-US" sz="1200" dirty="0">
                        <a:latin typeface="Malgun Gothic" charset="0"/>
                        <a:ea typeface="Malgun Gothic" charset="0"/>
                        <a:cs typeface="Malgun Gothic" charset="0"/>
                      </a:endParaRPr>
                    </a:p>
                  </a:txBody>
                  <a:tcPr marL="91440" marR="91440" marT="45720" marB="45720" anchor="ctr">
                    <a:lnL w="12700" cap="flat" cmpd="sng" algn="ctr">
                      <a:solidFill>
                        <a:srgbClr val="D8CBB2"/>
                      </a:solidFill>
                      <a:prstDash val="solid"/>
                      <a:round/>
                      <a:headEnd type="none" w="med" len="med"/>
                      <a:tailEnd type="none" w="med" len="med"/>
                    </a:lnL>
                    <a:lnR w="12700" cap="flat" cmpd="sng" algn="ctr">
                      <a:solidFill>
                        <a:srgbClr val="D8CBB2"/>
                      </a:solidFill>
                      <a:prstDash val="solid"/>
                      <a:round/>
                      <a:headEnd type="none" w="med" len="med"/>
                      <a:tailEnd type="none" w="med" len="med"/>
                    </a:lnR>
                    <a:lnT w="12700" cap="flat" cmpd="sng" algn="ctr">
                      <a:solidFill>
                        <a:srgbClr val="D8CBB2"/>
                      </a:solidFill>
                      <a:prstDash val="solid"/>
                      <a:round/>
                      <a:headEnd type="none" w="med" len="med"/>
                      <a:tailEnd type="none" w="med" len="med"/>
                    </a:lnT>
                    <a:lnB w="12700" cap="flat" cmpd="sng" algn="ctr">
                      <a:solidFill>
                        <a:srgbClr val="D8CBB2"/>
                      </a:solidFill>
                      <a:prstDash val="solid"/>
                      <a:round/>
                      <a:headEnd type="none" w="med" len="med"/>
                      <a:tailEnd type="none" w="med" len="med"/>
                    </a:lnB>
                    <a:solidFill>
                      <a:srgbClr val="FFFFFF"/>
                    </a:solidFill>
                  </a:tcPr>
                </a:tc>
                <a:tc>
                  <a:txBody>
                    <a:bodyPr/>
                    <a:lstStyle/>
                    <a:p>
                      <a:pPr indent="0" marL="0">
                        <a:buNone/>
                      </a:pPr>
                      <a:r>
                        <a:rPr lang="en-US" sz="1200" b="1" dirty="0">
                          <a:solidFill>
                            <a:srgbClr val="5E5B52"/>
                          </a:solidFill>
                          <a:latin typeface="Malgun Gothic" pitchFamily="34" charset="0"/>
                          <a:ea typeface="Malgun Gothic" pitchFamily="34" charset="-122"/>
                          <a:cs typeface="Malgun Gothic" pitchFamily="34" charset="-120"/>
                        </a:rPr>
                        <a:t>문자열</a:t>
                      </a:r>
                      <a:endParaRPr lang="en-US" sz="1200" dirty="0">
                        <a:latin typeface="Malgun Gothic" charset="0"/>
                        <a:ea typeface="Malgun Gothic" charset="0"/>
                        <a:cs typeface="Malgun Gothic" charset="0"/>
                      </a:endParaRPr>
                    </a:p>
                  </a:txBody>
                  <a:tcPr marL="91440" marR="91440" marT="45720" marB="45720" anchor="ctr">
                    <a:lnL w="12700" cap="flat" cmpd="sng" algn="ctr">
                      <a:solidFill>
                        <a:srgbClr val="D8CBB2"/>
                      </a:solidFill>
                      <a:prstDash val="solid"/>
                      <a:round/>
                      <a:headEnd type="none" w="med" len="med"/>
                      <a:tailEnd type="none" w="med" len="med"/>
                    </a:lnL>
                    <a:lnR w="12700" cap="flat" cmpd="sng" algn="ctr">
                      <a:solidFill>
                        <a:srgbClr val="D8CBB2"/>
                      </a:solidFill>
                      <a:prstDash val="solid"/>
                      <a:round/>
                      <a:headEnd type="none" w="med" len="med"/>
                      <a:tailEnd type="none" w="med" len="med"/>
                    </a:lnR>
                    <a:lnT w="12700" cap="flat" cmpd="sng" algn="ctr">
                      <a:solidFill>
                        <a:srgbClr val="D8CBB2"/>
                      </a:solidFill>
                      <a:prstDash val="solid"/>
                      <a:round/>
                      <a:headEnd type="none" w="med" len="med"/>
                      <a:tailEnd type="none" w="med" len="med"/>
                    </a:lnT>
                    <a:lnB w="12700" cap="flat" cmpd="sng" algn="ctr">
                      <a:solidFill>
                        <a:srgbClr val="D8CBB2"/>
                      </a:solidFill>
                      <a:prstDash val="solid"/>
                      <a:round/>
                      <a:headEnd type="none" w="med" len="med"/>
                      <a:tailEnd type="none" w="med" len="med"/>
                    </a:lnB>
                    <a:solidFill>
                      <a:srgbClr val="FFFFFF"/>
                    </a:solidFill>
                  </a:tcPr>
                </a:tc>
                <a:tc>
                  <a:txBody>
                    <a:bodyPr/>
                    <a:lstStyle/>
                    <a:p>
                      <a:pPr indent="0" marL="0">
                        <a:buNone/>
                      </a:pPr>
                      <a:r>
                        <a:rPr lang="en-US" sz="1200" b="1" dirty="0">
                          <a:solidFill>
                            <a:srgbClr val="2E5A46"/>
                          </a:solidFill>
                          <a:latin typeface="Malgun Gothic" pitchFamily="34" charset="0"/>
                          <a:ea typeface="Malgun Gothic" pitchFamily="34" charset="-122"/>
                          <a:cs typeface="Malgun Gothic" pitchFamily="34" charset="-120"/>
                        </a:rPr>
                        <a:t>Float64 · 33.12~38.54</a:t>
                      </a:r>
                      <a:endParaRPr lang="en-US" sz="1200" dirty="0">
                        <a:latin typeface="Malgun Gothic" charset="0"/>
                        <a:ea typeface="Malgun Gothic" charset="0"/>
                        <a:cs typeface="Malgun Gothic" charset="0"/>
                      </a:endParaRPr>
                    </a:p>
                  </a:txBody>
                  <a:tcPr marL="91440" marR="91440" marT="45720" marB="45720" anchor="ctr">
                    <a:lnL w="12700" cap="flat" cmpd="sng" algn="ctr">
                      <a:solidFill>
                        <a:srgbClr val="D8CBB2"/>
                      </a:solidFill>
                      <a:prstDash val="solid"/>
                      <a:round/>
                      <a:headEnd type="none" w="med" len="med"/>
                      <a:tailEnd type="none" w="med" len="med"/>
                    </a:lnL>
                    <a:lnR w="12700" cap="flat" cmpd="sng" algn="ctr">
                      <a:solidFill>
                        <a:srgbClr val="D8CBB2"/>
                      </a:solidFill>
                      <a:prstDash val="solid"/>
                      <a:round/>
                      <a:headEnd type="none" w="med" len="med"/>
                      <a:tailEnd type="none" w="med" len="med"/>
                    </a:lnR>
                    <a:lnT w="12700" cap="flat" cmpd="sng" algn="ctr">
                      <a:solidFill>
                        <a:srgbClr val="D8CBB2"/>
                      </a:solidFill>
                      <a:prstDash val="solid"/>
                      <a:round/>
                      <a:headEnd type="none" w="med" len="med"/>
                      <a:tailEnd type="none" w="med" len="med"/>
                    </a:lnT>
                    <a:lnB w="12700" cap="flat" cmpd="sng" algn="ctr">
                      <a:solidFill>
                        <a:srgbClr val="D8CBB2"/>
                      </a:solidFill>
                      <a:prstDash val="solid"/>
                      <a:round/>
                      <a:headEnd type="none" w="med" len="med"/>
                      <a:tailEnd type="none" w="med" len="med"/>
                    </a:lnB>
                    <a:solidFill>
                      <a:srgbClr val="FFFFFF"/>
                    </a:solidFill>
                  </a:tcPr>
                </a:tc>
              </a:tr>
              <a:tr h="402336">
                <a:tc>
                  <a:txBody>
                    <a:bodyPr/>
                    <a:lstStyle/>
                    <a:p>
                      <a:pPr indent="0" marL="0">
                        <a:buNone/>
                      </a:pPr>
                      <a:r>
                        <a:rPr lang="en-US" sz="1200" b="1" dirty="0">
                          <a:solidFill>
                            <a:srgbClr val="1E2621"/>
                          </a:solidFill>
                          <a:latin typeface="Malgun Gothic" pitchFamily="34" charset="0"/>
                          <a:ea typeface="Malgun Gothic" pitchFamily="34" charset="-122"/>
                          <a:cs typeface="Malgun Gothic" pitchFamily="34" charset="-120"/>
                        </a:rPr>
                        <a:t>wgs84Lon 경도</a:t>
                      </a:r>
                      <a:endParaRPr lang="en-US" sz="1200" dirty="0">
                        <a:latin typeface="Malgun Gothic" charset="0"/>
                        <a:ea typeface="Malgun Gothic" charset="0"/>
                        <a:cs typeface="Malgun Gothic" charset="0"/>
                      </a:endParaRPr>
                    </a:p>
                  </a:txBody>
                  <a:tcPr marL="91440" marR="91440" marT="45720" marB="45720" anchor="ctr">
                    <a:lnL w="12700" cap="flat" cmpd="sng" algn="ctr">
                      <a:solidFill>
                        <a:srgbClr val="D8CBB2"/>
                      </a:solidFill>
                      <a:prstDash val="solid"/>
                      <a:round/>
                      <a:headEnd type="none" w="med" len="med"/>
                      <a:tailEnd type="none" w="med" len="med"/>
                    </a:lnL>
                    <a:lnR w="12700" cap="flat" cmpd="sng" algn="ctr">
                      <a:solidFill>
                        <a:srgbClr val="D8CBB2"/>
                      </a:solidFill>
                      <a:prstDash val="solid"/>
                      <a:round/>
                      <a:headEnd type="none" w="med" len="med"/>
                      <a:tailEnd type="none" w="med" len="med"/>
                    </a:lnR>
                    <a:lnT w="12700" cap="flat" cmpd="sng" algn="ctr">
                      <a:solidFill>
                        <a:srgbClr val="D8CBB2"/>
                      </a:solidFill>
                      <a:prstDash val="solid"/>
                      <a:round/>
                      <a:headEnd type="none" w="med" len="med"/>
                      <a:tailEnd type="none" w="med" len="med"/>
                    </a:lnT>
                    <a:lnB w="12700" cap="flat" cmpd="sng" algn="ctr">
                      <a:solidFill>
                        <a:srgbClr val="D8CBB2"/>
                      </a:solidFill>
                      <a:prstDash val="solid"/>
                      <a:round/>
                      <a:headEnd type="none" w="med" len="med"/>
                      <a:tailEnd type="none" w="med" len="med"/>
                    </a:lnB>
                    <a:solidFill>
                      <a:srgbClr val="FFFFFF"/>
                    </a:solidFill>
                  </a:tcPr>
                </a:tc>
                <a:tc>
                  <a:txBody>
                    <a:bodyPr/>
                    <a:lstStyle/>
                    <a:p>
                      <a:pPr indent="0" marL="0">
                        <a:buNone/>
                      </a:pPr>
                      <a:r>
                        <a:rPr lang="en-US" sz="1200" b="1" dirty="0">
                          <a:solidFill>
                            <a:srgbClr val="5E5B52"/>
                          </a:solidFill>
                          <a:latin typeface="Malgun Gothic" pitchFamily="34" charset="0"/>
                          <a:ea typeface="Malgun Gothic" pitchFamily="34" charset="-122"/>
                          <a:cs typeface="Malgun Gothic" pitchFamily="34" charset="-120"/>
                        </a:rPr>
                        <a:t>문자열</a:t>
                      </a:r>
                      <a:endParaRPr lang="en-US" sz="1200" dirty="0">
                        <a:latin typeface="Malgun Gothic" charset="0"/>
                        <a:ea typeface="Malgun Gothic" charset="0"/>
                        <a:cs typeface="Malgun Gothic" charset="0"/>
                      </a:endParaRPr>
                    </a:p>
                  </a:txBody>
                  <a:tcPr marL="91440" marR="91440" marT="45720" marB="45720" anchor="ctr">
                    <a:lnL w="12700" cap="flat" cmpd="sng" algn="ctr">
                      <a:solidFill>
                        <a:srgbClr val="D8CBB2"/>
                      </a:solidFill>
                      <a:prstDash val="solid"/>
                      <a:round/>
                      <a:headEnd type="none" w="med" len="med"/>
                      <a:tailEnd type="none" w="med" len="med"/>
                    </a:lnL>
                    <a:lnR w="12700" cap="flat" cmpd="sng" algn="ctr">
                      <a:solidFill>
                        <a:srgbClr val="D8CBB2"/>
                      </a:solidFill>
                      <a:prstDash val="solid"/>
                      <a:round/>
                      <a:headEnd type="none" w="med" len="med"/>
                      <a:tailEnd type="none" w="med" len="med"/>
                    </a:lnR>
                    <a:lnT w="12700" cap="flat" cmpd="sng" algn="ctr">
                      <a:solidFill>
                        <a:srgbClr val="D8CBB2"/>
                      </a:solidFill>
                      <a:prstDash val="solid"/>
                      <a:round/>
                      <a:headEnd type="none" w="med" len="med"/>
                      <a:tailEnd type="none" w="med" len="med"/>
                    </a:lnT>
                    <a:lnB w="12700" cap="flat" cmpd="sng" algn="ctr">
                      <a:solidFill>
                        <a:srgbClr val="D8CBB2"/>
                      </a:solidFill>
                      <a:prstDash val="solid"/>
                      <a:round/>
                      <a:headEnd type="none" w="med" len="med"/>
                      <a:tailEnd type="none" w="med" len="med"/>
                    </a:lnB>
                    <a:solidFill>
                      <a:srgbClr val="FFFFFF"/>
                    </a:solidFill>
                  </a:tcPr>
                </a:tc>
                <a:tc>
                  <a:txBody>
                    <a:bodyPr/>
                    <a:lstStyle/>
                    <a:p>
                      <a:pPr indent="0" marL="0">
                        <a:buNone/>
                      </a:pPr>
                      <a:r>
                        <a:rPr lang="en-US" sz="1200" b="1" dirty="0">
                          <a:solidFill>
                            <a:srgbClr val="2E5A46"/>
                          </a:solidFill>
                          <a:latin typeface="Malgun Gothic" pitchFamily="34" charset="0"/>
                          <a:ea typeface="Malgun Gothic" pitchFamily="34" charset="-122"/>
                          <a:cs typeface="Malgun Gothic" pitchFamily="34" charset="-120"/>
                        </a:rPr>
                        <a:t>Float64 · 124.66~130.91</a:t>
                      </a:r>
                      <a:endParaRPr lang="en-US" sz="1200" dirty="0">
                        <a:latin typeface="Malgun Gothic" charset="0"/>
                        <a:ea typeface="Malgun Gothic" charset="0"/>
                        <a:cs typeface="Malgun Gothic" charset="0"/>
                      </a:endParaRPr>
                    </a:p>
                  </a:txBody>
                  <a:tcPr marL="91440" marR="91440" marT="45720" marB="45720" anchor="ctr">
                    <a:lnL w="12700" cap="flat" cmpd="sng" algn="ctr">
                      <a:solidFill>
                        <a:srgbClr val="D8CBB2"/>
                      </a:solidFill>
                      <a:prstDash val="solid"/>
                      <a:round/>
                      <a:headEnd type="none" w="med" len="med"/>
                      <a:tailEnd type="none" w="med" len="med"/>
                    </a:lnL>
                    <a:lnR w="12700" cap="flat" cmpd="sng" algn="ctr">
                      <a:solidFill>
                        <a:srgbClr val="D8CBB2"/>
                      </a:solidFill>
                      <a:prstDash val="solid"/>
                      <a:round/>
                      <a:headEnd type="none" w="med" len="med"/>
                      <a:tailEnd type="none" w="med" len="med"/>
                    </a:lnR>
                    <a:lnT w="12700" cap="flat" cmpd="sng" algn="ctr">
                      <a:solidFill>
                        <a:srgbClr val="D8CBB2"/>
                      </a:solidFill>
                      <a:prstDash val="solid"/>
                      <a:round/>
                      <a:headEnd type="none" w="med" len="med"/>
                      <a:tailEnd type="none" w="med" len="med"/>
                    </a:lnT>
                    <a:lnB w="12700" cap="flat" cmpd="sng" algn="ctr">
                      <a:solidFill>
                        <a:srgbClr val="D8CBB2"/>
                      </a:solidFill>
                      <a:prstDash val="solid"/>
                      <a:round/>
                      <a:headEnd type="none" w="med" len="med"/>
                      <a:tailEnd type="none" w="med" len="med"/>
                    </a:lnB>
                    <a:solidFill>
                      <a:srgbClr val="FFFFFF"/>
                    </a:solidFill>
                  </a:tcPr>
                </a:tc>
              </a:tr>
              <a:tr h="402336">
                <a:tc>
                  <a:txBody>
                    <a:bodyPr/>
                    <a:lstStyle/>
                    <a:p>
                      <a:pPr indent="0" marL="0">
                        <a:buNone/>
                      </a:pPr>
                      <a:r>
                        <a:rPr lang="en-US" sz="1200" b="1" dirty="0">
                          <a:solidFill>
                            <a:srgbClr val="1E2621"/>
                          </a:solidFill>
                          <a:latin typeface="Malgun Gothic" pitchFamily="34" charset="0"/>
                          <a:ea typeface="Malgun Gothic" pitchFamily="34" charset="-122"/>
                          <a:cs typeface="Malgun Gothic" pitchFamily="34" charset="-120"/>
                        </a:rPr>
                        <a:t>holSttTme 공휴일</a:t>
                      </a:r>
                      <a:endParaRPr lang="en-US" sz="1200" dirty="0">
                        <a:latin typeface="Malgun Gothic" charset="0"/>
                        <a:ea typeface="Malgun Gothic" charset="0"/>
                        <a:cs typeface="Malgun Gothic" charset="0"/>
                      </a:endParaRPr>
                    </a:p>
                  </a:txBody>
                  <a:tcPr marL="91440" marR="91440" marT="45720" marB="45720" anchor="ctr">
                    <a:lnL w="12700" cap="flat" cmpd="sng" algn="ctr">
                      <a:solidFill>
                        <a:srgbClr val="D8CBB2"/>
                      </a:solidFill>
                      <a:prstDash val="solid"/>
                      <a:round/>
                      <a:headEnd type="none" w="med" len="med"/>
                      <a:tailEnd type="none" w="med" len="med"/>
                    </a:lnL>
                    <a:lnR w="12700" cap="flat" cmpd="sng" algn="ctr">
                      <a:solidFill>
                        <a:srgbClr val="D8CBB2"/>
                      </a:solidFill>
                      <a:prstDash val="solid"/>
                      <a:round/>
                      <a:headEnd type="none" w="med" len="med"/>
                      <a:tailEnd type="none" w="med" len="med"/>
                    </a:lnR>
                    <a:lnT w="12700" cap="flat" cmpd="sng" algn="ctr">
                      <a:solidFill>
                        <a:srgbClr val="D8CBB2"/>
                      </a:solidFill>
                      <a:prstDash val="solid"/>
                      <a:round/>
                      <a:headEnd type="none" w="med" len="med"/>
                      <a:tailEnd type="none" w="med" len="med"/>
                    </a:lnT>
                    <a:lnB w="12700" cap="flat" cmpd="sng" algn="ctr">
                      <a:solidFill>
                        <a:srgbClr val="D8CBB2"/>
                      </a:solidFill>
                      <a:prstDash val="solid"/>
                      <a:round/>
                      <a:headEnd type="none" w="med" len="med"/>
                      <a:tailEnd type="none" w="med" len="med"/>
                    </a:lnB>
                    <a:solidFill>
                      <a:srgbClr val="FFFFFF"/>
                    </a:solidFill>
                  </a:tcPr>
                </a:tc>
                <a:tc>
                  <a:txBody>
                    <a:bodyPr/>
                    <a:lstStyle/>
                    <a:p>
                      <a:pPr indent="0" marL="0">
                        <a:buNone/>
                      </a:pPr>
                      <a:r>
                        <a:rPr lang="en-US" sz="1200" b="1" dirty="0">
                          <a:solidFill>
                            <a:srgbClr val="5E5B52"/>
                          </a:solidFill>
                          <a:latin typeface="Malgun Gothic" pitchFamily="34" charset="0"/>
                          <a:ea typeface="Malgun Gothic" pitchFamily="34" charset="-122"/>
                          <a:cs typeface="Malgun Gothic" pitchFamily="34" charset="-120"/>
                        </a:rPr>
                        <a:t>빈 문자열 20,053</a:t>
                      </a:r>
                      <a:endParaRPr lang="en-US" sz="1200" dirty="0">
                        <a:latin typeface="Malgun Gothic" charset="0"/>
                        <a:ea typeface="Malgun Gothic" charset="0"/>
                        <a:cs typeface="Malgun Gothic" charset="0"/>
                      </a:endParaRPr>
                    </a:p>
                  </a:txBody>
                  <a:tcPr marL="91440" marR="91440" marT="45720" marB="45720" anchor="ctr">
                    <a:lnL w="12700" cap="flat" cmpd="sng" algn="ctr">
                      <a:solidFill>
                        <a:srgbClr val="D8CBB2"/>
                      </a:solidFill>
                      <a:prstDash val="solid"/>
                      <a:round/>
                      <a:headEnd type="none" w="med" len="med"/>
                      <a:tailEnd type="none" w="med" len="med"/>
                    </a:lnL>
                    <a:lnR w="12700" cap="flat" cmpd="sng" algn="ctr">
                      <a:solidFill>
                        <a:srgbClr val="D8CBB2"/>
                      </a:solidFill>
                      <a:prstDash val="solid"/>
                      <a:round/>
                      <a:headEnd type="none" w="med" len="med"/>
                      <a:tailEnd type="none" w="med" len="med"/>
                    </a:lnR>
                    <a:lnT w="12700" cap="flat" cmpd="sng" algn="ctr">
                      <a:solidFill>
                        <a:srgbClr val="D8CBB2"/>
                      </a:solidFill>
                      <a:prstDash val="solid"/>
                      <a:round/>
                      <a:headEnd type="none" w="med" len="med"/>
                      <a:tailEnd type="none" w="med" len="med"/>
                    </a:lnT>
                    <a:lnB w="12700" cap="flat" cmpd="sng" algn="ctr">
                      <a:solidFill>
                        <a:srgbClr val="D8CBB2"/>
                      </a:solidFill>
                      <a:prstDash val="solid"/>
                      <a:round/>
                      <a:headEnd type="none" w="med" len="med"/>
                      <a:tailEnd type="none" w="med" len="med"/>
                    </a:lnB>
                    <a:solidFill>
                      <a:srgbClr val="FFFFFF"/>
                    </a:solidFill>
                  </a:tcPr>
                </a:tc>
                <a:tc>
                  <a:txBody>
                    <a:bodyPr/>
                    <a:lstStyle/>
                    <a:p>
                      <a:pPr indent="0" marL="0">
                        <a:buNone/>
                      </a:pPr>
                      <a:r>
                        <a:rPr lang="en-US" sz="1200" b="1" dirty="0">
                          <a:solidFill>
                            <a:srgbClr val="2E5A46"/>
                          </a:solidFill>
                          <a:latin typeface="Malgun Gothic" pitchFamily="34" charset="0"/>
                          <a:ea typeface="Malgun Gothic" pitchFamily="34" charset="-122"/>
                          <a:cs typeface="Malgun Gothic" pitchFamily="34" charset="-120"/>
                        </a:rPr>
                        <a:t>NULL 20,053</a:t>
                      </a:r>
                      <a:endParaRPr lang="en-US" sz="1200" dirty="0">
                        <a:latin typeface="Malgun Gothic" charset="0"/>
                        <a:ea typeface="Malgun Gothic" charset="0"/>
                        <a:cs typeface="Malgun Gothic" charset="0"/>
                      </a:endParaRPr>
                    </a:p>
                  </a:txBody>
                  <a:tcPr marL="91440" marR="91440" marT="45720" marB="45720" anchor="ctr">
                    <a:lnL w="12700" cap="flat" cmpd="sng" algn="ctr">
                      <a:solidFill>
                        <a:srgbClr val="D8CBB2"/>
                      </a:solidFill>
                      <a:prstDash val="solid"/>
                      <a:round/>
                      <a:headEnd type="none" w="med" len="med"/>
                      <a:tailEnd type="none" w="med" len="med"/>
                    </a:lnL>
                    <a:lnR w="12700" cap="flat" cmpd="sng" algn="ctr">
                      <a:solidFill>
                        <a:srgbClr val="D8CBB2"/>
                      </a:solidFill>
                      <a:prstDash val="solid"/>
                      <a:round/>
                      <a:headEnd type="none" w="med" len="med"/>
                      <a:tailEnd type="none" w="med" len="med"/>
                    </a:lnR>
                    <a:lnT w="12700" cap="flat" cmpd="sng" algn="ctr">
                      <a:solidFill>
                        <a:srgbClr val="D8CBB2"/>
                      </a:solidFill>
                      <a:prstDash val="solid"/>
                      <a:round/>
                      <a:headEnd type="none" w="med" len="med"/>
                      <a:tailEnd type="none" w="med" len="med"/>
                    </a:lnT>
                    <a:lnB w="12700" cap="flat" cmpd="sng" algn="ctr">
                      <a:solidFill>
                        <a:srgbClr val="D8CBB2"/>
                      </a:solidFill>
                      <a:prstDash val="solid"/>
                      <a:round/>
                      <a:headEnd type="none" w="med" len="med"/>
                      <a:tailEnd type="none" w="med" len="med"/>
                    </a:lnB>
                    <a:solidFill>
                      <a:srgbClr val="FFFFFF"/>
                    </a:solidFill>
                  </a:tcPr>
                </a:tc>
              </a:tr>
              <a:tr h="402336">
                <a:tc>
                  <a:txBody>
                    <a:bodyPr/>
                    <a:lstStyle/>
                    <a:p>
                      <a:pPr indent="0" marL="0">
                        <a:buNone/>
                      </a:pPr>
                      <a:r>
                        <a:rPr lang="en-US" sz="1200" b="1" dirty="0">
                          <a:solidFill>
                            <a:srgbClr val="1E2621"/>
                          </a:solidFill>
                          <a:latin typeface="Malgun Gothic" pitchFamily="34" charset="0"/>
                          <a:ea typeface="Malgun Gothic" pitchFamily="34" charset="-122"/>
                          <a:cs typeface="Malgun Gothic" pitchFamily="34" charset="-120"/>
                        </a:rPr>
                        <a:t>satSttTme 토요일</a:t>
                      </a:r>
                      <a:endParaRPr lang="en-US" sz="1200" dirty="0">
                        <a:latin typeface="Malgun Gothic" charset="0"/>
                        <a:ea typeface="Malgun Gothic" charset="0"/>
                        <a:cs typeface="Malgun Gothic" charset="0"/>
                      </a:endParaRPr>
                    </a:p>
                  </a:txBody>
                  <a:tcPr marL="91440" marR="91440" marT="45720" marB="45720" anchor="ctr">
                    <a:lnL w="12700" cap="flat" cmpd="sng" algn="ctr">
                      <a:solidFill>
                        <a:srgbClr val="D8CBB2"/>
                      </a:solidFill>
                      <a:prstDash val="solid"/>
                      <a:round/>
                      <a:headEnd type="none" w="med" len="med"/>
                      <a:tailEnd type="none" w="med" len="med"/>
                    </a:lnL>
                    <a:lnR w="12700" cap="flat" cmpd="sng" algn="ctr">
                      <a:solidFill>
                        <a:srgbClr val="D8CBB2"/>
                      </a:solidFill>
                      <a:prstDash val="solid"/>
                      <a:round/>
                      <a:headEnd type="none" w="med" len="med"/>
                      <a:tailEnd type="none" w="med" len="med"/>
                    </a:lnR>
                    <a:lnT w="12700" cap="flat" cmpd="sng" algn="ctr">
                      <a:solidFill>
                        <a:srgbClr val="D8CBB2"/>
                      </a:solidFill>
                      <a:prstDash val="solid"/>
                      <a:round/>
                      <a:headEnd type="none" w="med" len="med"/>
                      <a:tailEnd type="none" w="med" len="med"/>
                    </a:lnT>
                    <a:lnB w="12700" cap="flat" cmpd="sng" algn="ctr">
                      <a:solidFill>
                        <a:srgbClr val="D8CBB2"/>
                      </a:solidFill>
                      <a:prstDash val="solid"/>
                      <a:round/>
                      <a:headEnd type="none" w="med" len="med"/>
                      <a:tailEnd type="none" w="med" len="med"/>
                    </a:lnB>
                    <a:solidFill>
                      <a:srgbClr val="FFFFFF"/>
                    </a:solidFill>
                  </a:tcPr>
                </a:tc>
                <a:tc>
                  <a:txBody>
                    <a:bodyPr/>
                    <a:lstStyle/>
                    <a:p>
                      <a:pPr indent="0" marL="0">
                        <a:buNone/>
                      </a:pPr>
                      <a:r>
                        <a:rPr lang="en-US" sz="1200" b="1" dirty="0">
                          <a:solidFill>
                            <a:srgbClr val="5E5B52"/>
                          </a:solidFill>
                          <a:latin typeface="Malgun Gothic" pitchFamily="34" charset="0"/>
                          <a:ea typeface="Malgun Gothic" pitchFamily="34" charset="-122"/>
                          <a:cs typeface="Malgun Gothic" pitchFamily="34" charset="-120"/>
                        </a:rPr>
                        <a:t>빈 문자열 16,531</a:t>
                      </a:r>
                      <a:endParaRPr lang="en-US" sz="1200" dirty="0">
                        <a:latin typeface="Malgun Gothic" charset="0"/>
                        <a:ea typeface="Malgun Gothic" charset="0"/>
                        <a:cs typeface="Malgun Gothic" charset="0"/>
                      </a:endParaRPr>
                    </a:p>
                  </a:txBody>
                  <a:tcPr marL="91440" marR="91440" marT="45720" marB="45720" anchor="ctr">
                    <a:lnL w="12700" cap="flat" cmpd="sng" algn="ctr">
                      <a:solidFill>
                        <a:srgbClr val="D8CBB2"/>
                      </a:solidFill>
                      <a:prstDash val="solid"/>
                      <a:round/>
                      <a:headEnd type="none" w="med" len="med"/>
                      <a:tailEnd type="none" w="med" len="med"/>
                    </a:lnL>
                    <a:lnR w="12700" cap="flat" cmpd="sng" algn="ctr">
                      <a:solidFill>
                        <a:srgbClr val="D8CBB2"/>
                      </a:solidFill>
                      <a:prstDash val="solid"/>
                      <a:round/>
                      <a:headEnd type="none" w="med" len="med"/>
                      <a:tailEnd type="none" w="med" len="med"/>
                    </a:lnR>
                    <a:lnT w="12700" cap="flat" cmpd="sng" algn="ctr">
                      <a:solidFill>
                        <a:srgbClr val="D8CBB2"/>
                      </a:solidFill>
                      <a:prstDash val="solid"/>
                      <a:round/>
                      <a:headEnd type="none" w="med" len="med"/>
                      <a:tailEnd type="none" w="med" len="med"/>
                    </a:lnT>
                    <a:lnB w="12700" cap="flat" cmpd="sng" algn="ctr">
                      <a:solidFill>
                        <a:srgbClr val="D8CBB2"/>
                      </a:solidFill>
                      <a:prstDash val="solid"/>
                      <a:round/>
                      <a:headEnd type="none" w="med" len="med"/>
                      <a:tailEnd type="none" w="med" len="med"/>
                    </a:lnB>
                    <a:solidFill>
                      <a:srgbClr val="FFFFFF"/>
                    </a:solidFill>
                  </a:tcPr>
                </a:tc>
                <a:tc>
                  <a:txBody>
                    <a:bodyPr/>
                    <a:lstStyle/>
                    <a:p>
                      <a:pPr indent="0" marL="0">
                        <a:buNone/>
                      </a:pPr>
                      <a:r>
                        <a:rPr lang="en-US" sz="1200" b="1" dirty="0">
                          <a:solidFill>
                            <a:srgbClr val="2E5A46"/>
                          </a:solidFill>
                          <a:latin typeface="Malgun Gothic" pitchFamily="34" charset="0"/>
                          <a:ea typeface="Malgun Gothic" pitchFamily="34" charset="-122"/>
                          <a:cs typeface="Malgun Gothic" pitchFamily="34" charset="-120"/>
                        </a:rPr>
                        <a:t>NULL 16,531</a:t>
                      </a:r>
                      <a:endParaRPr lang="en-US" sz="1200" dirty="0">
                        <a:latin typeface="Malgun Gothic" charset="0"/>
                        <a:ea typeface="Malgun Gothic" charset="0"/>
                        <a:cs typeface="Malgun Gothic" charset="0"/>
                      </a:endParaRPr>
                    </a:p>
                  </a:txBody>
                  <a:tcPr marL="91440" marR="91440" marT="45720" marB="45720" anchor="ctr">
                    <a:lnL w="12700" cap="flat" cmpd="sng" algn="ctr">
                      <a:solidFill>
                        <a:srgbClr val="D8CBB2"/>
                      </a:solidFill>
                      <a:prstDash val="solid"/>
                      <a:round/>
                      <a:headEnd type="none" w="med" len="med"/>
                      <a:tailEnd type="none" w="med" len="med"/>
                    </a:lnL>
                    <a:lnR w="12700" cap="flat" cmpd="sng" algn="ctr">
                      <a:solidFill>
                        <a:srgbClr val="D8CBB2"/>
                      </a:solidFill>
                      <a:prstDash val="solid"/>
                      <a:round/>
                      <a:headEnd type="none" w="med" len="med"/>
                      <a:tailEnd type="none" w="med" len="med"/>
                    </a:lnR>
                    <a:lnT w="12700" cap="flat" cmpd="sng" algn="ctr">
                      <a:solidFill>
                        <a:srgbClr val="D8CBB2"/>
                      </a:solidFill>
                      <a:prstDash val="solid"/>
                      <a:round/>
                      <a:headEnd type="none" w="med" len="med"/>
                      <a:tailEnd type="none" w="med" len="med"/>
                    </a:lnT>
                    <a:lnB w="12700" cap="flat" cmpd="sng" algn="ctr">
                      <a:solidFill>
                        <a:srgbClr val="D8CBB2"/>
                      </a:solidFill>
                      <a:prstDash val="solid"/>
                      <a:round/>
                      <a:headEnd type="none" w="med" len="med"/>
                      <a:tailEnd type="none" w="med" len="med"/>
                    </a:lnB>
                    <a:solidFill>
                      <a:srgbClr val="FFFFFF"/>
                    </a:solidFill>
                  </a:tcPr>
                </a:tc>
              </a:tr>
              <a:tr h="402336">
                <a:tc>
                  <a:txBody>
                    <a:bodyPr/>
                    <a:lstStyle/>
                    <a:p>
                      <a:pPr indent="0" marL="0">
                        <a:buNone/>
                      </a:pPr>
                      <a:r>
                        <a:rPr lang="en-US" sz="1200" b="1" dirty="0">
                          <a:solidFill>
                            <a:srgbClr val="1E2621"/>
                          </a:solidFill>
                          <a:latin typeface="Malgun Gothic" pitchFamily="34" charset="0"/>
                          <a:ea typeface="Malgun Gothic" pitchFamily="34" charset="-122"/>
                          <a:cs typeface="Malgun Gothic" pitchFamily="34" charset="-120"/>
                        </a:rPr>
                        <a:t>sido 시도</a:t>
                      </a:r>
                      <a:endParaRPr lang="en-US" sz="1200" dirty="0">
                        <a:latin typeface="Malgun Gothic" charset="0"/>
                        <a:ea typeface="Malgun Gothic" charset="0"/>
                        <a:cs typeface="Malgun Gothic" charset="0"/>
                      </a:endParaRPr>
                    </a:p>
                  </a:txBody>
                  <a:tcPr marL="91440" marR="91440" marT="45720" marB="45720" anchor="ctr">
                    <a:lnL w="12700" cap="flat" cmpd="sng" algn="ctr">
                      <a:solidFill>
                        <a:srgbClr val="D8CBB2"/>
                      </a:solidFill>
                      <a:prstDash val="solid"/>
                      <a:round/>
                      <a:headEnd type="none" w="med" len="med"/>
                      <a:tailEnd type="none" w="med" len="med"/>
                    </a:lnL>
                    <a:lnR w="12700" cap="flat" cmpd="sng" algn="ctr">
                      <a:solidFill>
                        <a:srgbClr val="D8CBB2"/>
                      </a:solidFill>
                      <a:prstDash val="solid"/>
                      <a:round/>
                      <a:headEnd type="none" w="med" len="med"/>
                      <a:tailEnd type="none" w="med" len="med"/>
                    </a:lnR>
                    <a:lnT w="12700" cap="flat" cmpd="sng" algn="ctr">
                      <a:solidFill>
                        <a:srgbClr val="D8CBB2"/>
                      </a:solidFill>
                      <a:prstDash val="solid"/>
                      <a:round/>
                      <a:headEnd type="none" w="med" len="med"/>
                      <a:tailEnd type="none" w="med" len="med"/>
                    </a:lnT>
                    <a:lnB w="12700" cap="flat" cmpd="sng" algn="ctr">
                      <a:solidFill>
                        <a:srgbClr val="D8CBB2"/>
                      </a:solidFill>
                      <a:prstDash val="solid"/>
                      <a:round/>
                      <a:headEnd type="none" w="med" len="med"/>
                      <a:tailEnd type="none" w="med" len="med"/>
                    </a:lnB>
                    <a:solidFill>
                      <a:srgbClr val="FFFFFF"/>
                    </a:solidFill>
                  </a:tcPr>
                </a:tc>
                <a:tc>
                  <a:txBody>
                    <a:bodyPr/>
                    <a:lstStyle/>
                    <a:p>
                      <a:pPr indent="0" marL="0">
                        <a:buNone/>
                      </a:pPr>
                      <a:r>
                        <a:rPr lang="en-US" sz="1200" b="1" dirty="0">
                          <a:solidFill>
                            <a:srgbClr val="5E5B52"/>
                          </a:solidFill>
                          <a:latin typeface="Malgun Gothic" pitchFamily="34" charset="0"/>
                          <a:ea typeface="Malgun Gothic" pitchFamily="34" charset="-122"/>
                          <a:cs typeface="Malgun Gothic" pitchFamily="34" charset="-120"/>
                        </a:rPr>
                        <a:t>18종 (빈 값 1)</a:t>
                      </a:r>
                      <a:endParaRPr lang="en-US" sz="1200" dirty="0">
                        <a:latin typeface="Malgun Gothic" charset="0"/>
                        <a:ea typeface="Malgun Gothic" charset="0"/>
                        <a:cs typeface="Malgun Gothic" charset="0"/>
                      </a:endParaRPr>
                    </a:p>
                  </a:txBody>
                  <a:tcPr marL="91440" marR="91440" marT="45720" marB="45720" anchor="ctr">
                    <a:lnL w="12700" cap="flat" cmpd="sng" algn="ctr">
                      <a:solidFill>
                        <a:srgbClr val="D8CBB2"/>
                      </a:solidFill>
                      <a:prstDash val="solid"/>
                      <a:round/>
                      <a:headEnd type="none" w="med" len="med"/>
                      <a:tailEnd type="none" w="med" len="med"/>
                    </a:lnL>
                    <a:lnR w="12700" cap="flat" cmpd="sng" algn="ctr">
                      <a:solidFill>
                        <a:srgbClr val="D8CBB2"/>
                      </a:solidFill>
                      <a:prstDash val="solid"/>
                      <a:round/>
                      <a:headEnd type="none" w="med" len="med"/>
                      <a:tailEnd type="none" w="med" len="med"/>
                    </a:lnR>
                    <a:lnT w="12700" cap="flat" cmpd="sng" algn="ctr">
                      <a:solidFill>
                        <a:srgbClr val="D8CBB2"/>
                      </a:solidFill>
                      <a:prstDash val="solid"/>
                      <a:round/>
                      <a:headEnd type="none" w="med" len="med"/>
                      <a:tailEnd type="none" w="med" len="med"/>
                    </a:lnT>
                    <a:lnB w="12700" cap="flat" cmpd="sng" algn="ctr">
                      <a:solidFill>
                        <a:srgbClr val="D8CBB2"/>
                      </a:solidFill>
                      <a:prstDash val="solid"/>
                      <a:round/>
                      <a:headEnd type="none" w="med" len="med"/>
                      <a:tailEnd type="none" w="med" len="med"/>
                    </a:lnB>
                    <a:solidFill>
                      <a:srgbClr val="FFFFFF"/>
                    </a:solidFill>
                  </a:tcPr>
                </a:tc>
                <a:tc>
                  <a:txBody>
                    <a:bodyPr/>
                    <a:lstStyle/>
                    <a:p>
                      <a:pPr indent="0" marL="0">
                        <a:buNone/>
                      </a:pPr>
                      <a:r>
                        <a:rPr lang="en-US" sz="1200" b="1" dirty="0">
                          <a:solidFill>
                            <a:srgbClr val="2E5A46"/>
                          </a:solidFill>
                          <a:latin typeface="Malgun Gothic" pitchFamily="34" charset="0"/>
                          <a:ea typeface="Malgun Gothic" pitchFamily="34" charset="-122"/>
                          <a:cs typeface="Malgun Gothic" pitchFamily="34" charset="-120"/>
                        </a:rPr>
                        <a:t>17종 + NULL 1</a:t>
                      </a:r>
                      <a:endParaRPr lang="en-US" sz="1200" dirty="0">
                        <a:latin typeface="Malgun Gothic" charset="0"/>
                        <a:ea typeface="Malgun Gothic" charset="0"/>
                        <a:cs typeface="Malgun Gothic" charset="0"/>
                      </a:endParaRPr>
                    </a:p>
                  </a:txBody>
                  <a:tcPr marL="91440" marR="91440" marT="45720" marB="45720" anchor="ctr">
                    <a:lnL w="12700" cap="flat" cmpd="sng" algn="ctr">
                      <a:solidFill>
                        <a:srgbClr val="D8CBB2"/>
                      </a:solidFill>
                      <a:prstDash val="solid"/>
                      <a:round/>
                      <a:headEnd type="none" w="med" len="med"/>
                      <a:tailEnd type="none" w="med" len="med"/>
                    </a:lnL>
                    <a:lnR w="12700" cap="flat" cmpd="sng" algn="ctr">
                      <a:solidFill>
                        <a:srgbClr val="D8CBB2"/>
                      </a:solidFill>
                      <a:prstDash val="solid"/>
                      <a:round/>
                      <a:headEnd type="none" w="med" len="med"/>
                      <a:tailEnd type="none" w="med" len="med"/>
                    </a:lnR>
                    <a:lnT w="12700" cap="flat" cmpd="sng" algn="ctr">
                      <a:solidFill>
                        <a:srgbClr val="D8CBB2"/>
                      </a:solidFill>
                      <a:prstDash val="solid"/>
                      <a:round/>
                      <a:headEnd type="none" w="med" len="med"/>
                      <a:tailEnd type="none" w="med" len="med"/>
                    </a:lnT>
                    <a:lnB w="12700" cap="flat" cmpd="sng" algn="ctr">
                      <a:solidFill>
                        <a:srgbClr val="D8CBB2"/>
                      </a:solidFill>
                      <a:prstDash val="solid"/>
                      <a:round/>
                      <a:headEnd type="none" w="med" len="med"/>
                      <a:tailEnd type="none" w="med" len="med"/>
                    </a:lnB>
                    <a:solidFill>
                      <a:srgbClr val="FFFFFF"/>
                    </a:solidFill>
                  </a:tcPr>
                </a:tc>
              </a:tr>
            </a:tbl>
          </a:graphicData>
        </a:graphic>
      </p:graphicFrame>
      <p:sp>
        <p:nvSpPr>
          <p:cNvPr id="12" name="Text 10"/>
          <p:cNvSpPr txBox="1"/>
          <p:nvPr/>
        </p:nvSpPr>
        <p:spPr>
          <a:xfrm>
            <a:off x="3364865" y="2587625"/>
            <a:ext cx="2651760" cy="292735"/>
          </a:xfrm>
          <a:prstGeom prst="rect">
            <a:avLst/>
          </a:prstGeom>
          <a:noFill/>
          <a:ln/>
        </p:spPr>
        <p:txBody>
          <a:bodyPr wrap="square" lIns="0" tIns="0" rIns="0" bIns="0" rtlCol="0" anchor="t"/>
          <a:lstStyle/>
          <a:p>
            <a:pPr algn="ctr" indent="0" marL="0">
              <a:buNone/>
            </a:pPr>
            <a:r>
              <a:rPr lang="en-US" sz="1250" b="1" dirty="0">
                <a:solidFill>
                  <a:srgbClr val="E9E2D2"/>
                </a:solidFill>
                <a:latin typeface="Malgun Gothic" pitchFamily="34" charset="0"/>
                <a:ea typeface="Malgun Gothic" pitchFamily="34" charset="-122"/>
                <a:cs typeface="Malgun Gothic" pitchFamily="34" charset="-120"/>
              </a:rPr>
              <a:t>PROCESSED 행</a:t>
            </a:r>
            <a:endParaRPr lang="en-US" sz="1250" dirty="0"/>
          </a:p>
        </p:txBody>
      </p:sp>
      <p:sp>
        <p:nvSpPr>
          <p:cNvPr id="13" name="Shape 11"/>
          <p:cNvSpPr/>
          <p:nvPr/>
        </p:nvSpPr>
        <p:spPr>
          <a:xfrm>
            <a:off x="6181090" y="2030095"/>
            <a:ext cx="2651760" cy="932815"/>
          </a:xfrm>
          <a:prstGeom prst="roundRect">
            <a:avLst>
              <a:gd name="adj" fmla="val 13725"/>
            </a:avLst>
          </a:prstGeom>
          <a:solidFill>
            <a:srgbClr val="2E5A46"/>
          </a:solidFill>
          <a:ln w="12700">
            <a:solidFill>
              <a:srgbClr val="2E5A46"/>
            </a:solidFill>
            <a:prstDash val="solid"/>
          </a:ln>
          <a:effectLst>
            <a:outerShdw sx="100000" sy="100000" kx="0" ky="0" algn="bl" rotWithShape="0" blurRad="101600" dist="25400" dir="5400000">
              <a:srgbClr val="8A7A5C">
                <a:alpha val="18000"/>
              </a:srgbClr>
            </a:outerShdw>
          </a:effectLst>
        </p:spPr>
      </p:sp>
      <p:sp>
        <p:nvSpPr>
          <p:cNvPr id="14" name="Text 12"/>
          <p:cNvSpPr txBox="1"/>
          <p:nvPr/>
        </p:nvSpPr>
        <p:spPr>
          <a:xfrm>
            <a:off x="6181090" y="2075815"/>
            <a:ext cx="2651760" cy="530225"/>
          </a:xfrm>
          <a:prstGeom prst="rect">
            <a:avLst/>
          </a:prstGeom>
          <a:noFill/>
          <a:ln/>
        </p:spPr>
        <p:txBody>
          <a:bodyPr wrap="square" lIns="0" tIns="0" rIns="0" bIns="0" rtlCol="0" anchor="ctr"/>
          <a:lstStyle/>
          <a:p>
            <a:pPr algn="ctr" indent="0" marL="0">
              <a:buNone/>
            </a:pPr>
            <a:r>
              <a:rPr lang="en-US" sz="2800" b="1" dirty="0">
                <a:solidFill>
                  <a:srgbClr val="FFFFFF"/>
                </a:solidFill>
                <a:latin typeface="Malgun Gothic" pitchFamily="34" charset="0"/>
                <a:ea typeface="Malgun Gothic" pitchFamily="34" charset="-122"/>
                <a:cs typeface="Malgun Gothic" pitchFamily="34" charset="-120"/>
              </a:rPr>
              <a:t>0</a:t>
            </a:r>
            <a:endParaRPr lang="en-US" sz="2800" dirty="0"/>
          </a:p>
        </p:txBody>
      </p:sp>
      <p:sp>
        <p:nvSpPr>
          <p:cNvPr id="15" name="Text 13"/>
          <p:cNvSpPr txBox="1"/>
          <p:nvPr/>
        </p:nvSpPr>
        <p:spPr>
          <a:xfrm>
            <a:off x="6181090" y="2587625"/>
            <a:ext cx="2651760" cy="292735"/>
          </a:xfrm>
          <a:prstGeom prst="rect">
            <a:avLst/>
          </a:prstGeom>
          <a:noFill/>
          <a:ln/>
        </p:spPr>
        <p:txBody>
          <a:bodyPr wrap="square" lIns="0" tIns="0" rIns="0" bIns="0" rtlCol="0" anchor="t"/>
          <a:lstStyle/>
          <a:p>
            <a:pPr algn="ctr" indent="0" marL="0">
              <a:buNone/>
            </a:pPr>
            <a:r>
              <a:rPr lang="en-US" sz="1250" b="1" dirty="0">
                <a:solidFill>
                  <a:srgbClr val="E9E2D2"/>
                </a:solidFill>
                <a:latin typeface="Malgun Gothic" pitchFamily="34" charset="0"/>
                <a:ea typeface="Malgun Gothic" pitchFamily="34" charset="-122"/>
                <a:cs typeface="Malgun Gothic" pitchFamily="34" charset="-120"/>
              </a:rPr>
              <a:t>설명되지 않은 손실</a:t>
            </a:r>
            <a:endParaRPr lang="en-US" sz="1250" dirty="0"/>
          </a:p>
        </p:txBody>
      </p:sp>
      <p:sp>
        <p:nvSpPr>
          <p:cNvPr id="16" name="Shape 14"/>
          <p:cNvSpPr/>
          <p:nvPr/>
        </p:nvSpPr>
        <p:spPr>
          <a:xfrm>
            <a:off x="8997950" y="2030095"/>
            <a:ext cx="2651760" cy="932815"/>
          </a:xfrm>
          <a:prstGeom prst="roundRect">
            <a:avLst>
              <a:gd name="adj" fmla="val 13725"/>
            </a:avLst>
          </a:prstGeom>
          <a:solidFill>
            <a:srgbClr val="B5654A"/>
          </a:solidFill>
          <a:ln w="12700">
            <a:solidFill>
              <a:srgbClr val="B5654A"/>
            </a:solidFill>
            <a:prstDash val="solid"/>
          </a:ln>
          <a:effectLst>
            <a:outerShdw sx="100000" sy="100000" kx="0" ky="0" algn="bl" rotWithShape="0" blurRad="101600" dist="25400" dir="5400000">
              <a:srgbClr val="8A7A5C">
                <a:alpha val="18000"/>
              </a:srgbClr>
            </a:outerShdw>
          </a:effectLst>
        </p:spPr>
      </p:sp>
      <p:sp>
        <p:nvSpPr>
          <p:cNvPr id="17" name="Text 15"/>
          <p:cNvSpPr txBox="1"/>
          <p:nvPr/>
        </p:nvSpPr>
        <p:spPr>
          <a:xfrm>
            <a:off x="8997950" y="2075815"/>
            <a:ext cx="2651760" cy="530225"/>
          </a:xfrm>
          <a:prstGeom prst="rect">
            <a:avLst/>
          </a:prstGeom>
          <a:noFill/>
          <a:ln/>
        </p:spPr>
        <p:txBody>
          <a:bodyPr wrap="square" lIns="0" tIns="0" rIns="0" bIns="0" rtlCol="0" anchor="ctr"/>
          <a:lstStyle/>
          <a:p>
            <a:pPr algn="ctr" indent="0" marL="0">
              <a:buNone/>
            </a:pPr>
            <a:r>
              <a:rPr lang="en-US" sz="2200" b="1" dirty="0">
                <a:solidFill>
                  <a:srgbClr val="FFFFFF"/>
                </a:solidFill>
                <a:latin typeface="Malgun Gothic" pitchFamily="34" charset="0"/>
                <a:ea typeface="Malgun Gothic" pitchFamily="34" charset="-122"/>
                <a:cs typeface="Malgun Gothic" pitchFamily="34" charset="-120"/>
              </a:rPr>
              <a:t>CHECK_PASSED</a:t>
            </a:r>
            <a:endParaRPr lang="en-US" sz="2200" dirty="0"/>
          </a:p>
        </p:txBody>
      </p:sp>
      <p:sp>
        <p:nvSpPr>
          <p:cNvPr id="18" name="Text 16"/>
          <p:cNvSpPr txBox="1"/>
          <p:nvPr/>
        </p:nvSpPr>
        <p:spPr>
          <a:xfrm>
            <a:off x="8997950" y="2587625"/>
            <a:ext cx="2651760" cy="292735"/>
          </a:xfrm>
          <a:prstGeom prst="rect">
            <a:avLst/>
          </a:prstGeom>
          <a:noFill/>
          <a:ln/>
        </p:spPr>
        <p:txBody>
          <a:bodyPr wrap="square" lIns="0" tIns="0" rIns="0" bIns="0" rtlCol="0" anchor="t"/>
          <a:lstStyle/>
          <a:p>
            <a:pPr algn="ctr" indent="0" marL="0">
              <a:buNone/>
            </a:pPr>
            <a:r>
              <a:rPr lang="en-US" sz="1250" b="1" dirty="0">
                <a:solidFill>
                  <a:srgbClr val="E9E2D2"/>
                </a:solidFill>
                <a:latin typeface="Malgun Gothic" pitchFamily="34" charset="0"/>
                <a:ea typeface="Malgun Gothic" pitchFamily="34" charset="-122"/>
                <a:cs typeface="Malgun Gothic" pitchFamily="34" charset="-120"/>
              </a:rPr>
              <a:t>DQ 감사 결과</a:t>
            </a:r>
            <a:endParaRPr lang="en-US" sz="1250" dirty="0"/>
          </a:p>
        </p:txBody>
      </p:sp>
      <p:sp>
        <p:nvSpPr>
          <p:cNvPr id="19" name="Text 17"/>
          <p:cNvSpPr txBox="1"/>
          <p:nvPr/>
        </p:nvSpPr>
        <p:spPr>
          <a:xfrm>
            <a:off x="548640" y="3127375"/>
            <a:ext cx="5486400" cy="311150"/>
          </a:xfrm>
          <a:prstGeom prst="rect">
            <a:avLst/>
          </a:prstGeom>
          <a:noFill/>
          <a:ln/>
        </p:spPr>
        <p:txBody>
          <a:bodyPr wrap="square" lIns="0" tIns="0" rIns="0" bIns="0" rtlCol="0" anchor="t"/>
          <a:lstStyle/>
          <a:p>
            <a:pPr indent="0" marL="0">
              <a:buNone/>
            </a:pPr>
            <a:r>
              <a:rPr lang="en-US" sz="1500" b="1" dirty="0">
                <a:solidFill>
                  <a:srgbClr val="B5654A"/>
                </a:solidFill>
                <a:latin typeface="Malgun Gothic" pitchFamily="34" charset="0"/>
                <a:ea typeface="Malgun Gothic" pitchFamily="34" charset="-122"/>
                <a:cs typeface="Malgun Gothic" pitchFamily="34" charset="-120"/>
              </a:rPr>
              <a:t>DQ 검증 요약</a:t>
            </a:r>
            <a:endParaRPr lang="en-US" sz="1500" dirty="0"/>
          </a:p>
        </p:txBody>
      </p:sp>
      <p:sp>
        <p:nvSpPr>
          <p:cNvPr id="21" name="Text 18"/>
          <p:cNvSpPr txBox="1"/>
          <p:nvPr/>
        </p:nvSpPr>
        <p:spPr>
          <a:xfrm>
            <a:off x="6199505" y="3127375"/>
            <a:ext cx="5486400" cy="311150"/>
          </a:xfrm>
          <a:prstGeom prst="rect">
            <a:avLst/>
          </a:prstGeom>
          <a:noFill/>
          <a:ln/>
        </p:spPr>
        <p:txBody>
          <a:bodyPr wrap="square" lIns="0" tIns="0" rIns="0" bIns="0" rtlCol="0" anchor="t"/>
          <a:lstStyle/>
          <a:p>
            <a:pPr indent="0" marL="0">
              <a:buNone/>
            </a:pPr>
            <a:r>
              <a:rPr lang="en-US" sz="1500" b="1" dirty="0">
                <a:solidFill>
                  <a:srgbClr val="B5654A"/>
                </a:solidFill>
                <a:latin typeface="Malgun Gothic" pitchFamily="34" charset="0"/>
                <a:ea typeface="Malgun Gothic" pitchFamily="34" charset="-122"/>
                <a:cs typeface="Malgun Gothic" pitchFamily="34" charset="-120"/>
              </a:rPr>
              <a:t>컬럼 변화 RAW → PROCESSED</a:t>
            </a:r>
            <a:endParaRPr lang="en-US" sz="1500" dirty="0"/>
          </a:p>
        </p:txBody>
      </p:sp>
      <p:sp>
        <p:nvSpPr>
          <p:cNvPr id="23" name="Text 19"/>
          <p:cNvSpPr txBox="1"/>
          <p:nvPr/>
        </p:nvSpPr>
        <p:spPr>
          <a:xfrm>
            <a:off x="548640" y="6053455"/>
            <a:ext cx="11064240" cy="274320"/>
          </a:xfrm>
          <a:prstGeom prst="rect">
            <a:avLst/>
          </a:prstGeom>
          <a:noFill/>
          <a:ln/>
        </p:spPr>
        <p:txBody>
          <a:bodyPr wrap="square" lIns="0" tIns="0" rIns="0" bIns="0" rtlCol="0" anchor="t"/>
          <a:lstStyle/>
          <a:p>
            <a:pPr indent="0" marL="0">
              <a:buNone/>
            </a:pPr>
            <a:r>
              <a:rPr lang="en-US" sz="1100" b="1" dirty="0">
                <a:solidFill>
                  <a:srgbClr val="5E5B52"/>
                </a:solidFill>
                <a:latin typeface="Malgun Gothic" pitchFamily="34" charset="0"/>
                <a:ea typeface="Malgun Gothic" pitchFamily="34" charset="-122"/>
                <a:cs typeface="Malgun Gothic" pitchFamily="34" charset="-120"/>
              </a:rPr>
              <a:t>기준: team-share/data/aed_raw.csv · M3_data_pipeline dataset_processors + dq_profiler 실행 (2026-09-29, 정제 약 4초)</a:t>
            </a:r>
            <a:endParaRPr lang="en-US" sz="1100" dirty="0"/>
          </a:p>
        </p:txBody>
      </p:sp>
      <p:sp>
        <p:nvSpPr>
          <p:cNvPr id="24" name="Text 20"/>
          <p:cNvSpPr txBox="1"/>
          <p:nvPr/>
        </p:nvSpPr>
        <p:spPr>
          <a:xfrm>
            <a:off x="548640" y="6446520"/>
            <a:ext cx="4572000" cy="228600"/>
          </a:xfrm>
          <a:prstGeom prst="rect">
            <a:avLst/>
          </a:prstGeom>
          <a:noFill/>
          <a:ln/>
        </p:spPr>
        <p:txBody>
          <a:bodyPr wrap="square" lIns="0" tIns="0" rIns="0" bIns="0" rtlCol="0" anchor="t"/>
          <a:lstStyle/>
          <a:p>
            <a:pPr indent="0" marL="0">
              <a:buNone/>
            </a:pPr>
            <a:r>
              <a:rPr lang="en-US" sz="900" b="1" spc="200" kern="0" dirty="0">
                <a:solidFill>
                  <a:srgbClr val="9A907C"/>
                </a:solidFill>
                <a:latin typeface="Malgun Gothic" pitchFamily="34" charset="0"/>
                <a:ea typeface="Malgun Gothic" pitchFamily="34" charset="-122"/>
                <a:cs typeface="Malgun Gothic" pitchFamily="34" charset="-120"/>
              </a:rPr>
              <a:t>WOOSIMWOONKKA · MY MOVE CLUB</a:t>
            </a:r>
            <a:endParaRPr lang="en-US" sz="900" dirty="0"/>
          </a:p>
        </p:txBody>
      </p:sp>
      <p:sp>
        <p:nvSpPr>
          <p:cNvPr id="25" name="Text 21"/>
          <p:cNvSpPr txBox="1"/>
          <p:nvPr/>
        </p:nvSpPr>
        <p:spPr>
          <a:xfrm>
            <a:off x="11182985" y="6446520"/>
            <a:ext cx="457200" cy="228600"/>
          </a:xfrm>
          <a:prstGeom prst="rect">
            <a:avLst/>
          </a:prstGeom>
          <a:noFill/>
          <a:ln/>
        </p:spPr>
        <p:txBody>
          <a:bodyPr wrap="square" lIns="0" tIns="0" rIns="0" bIns="0" rtlCol="0" anchor="t"/>
          <a:lstStyle/>
          <a:p>
            <a:pPr algn="r" indent="0" marL="0">
              <a:buNone/>
            </a:pPr>
            <a:r>
              <a:rPr lang="en-US" sz="900" b="1" dirty="0">
                <a:solidFill>
                  <a:srgbClr val="9A907C"/>
                </a:solidFill>
                <a:latin typeface="Malgun Gothic" pitchFamily="34" charset="0"/>
                <a:ea typeface="Malgun Gothic" pitchFamily="34" charset="-122"/>
                <a:cs typeface="Malgun Gothic" pitchFamily="34" charset="-120"/>
              </a:rPr>
              <a:t>23</a:t>
            </a:r>
            <a:endParaRPr lang="en-US" sz="900" dirty="0"/>
          </a:p>
        </p:txBody>
      </p:sp>
    </p:spTree>
  </p:cSld>
  <p:clrMapOvr>
    <a:masterClrMapping/>
  </p:clrMapOvr>
  <mc:AlternateContent xmlns:mc="http://schemas.openxmlformats.org/markup-compatibility/2006">
    <mc:Choice xmlns:p14="http://schemas.microsoft.com/office/powerpoint/2010/main" Requires="p14">
      <p:transition spd="slow" p14:dur="2000"/>
    </mc:Choice>
    <mc:Fallback>
      <p:transition spd="slow"/>
    </mc:Fallback>
  </mc:AlternateContent>
  <p:timing>
    <p:tnLst>
      <p:par>
        <p:cTn id="1" dur="indefinite" restart="never" nodeType="tmRoot"/>
      </p:par>
    </p:tnLst>
  </p:timing>
</p:sld>
</file>

<file path=ppt/slides/slide24.xml><?xml version="1.0" encoding="utf-8"?>
<p:sld xmlns:a="http://schemas.openxmlformats.org/drawingml/2006/main" xmlns:r="http://schemas.openxmlformats.org/officeDocument/2006/relationships" xmlns:p="http://schemas.openxmlformats.org/presentationml/2006/main">
  <p:cSld name="Slide 4">
    <p:bg>
      <p:bgPr>
        <a:solidFill>
          <a:srgbClr val="F7F1E6"/>
        </a:solidFill>
      </p:bgPr>
    </p:bg>
    <p:spTree>
      <p:nvGrpSpPr>
        <p:cNvPr id="1" name=""/>
        <p:cNvGrpSpPr/>
        <p:nvPr/>
      </p:nvGrpSpPr>
      <p:grpSpPr>
        <a:xfrm>
          <a:off x="0" y="0"/>
          <a:ext cx="0" cy="0"/>
          <a:chOff x="0" y="0"/>
          <a:chExt cx="0" cy="0"/>
        </a:xfrm>
      </p:grpSpPr>
      <p:sp>
        <p:nvSpPr>
          <p:cNvPr id="2" name="Shape 0"/>
          <p:cNvSpPr/>
          <p:nvPr/>
        </p:nvSpPr>
        <p:spPr>
          <a:xfrm>
            <a:off x="548640" y="384048"/>
            <a:ext cx="384048" cy="384048"/>
          </a:xfrm>
          <a:prstGeom prst="ellipse">
            <a:avLst/>
          </a:prstGeom>
          <a:solidFill>
            <a:srgbClr val="2E5A46"/>
          </a:solidFill>
          <a:ln w="12700">
            <a:solidFill>
              <a:srgbClr val="2E5A46"/>
            </a:solidFill>
            <a:prstDash val="solid"/>
          </a:ln>
        </p:spPr>
      </p:sp>
      <p:sp>
        <p:nvSpPr>
          <p:cNvPr id="3" name="Text 1"/>
          <p:cNvSpPr txBox="1"/>
          <p:nvPr/>
        </p:nvSpPr>
        <p:spPr>
          <a:xfrm>
            <a:off x="548640" y="38404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algun Gothic" pitchFamily="34" charset="0"/>
                <a:ea typeface="Malgun Gothic" pitchFamily="34" charset="-122"/>
                <a:cs typeface="Malgun Gothic" pitchFamily="34" charset="-120"/>
              </a:rPr>
              <a:t>08</a:t>
            </a:r>
            <a:endParaRPr lang="en-US" sz="1300" dirty="0"/>
          </a:p>
        </p:txBody>
      </p:sp>
      <p:sp>
        <p:nvSpPr>
          <p:cNvPr id="4" name="Text 2"/>
          <p:cNvSpPr txBox="1"/>
          <p:nvPr/>
        </p:nvSpPr>
        <p:spPr>
          <a:xfrm>
            <a:off x="1042416" y="384048"/>
            <a:ext cx="5486400" cy="384048"/>
          </a:xfrm>
          <a:prstGeom prst="rect">
            <a:avLst/>
          </a:prstGeom>
          <a:noFill/>
          <a:ln/>
        </p:spPr>
        <p:txBody>
          <a:bodyPr wrap="square" lIns="0" tIns="0" rIns="0" bIns="0" rtlCol="0" anchor="ctr"/>
          <a:lstStyle/>
          <a:p>
            <a:pPr indent="0" marL="0">
              <a:buNone/>
            </a:pPr>
            <a:r>
              <a:rPr lang="en-US" sz="1400" b="1" spc="200" kern="0" dirty="0">
                <a:solidFill>
                  <a:srgbClr val="B5654A"/>
                </a:solidFill>
                <a:latin typeface="Malgun Gothic" pitchFamily="34" charset="0"/>
                <a:ea typeface="Malgun Gothic" pitchFamily="34" charset="-122"/>
                <a:cs typeface="Malgun Gothic" pitchFamily="34" charset="-120"/>
              </a:rPr>
              <a:t>RESULT · 정상 · 실패 로그</a:t>
            </a:r>
            <a:endParaRPr lang="en-US" sz="1400" dirty="0"/>
          </a:p>
        </p:txBody>
      </p:sp>
      <p:sp>
        <p:nvSpPr>
          <p:cNvPr id="5" name="Text 3"/>
          <p:cNvSpPr txBox="1"/>
          <p:nvPr/>
        </p:nvSpPr>
        <p:spPr>
          <a:xfrm>
            <a:off x="548640" y="896112"/>
            <a:ext cx="11064240" cy="731520"/>
          </a:xfrm>
          <a:prstGeom prst="rect">
            <a:avLst/>
          </a:prstGeom>
          <a:noFill/>
          <a:ln/>
        </p:spPr>
        <p:txBody>
          <a:bodyPr wrap="square" lIns="0" tIns="0" rIns="0" bIns="0" rtlCol="0" anchor="ctr"/>
          <a:lstStyle/>
          <a:p>
            <a:pPr indent="0" marL="0">
              <a:buNone/>
            </a:pPr>
            <a:r>
              <a:rPr lang="en-US" sz="3400" b="1" dirty="0">
                <a:solidFill>
                  <a:srgbClr val="1E2621"/>
                </a:solidFill>
                <a:latin typeface="Malgun Gothic" pitchFamily="34" charset="0"/>
                <a:ea typeface="Malgun Gothic" pitchFamily="34" charset="-122"/>
                <a:cs typeface="Malgun Gothic" pitchFamily="34" charset="-120"/>
              </a:rPr>
              <a:t>성공도 실패도, 로그로 확인합니다</a:t>
            </a:r>
            <a:endParaRPr lang="en-US" sz="3400" dirty="0"/>
          </a:p>
        </p:txBody>
      </p:sp>
      <p:sp>
        <p:nvSpPr>
          <p:cNvPr id="6" name="Text 4"/>
          <p:cNvSpPr txBox="1"/>
          <p:nvPr/>
        </p:nvSpPr>
        <p:spPr>
          <a:xfrm>
            <a:off x="548640" y="1645920"/>
            <a:ext cx="2743200" cy="329184"/>
          </a:xfrm>
          <a:prstGeom prst="rect">
            <a:avLst/>
          </a:prstGeom>
          <a:noFill/>
          <a:ln/>
        </p:spPr>
        <p:txBody>
          <a:bodyPr wrap="square" lIns="0" tIns="0" rIns="0" bIns="0" rtlCol="0" anchor="t"/>
          <a:lstStyle/>
          <a:p>
            <a:pPr indent="0" marL="0">
              <a:buNone/>
            </a:pPr>
            <a:r>
              <a:rPr lang="en-US" sz="1600" b="1" dirty="0">
                <a:solidFill>
                  <a:srgbClr val="2E5A46"/>
                </a:solidFill>
                <a:latin typeface="Malgun Gothic" pitchFamily="34" charset="0"/>
                <a:ea typeface="Malgun Gothic" pitchFamily="34" charset="-122"/>
                <a:cs typeface="Malgun Gothic" pitchFamily="34" charset="-120"/>
              </a:rPr>
              <a:t>정상</a:t>
            </a:r>
            <a:endParaRPr lang="en-US" sz="1600" dirty="0"/>
          </a:p>
        </p:txBody>
      </p:sp>
      <p:sp>
        <p:nvSpPr>
          <p:cNvPr id="7" name="Shape 5"/>
          <p:cNvSpPr/>
          <p:nvPr/>
        </p:nvSpPr>
        <p:spPr>
          <a:xfrm>
            <a:off x="548640" y="2011680"/>
            <a:ext cx="5486400" cy="2148840"/>
          </a:xfrm>
          <a:prstGeom prst="roundRect">
            <a:avLst>
              <a:gd name="adj" fmla="val 5957"/>
            </a:avLst>
          </a:prstGeom>
          <a:solidFill>
            <a:srgbClr val="1B2621"/>
          </a:solidFill>
          <a:ln w="12700">
            <a:solidFill>
              <a:srgbClr val="1B2621"/>
            </a:solidFill>
            <a:prstDash val="solid"/>
          </a:ln>
          <a:effectLst>
            <a:outerShdw sx="100000" sy="100000" kx="0" ky="0" algn="bl" rotWithShape="0" blurRad="101600" dist="25400" dir="5400000">
              <a:srgbClr val="8A7A5C">
                <a:alpha val="18000"/>
              </a:srgbClr>
            </a:outerShdw>
          </a:effectLst>
        </p:spPr>
      </p:sp>
      <p:sp>
        <p:nvSpPr>
          <p:cNvPr id="8" name="Shape 6"/>
          <p:cNvSpPr/>
          <p:nvPr/>
        </p:nvSpPr>
        <p:spPr>
          <a:xfrm>
            <a:off x="731520" y="2176272"/>
            <a:ext cx="1554480" cy="329184"/>
          </a:xfrm>
          <a:prstGeom prst="roundRect">
            <a:avLst>
              <a:gd name="adj" fmla="val 50000"/>
            </a:avLst>
          </a:prstGeom>
          <a:solidFill>
            <a:srgbClr val="2E5A46"/>
          </a:solidFill>
          <a:ln w="12700">
            <a:solidFill>
              <a:srgbClr val="2E5A46"/>
            </a:solidFill>
            <a:prstDash val="solid"/>
          </a:ln>
        </p:spPr>
      </p:sp>
      <p:sp>
        <p:nvSpPr>
          <p:cNvPr id="9" name="Text 7"/>
          <p:cNvSpPr txBox="1"/>
          <p:nvPr/>
        </p:nvSpPr>
        <p:spPr>
          <a:xfrm>
            <a:off x="731520" y="2176272"/>
            <a:ext cx="1554480"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DQ AUDIT</a:t>
            </a:r>
            <a:endParaRPr lang="en-US" sz="1200" dirty="0"/>
          </a:p>
        </p:txBody>
      </p:sp>
      <p:sp>
        <p:nvSpPr>
          <p:cNvPr id="10" name="Text 8"/>
          <p:cNvSpPr txBox="1"/>
          <p:nvPr/>
        </p:nvSpPr>
        <p:spPr>
          <a:xfrm>
            <a:off x="777240" y="2615184"/>
            <a:ext cx="5074920" cy="1435608"/>
          </a:xfrm>
          <a:prstGeom prst="rect">
            <a:avLst/>
          </a:prstGeom>
          <a:noFill/>
          <a:ln/>
        </p:spPr>
        <p:txBody>
          <a:bodyPr wrap="square" lIns="0" tIns="0" rIns="0" bIns="0" rtlCol="0" anchor="t"/>
          <a:lstStyle/>
          <a:p>
            <a:pPr indent="0" marL="0">
              <a:lnSpc>
                <a:spcPct val="112000"/>
              </a:lnSpc>
              <a:buNone/>
            </a:pPr>
            <a:r>
              <a:rPr lang="en-US" sz="1150" b="1" dirty="0">
                <a:solidFill>
                  <a:srgbClr val="E9E2D2"/>
                </a:solidFill>
                <a:latin typeface="Malgun Gothic" pitchFamily="34" charset="0"/>
                <a:ea typeface="Malgun Gothic" pitchFamily="34" charset="-122"/>
                <a:cs typeface="Malgun Gothic" pitchFamily="34" charset="-120"/>
              </a:rPr>
              <a:t>[DATA QUALITY AUDIT] aed</a:t>
            </a:r>
            <a:endParaRPr lang="en-US" sz="1150" dirty="0"/>
          </a:p>
          <a:p>
            <a:pPr indent="0" marL="0">
              <a:lnSpc>
                <a:spcPct val="112000"/>
              </a:lnSpc>
              <a:buNone/>
            </a:pPr>
            <a:r>
              <a:rPr lang="en-US" sz="1150" b="1" dirty="0">
                <a:solidFill>
                  <a:srgbClr val="9FD4B3"/>
                </a:solidFill>
                <a:latin typeface="Malgun Gothic" pitchFamily="34" charset="0"/>
                <a:ea typeface="Malgun Gothic" pitchFamily="34" charset="-122"/>
                <a:cs typeface="Malgun Gothic" pitchFamily="34" charset="-120"/>
              </a:rPr>
              <a:t>row_tracking        missing=0 duplicate=0   PASS</a:t>
            </a:r>
            <a:endParaRPr lang="en-US" sz="1150" dirty="0"/>
          </a:p>
          <a:p>
            <a:pPr indent="0" marL="0">
              <a:lnSpc>
                <a:spcPct val="112000"/>
              </a:lnSpc>
              <a:buNone/>
            </a:pPr>
            <a:r>
              <a:rPr lang="en-US" sz="1150" b="1" dirty="0">
                <a:solidFill>
                  <a:srgbClr val="9FD4B3"/>
                </a:solidFill>
                <a:latin typeface="Malgun Gothic" pitchFamily="34" charset="0"/>
                <a:ea typeface="Malgun Gothic" pitchFamily="34" charset="-122"/>
                <a:cs typeface="Malgun Gothic" pitchFamily="34" charset="-120"/>
              </a:rPr>
              <a:t>row_reconciliation  63,863 → 63,863        PASS</a:t>
            </a:r>
            <a:endParaRPr lang="en-US" sz="1150" dirty="0"/>
          </a:p>
          <a:p>
            <a:pPr indent="0" marL="0">
              <a:lnSpc>
                <a:spcPct val="112000"/>
              </a:lnSpc>
              <a:buNone/>
            </a:pPr>
            <a:r>
              <a:rPr lang="en-US" sz="1150" b="1" dirty="0">
                <a:solidFill>
                  <a:srgbClr val="E9E2D2"/>
                </a:solidFill>
                <a:latin typeface="Malgun Gothic" pitchFamily="34" charset="0"/>
                <a:ea typeface="Malgun Gothic" pitchFamily="34" charset="-122"/>
                <a:cs typeface="Malgun Gothic" pitchFamily="34" charset="-120"/>
              </a:rPr>
              <a:t>raw=63863 removed=0 unexplained=0</a:t>
            </a:r>
            <a:endParaRPr lang="en-US" sz="1150" dirty="0"/>
          </a:p>
          <a:p>
            <a:pPr indent="0" marL="0">
              <a:lnSpc>
                <a:spcPct val="112000"/>
              </a:lnSpc>
              <a:buNone/>
            </a:pPr>
            <a:r>
              <a:rPr lang="en-US" sz="1150" b="1" dirty="0">
                <a:solidFill>
                  <a:srgbClr val="D9A441"/>
                </a:solidFill>
                <a:latin typeface="Malgun Gothic" pitchFamily="34" charset="0"/>
                <a:ea typeface="Malgun Gothic" pitchFamily="34" charset="-122"/>
                <a:cs typeface="Malgun Gothic" pitchFamily="34" charset="-120"/>
              </a:rPr>
              <a:t>감사 결과: CHECK_PASSED - 통과</a:t>
            </a:r>
            <a:endParaRPr lang="en-US" sz="1150" dirty="0"/>
          </a:p>
        </p:txBody>
      </p:sp>
      <p:sp>
        <p:nvSpPr>
          <p:cNvPr id="11" name="Shape 9"/>
          <p:cNvSpPr/>
          <p:nvPr/>
        </p:nvSpPr>
        <p:spPr>
          <a:xfrm>
            <a:off x="548640" y="4315968"/>
            <a:ext cx="5486400" cy="1188720"/>
          </a:xfrm>
          <a:prstGeom prst="roundRect">
            <a:avLst>
              <a:gd name="adj" fmla="val 10769"/>
            </a:avLst>
          </a:prstGeom>
          <a:solidFill>
            <a:srgbClr val="1B2621"/>
          </a:solidFill>
          <a:ln w="12700">
            <a:solidFill>
              <a:srgbClr val="1B2621"/>
            </a:solidFill>
            <a:prstDash val="solid"/>
          </a:ln>
          <a:effectLst>
            <a:outerShdw sx="100000" sy="100000" kx="0" ky="0" algn="bl" rotWithShape="0" blurRad="101600" dist="25400" dir="5400000">
              <a:srgbClr val="8A7A5C">
                <a:alpha val="18000"/>
              </a:srgbClr>
            </a:outerShdw>
          </a:effectLst>
        </p:spPr>
      </p:sp>
      <p:sp>
        <p:nvSpPr>
          <p:cNvPr id="12" name="Shape 10"/>
          <p:cNvSpPr/>
          <p:nvPr/>
        </p:nvSpPr>
        <p:spPr>
          <a:xfrm>
            <a:off x="731520" y="4480560"/>
            <a:ext cx="1554480" cy="329184"/>
          </a:xfrm>
          <a:prstGeom prst="roundRect">
            <a:avLst>
              <a:gd name="adj" fmla="val 50000"/>
            </a:avLst>
          </a:prstGeom>
          <a:solidFill>
            <a:srgbClr val="2E5A46"/>
          </a:solidFill>
          <a:ln w="12700">
            <a:solidFill>
              <a:srgbClr val="2E5A46"/>
            </a:solidFill>
            <a:prstDash val="solid"/>
          </a:ln>
        </p:spPr>
      </p:sp>
      <p:sp>
        <p:nvSpPr>
          <p:cNvPr id="13" name="Text 11"/>
          <p:cNvSpPr txBox="1"/>
          <p:nvPr/>
        </p:nvSpPr>
        <p:spPr>
          <a:xfrm>
            <a:off x="731520" y="4480560"/>
            <a:ext cx="1554480"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SELENIUM</a:t>
            </a:r>
            <a:endParaRPr lang="en-US" sz="1200" dirty="0"/>
          </a:p>
        </p:txBody>
      </p:sp>
      <p:sp>
        <p:nvSpPr>
          <p:cNvPr id="14" name="Text 12"/>
          <p:cNvSpPr txBox="1"/>
          <p:nvPr/>
        </p:nvSpPr>
        <p:spPr>
          <a:xfrm>
            <a:off x="777240" y="4919472"/>
            <a:ext cx="5074920" cy="475488"/>
          </a:xfrm>
          <a:prstGeom prst="rect">
            <a:avLst/>
          </a:prstGeom>
          <a:noFill/>
          <a:ln/>
        </p:spPr>
        <p:txBody>
          <a:bodyPr wrap="square" lIns="0" tIns="0" rIns="0" bIns="0" rtlCol="0" anchor="t"/>
          <a:lstStyle/>
          <a:p>
            <a:pPr indent="0" marL="0">
              <a:lnSpc>
                <a:spcPct val="112000"/>
              </a:lnSpc>
              <a:buNone/>
            </a:pPr>
            <a:r>
              <a:rPr lang="en-US" sz="1150" b="1" dirty="0">
                <a:solidFill>
                  <a:srgbClr val="9FD4B3"/>
                </a:solidFill>
                <a:latin typeface="Malgun Gothic" pitchFamily="34" charset="0"/>
                <a:ea typeface="Malgun Gothic" pitchFamily="34" charset="-122"/>
                <a:cs typeface="Malgun Gothic" pitchFamily="34" charset="-120"/>
              </a:rPr>
              <a:t>stage=run status=OK downloaded=6 raw_loaded_tables=6</a:t>
            </a:r>
            <a:endParaRPr lang="en-US" sz="1150" dirty="0"/>
          </a:p>
        </p:txBody>
      </p:sp>
      <p:sp>
        <p:nvSpPr>
          <p:cNvPr id="15" name="Text 13"/>
          <p:cNvSpPr txBox="1"/>
          <p:nvPr/>
        </p:nvSpPr>
        <p:spPr>
          <a:xfrm>
            <a:off x="6263640" y="1645920"/>
            <a:ext cx="2743200" cy="329184"/>
          </a:xfrm>
          <a:prstGeom prst="rect">
            <a:avLst/>
          </a:prstGeom>
          <a:noFill/>
          <a:ln/>
        </p:spPr>
        <p:txBody>
          <a:bodyPr wrap="square" lIns="0" tIns="0" rIns="0" bIns="0" rtlCol="0" anchor="t"/>
          <a:lstStyle/>
          <a:p>
            <a:pPr indent="0" marL="0">
              <a:buNone/>
            </a:pPr>
            <a:r>
              <a:rPr lang="en-US" sz="1600" b="1" dirty="0">
                <a:solidFill>
                  <a:srgbClr val="B5654A"/>
                </a:solidFill>
                <a:latin typeface="Malgun Gothic" pitchFamily="34" charset="0"/>
                <a:ea typeface="Malgun Gothic" pitchFamily="34" charset="-122"/>
                <a:cs typeface="Malgun Gothic" pitchFamily="34" charset="-120"/>
              </a:rPr>
              <a:t>실패</a:t>
            </a:r>
            <a:endParaRPr lang="en-US" sz="1600" dirty="0"/>
          </a:p>
        </p:txBody>
      </p:sp>
      <p:sp>
        <p:nvSpPr>
          <p:cNvPr id="16" name="Shape 14"/>
          <p:cNvSpPr/>
          <p:nvPr/>
        </p:nvSpPr>
        <p:spPr>
          <a:xfrm>
            <a:off x="6263640" y="2011680"/>
            <a:ext cx="5376672" cy="1737360"/>
          </a:xfrm>
          <a:prstGeom prst="roundRect">
            <a:avLst>
              <a:gd name="adj" fmla="val 7368"/>
            </a:avLst>
          </a:prstGeom>
          <a:solidFill>
            <a:srgbClr val="1B2621"/>
          </a:solidFill>
          <a:ln w="12700">
            <a:solidFill>
              <a:srgbClr val="1B2621"/>
            </a:solidFill>
            <a:prstDash val="solid"/>
          </a:ln>
          <a:effectLst>
            <a:outerShdw sx="100000" sy="100000" kx="0" ky="0" algn="bl" rotWithShape="0" blurRad="101600" dist="25400" dir="5400000">
              <a:srgbClr val="8A7A5C">
                <a:alpha val="18000"/>
              </a:srgbClr>
            </a:outerShdw>
          </a:effectLst>
        </p:spPr>
      </p:sp>
      <p:sp>
        <p:nvSpPr>
          <p:cNvPr id="17" name="Shape 15"/>
          <p:cNvSpPr/>
          <p:nvPr/>
        </p:nvSpPr>
        <p:spPr>
          <a:xfrm>
            <a:off x="6446520" y="2176272"/>
            <a:ext cx="1554480" cy="329184"/>
          </a:xfrm>
          <a:prstGeom prst="roundRect">
            <a:avLst>
              <a:gd name="adj" fmla="val 50000"/>
            </a:avLst>
          </a:prstGeom>
          <a:solidFill>
            <a:srgbClr val="B5654A"/>
          </a:solidFill>
          <a:ln w="12700">
            <a:solidFill>
              <a:srgbClr val="B5654A"/>
            </a:solidFill>
            <a:prstDash val="solid"/>
          </a:ln>
        </p:spPr>
      </p:sp>
      <p:sp>
        <p:nvSpPr>
          <p:cNvPr id="18" name="Text 16"/>
          <p:cNvSpPr txBox="1"/>
          <p:nvPr/>
        </p:nvSpPr>
        <p:spPr>
          <a:xfrm>
            <a:off x="6446520" y="2176272"/>
            <a:ext cx="1554480"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좌표 컬럼 누락</a:t>
            </a:r>
            <a:endParaRPr lang="en-US" sz="1200" dirty="0"/>
          </a:p>
        </p:txBody>
      </p:sp>
      <p:sp>
        <p:nvSpPr>
          <p:cNvPr id="19" name="Text 17"/>
          <p:cNvSpPr txBox="1"/>
          <p:nvPr/>
        </p:nvSpPr>
        <p:spPr>
          <a:xfrm>
            <a:off x="6492240" y="2615184"/>
            <a:ext cx="4965192" cy="1024128"/>
          </a:xfrm>
          <a:prstGeom prst="rect">
            <a:avLst/>
          </a:prstGeom>
          <a:noFill/>
          <a:ln/>
        </p:spPr>
        <p:txBody>
          <a:bodyPr wrap="square" lIns="0" tIns="0" rIns="0" bIns="0" rtlCol="0" anchor="t"/>
          <a:lstStyle/>
          <a:p>
            <a:pPr indent="0" marL="0">
              <a:lnSpc>
                <a:spcPct val="112000"/>
              </a:lnSpc>
              <a:buNone/>
            </a:pPr>
            <a:r>
              <a:rPr lang="en-US" sz="1150" b="1" dirty="0">
                <a:solidFill>
                  <a:srgbClr val="E9E2D2"/>
                </a:solidFill>
                <a:latin typeface="Malgun Gothic" pitchFamily="34" charset="0"/>
                <a:ea typeface="Malgun Gothic" pitchFamily="34" charset="-122"/>
                <a:cs typeface="Malgun Gothic" pitchFamily="34" charset="-120"/>
              </a:rPr>
              <a:t>[PROCESSOR ERROR] aed    RAW : 63,863건</a:t>
            </a:r>
            <a:endParaRPr lang="en-US" sz="1150" dirty="0"/>
          </a:p>
          <a:p>
            <a:pPr indent="0" marL="0">
              <a:lnSpc>
                <a:spcPct val="112000"/>
              </a:lnSpc>
              <a:buNone/>
            </a:pPr>
            <a:r>
              <a:rPr lang="en-US" sz="1150" b="1" dirty="0">
                <a:solidFill>
                  <a:srgbClr val="F2B8A2"/>
                </a:solidFill>
                <a:latin typeface="Malgun Gothic" pitchFamily="34" charset="0"/>
                <a:ea typeface="Malgun Gothic" pitchFamily="34" charset="-122"/>
                <a:cs typeface="Malgun Gothic" pitchFamily="34" charset="-120"/>
              </a:rPr>
              <a:t>오류      : 좌표 컬럼 누락: wgs84Lat</a:t>
            </a:r>
            <a:endParaRPr lang="en-US" sz="1150" dirty="0"/>
          </a:p>
          <a:p>
            <a:pPr indent="0" marL="0">
              <a:lnSpc>
                <a:spcPct val="112000"/>
              </a:lnSpc>
              <a:buNone/>
            </a:pPr>
            <a:r>
              <a:rPr lang="en-US" sz="1150" b="1" dirty="0">
                <a:solidFill>
                  <a:srgbClr val="D9A441"/>
                </a:solidFill>
                <a:latin typeface="Malgun Gothic" pitchFamily="34" charset="0"/>
                <a:ea typeface="Malgun Gothic" pitchFamily="34" charset="-122"/>
                <a:cs typeface="Malgun Gothic" pitchFamily="34" charset="-120"/>
              </a:rPr>
              <a:t>PROCESSED : 적재 안 함</a:t>
            </a:r>
            <a:endParaRPr lang="en-US" sz="1150" dirty="0"/>
          </a:p>
        </p:txBody>
      </p:sp>
      <p:sp>
        <p:nvSpPr>
          <p:cNvPr id="20" name="Shape 18"/>
          <p:cNvSpPr/>
          <p:nvPr/>
        </p:nvSpPr>
        <p:spPr>
          <a:xfrm>
            <a:off x="6263640" y="3886200"/>
            <a:ext cx="5376672" cy="1618488"/>
          </a:xfrm>
          <a:prstGeom prst="roundRect">
            <a:avLst>
              <a:gd name="adj" fmla="val 7910"/>
            </a:avLst>
          </a:prstGeom>
          <a:solidFill>
            <a:srgbClr val="1B2621"/>
          </a:solidFill>
          <a:ln w="12700">
            <a:solidFill>
              <a:srgbClr val="1B2621"/>
            </a:solidFill>
            <a:prstDash val="solid"/>
          </a:ln>
          <a:effectLst>
            <a:outerShdw sx="100000" sy="100000" kx="0" ky="0" algn="bl" rotWithShape="0" blurRad="101600" dist="25400" dir="5400000">
              <a:srgbClr val="8A7A5C">
                <a:alpha val="18000"/>
              </a:srgbClr>
            </a:outerShdw>
          </a:effectLst>
        </p:spPr>
      </p:sp>
      <p:sp>
        <p:nvSpPr>
          <p:cNvPr id="21" name="Shape 19"/>
          <p:cNvSpPr/>
          <p:nvPr/>
        </p:nvSpPr>
        <p:spPr>
          <a:xfrm>
            <a:off x="6446520" y="4050792"/>
            <a:ext cx="1554480" cy="329184"/>
          </a:xfrm>
          <a:prstGeom prst="roundRect">
            <a:avLst>
              <a:gd name="adj" fmla="val 50000"/>
            </a:avLst>
          </a:prstGeom>
          <a:solidFill>
            <a:srgbClr val="B5654A"/>
          </a:solidFill>
          <a:ln w="12700">
            <a:solidFill>
              <a:srgbClr val="B5654A"/>
            </a:solidFill>
            <a:prstDash val="solid"/>
          </a:ln>
        </p:spPr>
      </p:sp>
      <p:sp>
        <p:nvSpPr>
          <p:cNvPr id="22" name="Text 20"/>
          <p:cNvSpPr txBox="1"/>
          <p:nvPr/>
        </p:nvSpPr>
        <p:spPr>
          <a:xfrm>
            <a:off x="6446520" y="4050792"/>
            <a:ext cx="1554480"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결과 0건</a:t>
            </a:r>
            <a:endParaRPr lang="en-US" sz="1200" dirty="0"/>
          </a:p>
        </p:txBody>
      </p:sp>
      <p:sp>
        <p:nvSpPr>
          <p:cNvPr id="23" name="Text 21"/>
          <p:cNvSpPr txBox="1"/>
          <p:nvPr/>
        </p:nvSpPr>
        <p:spPr>
          <a:xfrm>
            <a:off x="6492240" y="4489704"/>
            <a:ext cx="4965192" cy="905256"/>
          </a:xfrm>
          <a:prstGeom prst="rect">
            <a:avLst/>
          </a:prstGeom>
          <a:noFill/>
          <a:ln/>
        </p:spPr>
        <p:txBody>
          <a:bodyPr wrap="square" lIns="0" tIns="0" rIns="0" bIns="0" rtlCol="0" anchor="t"/>
          <a:lstStyle/>
          <a:p>
            <a:pPr indent="0" marL="0">
              <a:lnSpc>
                <a:spcPct val="112000"/>
              </a:lnSpc>
              <a:buNone/>
            </a:pPr>
            <a:r>
              <a:rPr lang="en-US" sz="1150" b="1" dirty="0">
                <a:solidFill>
                  <a:srgbClr val="E9E2D2"/>
                </a:solidFill>
                <a:latin typeface="Malgun Gothic" pitchFamily="34" charset="0"/>
                <a:ea typeface="Malgun Gothic" pitchFamily="34" charset="-122"/>
                <a:cs typeface="Malgun Gothic" pitchFamily="34" charset="-120"/>
              </a:rPr>
              <a:t>[PROCESSOR ERROR] aed    RAW : 50건</a:t>
            </a:r>
            <a:endParaRPr lang="en-US" sz="1150" dirty="0"/>
          </a:p>
          <a:p>
            <a:pPr indent="0" marL="0">
              <a:lnSpc>
                <a:spcPct val="112000"/>
              </a:lnSpc>
              <a:buNone/>
            </a:pPr>
            <a:r>
              <a:rPr lang="en-US" sz="1150" b="1" dirty="0">
                <a:solidFill>
                  <a:srgbClr val="F2B8A2"/>
                </a:solidFill>
                <a:latin typeface="Malgun Gothic" pitchFamily="34" charset="0"/>
                <a:ea typeface="Malgun Gothic" pitchFamily="34" charset="-122"/>
                <a:cs typeface="Malgun Gothic" pitchFamily="34" charset="-120"/>
              </a:rPr>
              <a:t>PROCESSED : 0건 · 상태 : 정제 결과 없음</a:t>
            </a:r>
            <a:endParaRPr lang="en-US" sz="1150" dirty="0"/>
          </a:p>
          <a:p>
            <a:pPr indent="0" marL="0">
              <a:lnSpc>
                <a:spcPct val="112000"/>
              </a:lnSpc>
              <a:buNone/>
            </a:pPr>
            <a:r>
              <a:rPr lang="en-US" sz="1150" b="1" dirty="0">
                <a:solidFill>
                  <a:srgbClr val="D9A441"/>
                </a:solidFill>
                <a:latin typeface="Malgun Gothic" pitchFamily="34" charset="0"/>
                <a:ea typeface="Malgun Gothic" pitchFamily="34" charset="-122"/>
                <a:cs typeface="Malgun Gothic" pitchFamily="34" charset="-120"/>
              </a:rPr>
              <a:t>기존 processed : 유지</a:t>
            </a:r>
            <a:endParaRPr lang="en-US" sz="1150" dirty="0"/>
          </a:p>
        </p:txBody>
      </p:sp>
      <p:sp>
        <p:nvSpPr>
          <p:cNvPr id="24" name="Text 22"/>
          <p:cNvSpPr txBox="1"/>
          <p:nvPr/>
        </p:nvSpPr>
        <p:spPr>
          <a:xfrm>
            <a:off x="548640" y="5715000"/>
            <a:ext cx="11064240" cy="502920"/>
          </a:xfrm>
          <a:prstGeom prst="rect">
            <a:avLst/>
          </a:prstGeom>
          <a:noFill/>
          <a:ln/>
        </p:spPr>
        <p:txBody>
          <a:bodyPr wrap="square" lIns="0" tIns="0" rIns="0" bIns="0" rtlCol="0" anchor="t"/>
          <a:lstStyle/>
          <a:p>
            <a:pPr indent="0" marL="0">
              <a:buNone/>
            </a:pPr>
            <a:r>
              <a:rPr lang="en-US" sz="1100" b="1" dirty="0">
                <a:solidFill>
                  <a:srgbClr val="5E5B52"/>
                </a:solidFill>
                <a:latin typeface="Malgun Gothic" pitchFamily="34" charset="0"/>
                <a:ea typeface="Malgun Gothic" pitchFamily="34" charset="-122"/>
                <a:cs typeface="Malgun Gothic" pitchFamily="34" charset="-120"/>
              </a:rPr>
              <a:t>정상 로그: AED 원본 실제 실행 (DQ 보고서 요약) · Selenium: 팀 실행 로그 · 실패 로그: 좌표 컬럼 삭제 / 좌표 전부 범위 밖으로 만든 테스트 입력으로 재현</a:t>
            </a:r>
            <a:endParaRPr lang="en-US" sz="1100" dirty="0"/>
          </a:p>
        </p:txBody>
      </p:sp>
      <p:sp>
        <p:nvSpPr>
          <p:cNvPr id="25" name="Text 23"/>
          <p:cNvSpPr txBox="1"/>
          <p:nvPr/>
        </p:nvSpPr>
        <p:spPr>
          <a:xfrm>
            <a:off x="548640" y="6446520"/>
            <a:ext cx="4572000" cy="228600"/>
          </a:xfrm>
          <a:prstGeom prst="rect">
            <a:avLst/>
          </a:prstGeom>
          <a:noFill/>
          <a:ln/>
        </p:spPr>
        <p:txBody>
          <a:bodyPr wrap="square" lIns="0" tIns="0" rIns="0" bIns="0" rtlCol="0" anchor="t"/>
          <a:lstStyle/>
          <a:p>
            <a:pPr indent="0" marL="0">
              <a:buNone/>
            </a:pPr>
            <a:r>
              <a:rPr lang="en-US" sz="900" b="1" spc="200" kern="0" dirty="0">
                <a:solidFill>
                  <a:srgbClr val="9A907C"/>
                </a:solidFill>
                <a:latin typeface="Malgun Gothic" pitchFamily="34" charset="0"/>
                <a:ea typeface="Malgun Gothic" pitchFamily="34" charset="-122"/>
                <a:cs typeface="Malgun Gothic" pitchFamily="34" charset="-120"/>
              </a:rPr>
              <a:t>WOOSIMWOONKKA · MY MOVE CLUB</a:t>
            </a:r>
            <a:endParaRPr lang="en-US" sz="900" dirty="0"/>
          </a:p>
        </p:txBody>
      </p:sp>
      <p:sp>
        <p:nvSpPr>
          <p:cNvPr id="26" name="Text 24"/>
          <p:cNvSpPr txBox="1"/>
          <p:nvPr/>
        </p:nvSpPr>
        <p:spPr>
          <a:xfrm>
            <a:off x="11183112" y="6446520"/>
            <a:ext cx="457200" cy="228600"/>
          </a:xfrm>
          <a:prstGeom prst="rect">
            <a:avLst/>
          </a:prstGeom>
          <a:noFill/>
          <a:ln/>
        </p:spPr>
        <p:txBody>
          <a:bodyPr wrap="square" lIns="0" tIns="0" rIns="0" bIns="0" rtlCol="0" anchor="t"/>
          <a:lstStyle/>
          <a:p>
            <a:pPr algn="r" indent="0" marL="0">
              <a:buNone/>
            </a:pPr>
            <a:r>
              <a:rPr lang="en-US" sz="900" b="1" dirty="0">
                <a:solidFill>
                  <a:srgbClr val="9A907C"/>
                </a:solidFill>
                <a:latin typeface="Malgun Gothic" pitchFamily="34" charset="0"/>
                <a:ea typeface="Malgun Gothic" pitchFamily="34" charset="-122"/>
                <a:cs typeface="Malgun Gothic"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xmlns:p14="http://schemas.microsoft.com/office/powerpoint/2010/main">
  <p:cSld name="">
    <p:bg>
      <p:bgPr>
        <a:solidFill>
          <a:srgbClr val="F7F1E6"/>
        </a:solidFill>
      </p:bgPr>
    </p:bg>
    <p:spTree>
      <p:nvGrpSpPr>
        <p:cNvPr id="1" name=""/>
        <p:cNvGrpSpPr/>
        <p:nvPr/>
      </p:nvGrpSpPr>
      <p:grpSpPr>
        <a:xfrm>
          <a:off x="0" y="0"/>
          <a:ext cx="0" cy="0"/>
          <a:chOff x="0" y="0"/>
          <a:chExt cx="0" cy="0"/>
        </a:xfrm>
      </p:grpSpPr>
      <p:sp>
        <p:nvSpPr>
          <p:cNvPr id="2" name="Shape 0"/>
          <p:cNvSpPr/>
          <p:nvPr/>
        </p:nvSpPr>
        <p:spPr>
          <a:xfrm>
            <a:off x="548640" y="384175"/>
            <a:ext cx="384175" cy="384175"/>
          </a:xfrm>
          <a:prstGeom prst="ellipse">
            <a:avLst/>
          </a:prstGeom>
          <a:solidFill>
            <a:srgbClr val="2E5A46"/>
          </a:solidFill>
          <a:ln w="12700">
            <a:solidFill>
              <a:srgbClr val="2E5A46"/>
            </a:solidFill>
            <a:prstDash val="solid"/>
          </a:ln>
        </p:spPr>
        <p:txBody>
          <a:bodyPr/>
          <a:p/>
        </p:txBody>
      </p:sp>
      <p:sp>
        <p:nvSpPr>
          <p:cNvPr id="3" name="Text 1"/>
          <p:cNvSpPr txBox="1"/>
          <p:nvPr/>
        </p:nvSpPr>
        <p:spPr>
          <a:xfrm>
            <a:off x="548640" y="384175"/>
            <a:ext cx="384175" cy="384175"/>
          </a:xfrm>
          <a:prstGeom prst="rect">
            <a:avLst/>
          </a:prstGeom>
          <a:noFill/>
          <a:ln/>
        </p:spPr>
        <p:txBody>
          <a:bodyPr wrap="square" lIns="0" tIns="0" rIns="0" bIns="0" rtlCol="0" anchor="ctr"/>
          <a:lstStyle/>
          <a:p>
            <a:pPr algn="ctr" indent="0" marL="0">
              <a:buNone/>
            </a:pPr>
            <a:r>
              <a:rPr lang="en-US" sz="1300" b="1" dirty="0">
                <a:solidFill>
                  <a:srgbClr val="FFFFFF"/>
                </a:solidFill>
                <a:latin typeface="Malgun Gothic" pitchFamily="34" charset="0"/>
                <a:ea typeface="Malgun Gothic" pitchFamily="34" charset="-122"/>
                <a:cs typeface="Malgun Gothic" pitchFamily="34" charset="-120"/>
              </a:rPr>
              <a:t>08</a:t>
            </a:r>
            <a:endParaRPr lang="en-US" sz="1300" dirty="0"/>
          </a:p>
        </p:txBody>
      </p:sp>
      <p:sp>
        <p:nvSpPr>
          <p:cNvPr id="4" name="Text 2"/>
          <p:cNvSpPr txBox="1"/>
          <p:nvPr/>
        </p:nvSpPr>
        <p:spPr>
          <a:xfrm>
            <a:off x="1042670" y="384175"/>
            <a:ext cx="5486400" cy="384175"/>
          </a:xfrm>
          <a:prstGeom prst="rect">
            <a:avLst/>
          </a:prstGeom>
          <a:noFill/>
          <a:ln/>
        </p:spPr>
        <p:txBody>
          <a:bodyPr wrap="square" lIns="0" tIns="0" rIns="0" bIns="0" rtlCol="0" anchor="ctr"/>
          <a:lstStyle/>
          <a:p>
            <a:pPr indent="0" marL="0">
              <a:buNone/>
            </a:pPr>
            <a:r>
              <a:rPr lang="en-US" sz="1400" b="1" spc="200" kern="0" dirty="0">
                <a:solidFill>
                  <a:srgbClr val="B5654A"/>
                </a:solidFill>
                <a:latin typeface="Malgun Gothic" pitchFamily="34" charset="0"/>
                <a:ea typeface="Malgun Gothic" pitchFamily="34" charset="-122"/>
                <a:cs typeface="Malgun Gothic" pitchFamily="34" charset="-120"/>
              </a:rPr>
              <a:t>RESULT · 정제된 데이터</a:t>
            </a:r>
            <a:endParaRPr lang="en-US" sz="1400" dirty="0"/>
          </a:p>
        </p:txBody>
      </p:sp>
      <p:sp>
        <p:nvSpPr>
          <p:cNvPr id="5" name="Text 3"/>
          <p:cNvSpPr txBox="1"/>
          <p:nvPr/>
        </p:nvSpPr>
        <p:spPr>
          <a:xfrm>
            <a:off x="548640" y="895985"/>
            <a:ext cx="11064240" cy="731520"/>
          </a:xfrm>
          <a:prstGeom prst="rect">
            <a:avLst/>
          </a:prstGeom>
          <a:noFill/>
          <a:ln/>
        </p:spPr>
        <p:txBody>
          <a:bodyPr wrap="square" lIns="0" tIns="0" rIns="0" bIns="0" rtlCol="0" anchor="ctr"/>
          <a:lstStyle/>
          <a:p>
            <a:pPr indent="0" marL="0">
              <a:buNone/>
            </a:pPr>
            <a:r>
              <a:rPr lang="en-US" sz="3400" b="1" dirty="0">
                <a:solidFill>
                  <a:srgbClr val="1E2621"/>
                </a:solidFill>
                <a:latin typeface="Malgun Gothic" pitchFamily="34" charset="0"/>
                <a:ea typeface="Malgun Gothic" pitchFamily="34" charset="-122"/>
                <a:cs typeface="Malgun Gothic" pitchFamily="34" charset="-120"/>
              </a:rPr>
              <a:t>정제된 데이터는 이렇게 저장됩니다</a:t>
            </a:r>
            <a:endParaRPr lang="en-US" sz="3400" dirty="0"/>
          </a:p>
        </p:txBody>
      </p:sp>
      <p:sp>
        <p:nvSpPr>
          <p:cNvPr id="6" name="Text 4"/>
          <p:cNvSpPr txBox="1"/>
          <p:nvPr/>
        </p:nvSpPr>
        <p:spPr>
          <a:xfrm>
            <a:off x="548640" y="1718945"/>
            <a:ext cx="7315200" cy="311150"/>
          </a:xfrm>
          <a:prstGeom prst="rect">
            <a:avLst/>
          </a:prstGeom>
          <a:noFill/>
          <a:ln/>
        </p:spPr>
        <p:txBody>
          <a:bodyPr wrap="square" lIns="0" tIns="0" rIns="0" bIns="0" rtlCol="0" anchor="t"/>
          <a:lstStyle/>
          <a:p>
            <a:pPr indent="0" marL="0">
              <a:buNone/>
            </a:pPr>
            <a:r>
              <a:rPr lang="en-US" sz="1500" b="1" dirty="0">
                <a:solidFill>
                  <a:srgbClr val="B5654A"/>
                </a:solidFill>
                <a:latin typeface="Malgun Gothic" pitchFamily="34" charset="0"/>
                <a:ea typeface="Malgun Gothic" pitchFamily="34" charset="-122"/>
                <a:cs typeface="Malgun Gothic" pitchFamily="34" charset="-120"/>
              </a:rPr>
              <a:t>processed · AED 샘플 6행 (시도별 1행)</a:t>
            </a:r>
            <a:endParaRPr lang="en-US" sz="15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2084832"/>
          <a:ext cx="7269480" cy="914400"/>
        </p:xfrm>
        <a:graphic>
          <a:graphicData uri="http://schemas.openxmlformats.org/drawingml/2006/table">
            <a:tbl>
              <a:tblPr/>
              <a:tblGrid>
                <a:gridCol w="1234440"/>
                <a:gridCol w="914400"/>
                <a:gridCol w="1600200"/>
                <a:gridCol w="1097280"/>
                <a:gridCol w="1005840"/>
                <a:gridCol w="685800"/>
                <a:gridCol w="731520"/>
              </a:tblGrid>
              <a:tr h="457200">
                <a:tc>
                  <a:txBody>
                    <a:bodyPr/>
                    <a:lstStyle/>
                    <a:p>
                      <a:pPr algn="ctr" indent="0" marL="0">
                        <a:buNone/>
                      </a:pPr>
                      <a:r>
                        <a:rPr lang="en-US" sz="1250" b="1" dirty="0">
                          <a:solidFill>
                            <a:srgbClr val="FFFFFF"/>
                          </a:solidFill>
                          <a:latin typeface="Malgun Gothic" pitchFamily="34" charset="0"/>
                          <a:ea typeface="Malgun Gothic" pitchFamily="34" charset="-122"/>
                          <a:cs typeface="Malgun Gothic" pitchFamily="34" charset="-120"/>
                        </a:rPr>
                        <a:t>시도</a:t>
                      </a:r>
                      <a:endParaRPr lang="en-US" sz="1250" dirty="0">
                        <a:latin typeface="Malgun Gothic" charset="0"/>
                        <a:ea typeface="Malgun Gothic" charset="0"/>
                        <a:cs typeface="Malgun Gothic" charset="0"/>
                      </a:endParaRPr>
                    </a:p>
                  </a:txBody>
                  <a:tcPr marL="54864" marR="54864" marT="27432" marB="27432" anchor="ctr">
                    <a:lnL w="12700" cap="flat" cmpd="sng" algn="ctr">
                      <a:solidFill>
                        <a:srgbClr val="D8CBB2"/>
                      </a:solidFill>
                      <a:prstDash val="solid"/>
                      <a:round/>
                      <a:headEnd type="none" w="med" len="med"/>
                      <a:tailEnd type="none" w="med" len="med"/>
                    </a:lnL>
                    <a:lnR w="12700" cap="flat" cmpd="sng" algn="ctr">
                      <a:solidFill>
                        <a:srgbClr val="D8CBB2"/>
                      </a:solidFill>
                      <a:prstDash val="solid"/>
                      <a:round/>
                      <a:headEnd type="none" w="med" len="med"/>
                      <a:tailEnd type="none" w="med" len="med"/>
                    </a:lnR>
                    <a:lnT w="12700" cap="flat" cmpd="sng" algn="ctr">
                      <a:solidFill>
                        <a:srgbClr val="D8CBB2"/>
                      </a:solidFill>
                      <a:prstDash val="solid"/>
                      <a:round/>
                      <a:headEnd type="none" w="med" len="med"/>
                      <a:tailEnd type="none" w="med" len="med"/>
                    </a:lnT>
                    <a:lnB w="12700" cap="flat" cmpd="sng" algn="ctr">
                      <a:solidFill>
                        <a:srgbClr val="D8CBB2"/>
                      </a:solidFill>
                      <a:prstDash val="solid"/>
                      <a:round/>
                      <a:headEnd type="none" w="med" len="med"/>
                      <a:tailEnd type="none" w="med" len="med"/>
                    </a:lnB>
                    <a:solidFill>
                      <a:srgbClr val="2E5A46"/>
                    </a:solidFill>
                  </a:tcPr>
                </a:tc>
                <a:tc>
                  <a:txBody>
                    <a:bodyPr/>
                    <a:lstStyle/>
                    <a:p>
                      <a:pPr algn="ctr" indent="0" marL="0">
                        <a:buNone/>
                      </a:pPr>
                      <a:r>
                        <a:rPr lang="en-US" sz="1250" b="1" dirty="0">
                          <a:solidFill>
                            <a:srgbClr val="FFFFFF"/>
                          </a:solidFill>
                          <a:latin typeface="Malgun Gothic" pitchFamily="34" charset="0"/>
                          <a:ea typeface="Malgun Gothic" pitchFamily="34" charset="-122"/>
                          <a:cs typeface="Malgun Gothic" pitchFamily="34" charset="-120"/>
                        </a:rPr>
                        <a:t>시군구</a:t>
                      </a:r>
                      <a:endParaRPr lang="en-US" sz="1250" dirty="0">
                        <a:latin typeface="Malgun Gothic" charset="0"/>
                        <a:ea typeface="Malgun Gothic" charset="0"/>
                        <a:cs typeface="Malgun Gothic" charset="0"/>
                      </a:endParaRPr>
                    </a:p>
                  </a:txBody>
                  <a:tcPr marL="54864" marR="54864" marT="27432" marB="27432" anchor="ctr">
                    <a:lnL w="12700" cap="flat" cmpd="sng" algn="ctr">
                      <a:solidFill>
                        <a:srgbClr val="D8CBB2"/>
                      </a:solidFill>
                      <a:prstDash val="solid"/>
                      <a:round/>
                      <a:headEnd type="none" w="med" len="med"/>
                      <a:tailEnd type="none" w="med" len="med"/>
                    </a:lnL>
                    <a:lnR w="12700" cap="flat" cmpd="sng" algn="ctr">
                      <a:solidFill>
                        <a:srgbClr val="D8CBB2"/>
                      </a:solidFill>
                      <a:prstDash val="solid"/>
                      <a:round/>
                      <a:headEnd type="none" w="med" len="med"/>
                      <a:tailEnd type="none" w="med" len="med"/>
                    </a:lnR>
                    <a:lnT w="12700" cap="flat" cmpd="sng" algn="ctr">
                      <a:solidFill>
                        <a:srgbClr val="D8CBB2"/>
                      </a:solidFill>
                      <a:prstDash val="solid"/>
                      <a:round/>
                      <a:headEnd type="none" w="med" len="med"/>
                      <a:tailEnd type="none" w="med" len="med"/>
                    </a:lnT>
                    <a:lnB w="12700" cap="flat" cmpd="sng" algn="ctr">
                      <a:solidFill>
                        <a:srgbClr val="D8CBB2"/>
                      </a:solidFill>
                      <a:prstDash val="solid"/>
                      <a:round/>
                      <a:headEnd type="none" w="med" len="med"/>
                      <a:tailEnd type="none" w="med" len="med"/>
                    </a:lnB>
                    <a:solidFill>
                      <a:srgbClr val="2E5A46"/>
                    </a:solidFill>
                  </a:tcPr>
                </a:tc>
                <a:tc>
                  <a:txBody>
                    <a:bodyPr/>
                    <a:lstStyle/>
                    <a:p>
                      <a:pPr algn="ctr" indent="0" marL="0">
                        <a:buNone/>
                      </a:pPr>
                      <a:r>
                        <a:rPr lang="en-US" sz="1250" b="1" dirty="0">
                          <a:solidFill>
                            <a:srgbClr val="FFFFFF"/>
                          </a:solidFill>
                          <a:latin typeface="Malgun Gothic" pitchFamily="34" charset="0"/>
                          <a:ea typeface="Malgun Gothic" pitchFamily="34" charset="-122"/>
                          <a:cs typeface="Malgun Gothic" pitchFamily="34" charset="-120"/>
                        </a:rPr>
                        <a:t>설치기관</a:t>
                      </a:r>
                      <a:endParaRPr lang="en-US" sz="1250" dirty="0">
                        <a:latin typeface="Malgun Gothic" charset="0"/>
                        <a:ea typeface="Malgun Gothic" charset="0"/>
                        <a:cs typeface="Malgun Gothic" charset="0"/>
                      </a:endParaRPr>
                    </a:p>
                  </a:txBody>
                  <a:tcPr marL="54864" marR="54864" marT="27432" marB="27432" anchor="ctr">
                    <a:lnL w="12700" cap="flat" cmpd="sng" algn="ctr">
                      <a:solidFill>
                        <a:srgbClr val="D8CBB2"/>
                      </a:solidFill>
                      <a:prstDash val="solid"/>
                      <a:round/>
                      <a:headEnd type="none" w="med" len="med"/>
                      <a:tailEnd type="none" w="med" len="med"/>
                    </a:lnL>
                    <a:lnR w="12700" cap="flat" cmpd="sng" algn="ctr">
                      <a:solidFill>
                        <a:srgbClr val="D8CBB2"/>
                      </a:solidFill>
                      <a:prstDash val="solid"/>
                      <a:round/>
                      <a:headEnd type="none" w="med" len="med"/>
                      <a:tailEnd type="none" w="med" len="med"/>
                    </a:lnR>
                    <a:lnT w="12700" cap="flat" cmpd="sng" algn="ctr">
                      <a:solidFill>
                        <a:srgbClr val="D8CBB2"/>
                      </a:solidFill>
                      <a:prstDash val="solid"/>
                      <a:round/>
                      <a:headEnd type="none" w="med" len="med"/>
                      <a:tailEnd type="none" w="med" len="med"/>
                    </a:lnT>
                    <a:lnB w="12700" cap="flat" cmpd="sng" algn="ctr">
                      <a:solidFill>
                        <a:srgbClr val="D8CBB2"/>
                      </a:solidFill>
                      <a:prstDash val="solid"/>
                      <a:round/>
                      <a:headEnd type="none" w="med" len="med"/>
                      <a:tailEnd type="none" w="med" len="med"/>
                    </a:lnB>
                    <a:solidFill>
                      <a:srgbClr val="2E5A46"/>
                    </a:solidFill>
                  </a:tcPr>
                </a:tc>
                <a:tc>
                  <a:txBody>
                    <a:bodyPr/>
                    <a:lstStyle/>
                    <a:p>
                      <a:pPr algn="ctr" indent="0" marL="0">
                        <a:buNone/>
                      </a:pPr>
                      <a:r>
                        <a:rPr lang="en-US" sz="1250" b="1" dirty="0">
                          <a:solidFill>
                            <a:srgbClr val="FFFFFF"/>
                          </a:solidFill>
                          <a:latin typeface="Malgun Gothic" pitchFamily="34" charset="0"/>
                          <a:ea typeface="Malgun Gothic" pitchFamily="34" charset="-122"/>
                          <a:cs typeface="Malgun Gothic" pitchFamily="34" charset="-120"/>
                        </a:rPr>
                        <a:t>설치위치</a:t>
                      </a:r>
                      <a:endParaRPr lang="en-US" sz="1250" dirty="0">
                        <a:latin typeface="Malgun Gothic" charset="0"/>
                        <a:ea typeface="Malgun Gothic" charset="0"/>
                        <a:cs typeface="Malgun Gothic" charset="0"/>
                      </a:endParaRPr>
                    </a:p>
                  </a:txBody>
                  <a:tcPr marL="54864" marR="54864" marT="27432" marB="27432" anchor="ctr">
                    <a:lnL w="12700" cap="flat" cmpd="sng" algn="ctr">
                      <a:solidFill>
                        <a:srgbClr val="D8CBB2"/>
                      </a:solidFill>
                      <a:prstDash val="solid"/>
                      <a:round/>
                      <a:headEnd type="none" w="med" len="med"/>
                      <a:tailEnd type="none" w="med" len="med"/>
                    </a:lnL>
                    <a:lnR w="12700" cap="flat" cmpd="sng" algn="ctr">
                      <a:solidFill>
                        <a:srgbClr val="D8CBB2"/>
                      </a:solidFill>
                      <a:prstDash val="solid"/>
                      <a:round/>
                      <a:headEnd type="none" w="med" len="med"/>
                      <a:tailEnd type="none" w="med" len="med"/>
                    </a:lnR>
                    <a:lnT w="12700" cap="flat" cmpd="sng" algn="ctr">
                      <a:solidFill>
                        <a:srgbClr val="D8CBB2"/>
                      </a:solidFill>
                      <a:prstDash val="solid"/>
                      <a:round/>
                      <a:headEnd type="none" w="med" len="med"/>
                      <a:tailEnd type="none" w="med" len="med"/>
                    </a:lnT>
                    <a:lnB w="12700" cap="flat" cmpd="sng" algn="ctr">
                      <a:solidFill>
                        <a:srgbClr val="D8CBB2"/>
                      </a:solidFill>
                      <a:prstDash val="solid"/>
                      <a:round/>
                      <a:headEnd type="none" w="med" len="med"/>
                      <a:tailEnd type="none" w="med" len="med"/>
                    </a:lnB>
                    <a:solidFill>
                      <a:srgbClr val="2E5A46"/>
                    </a:solidFill>
                  </a:tcPr>
                </a:tc>
                <a:tc>
                  <a:txBody>
                    <a:bodyPr/>
                    <a:lstStyle/>
                    <a:p>
                      <a:pPr algn="ctr" indent="0" marL="0">
                        <a:buNone/>
                      </a:pPr>
                      <a:r>
                        <a:rPr lang="en-US" sz="1250" b="1" dirty="0">
                          <a:solidFill>
                            <a:srgbClr val="FFFFFF"/>
                          </a:solidFill>
                          <a:latin typeface="Malgun Gothic" pitchFamily="34" charset="0"/>
                          <a:ea typeface="Malgun Gothic" pitchFamily="34" charset="-122"/>
                          <a:cs typeface="Malgun Gothic" pitchFamily="34" charset="-120"/>
                        </a:rPr>
                        <a:t>모델</a:t>
                      </a:r>
                      <a:endParaRPr lang="en-US" sz="1250" dirty="0">
                        <a:latin typeface="Malgun Gothic" charset="0"/>
                        <a:ea typeface="Malgun Gothic" charset="0"/>
                        <a:cs typeface="Malgun Gothic" charset="0"/>
                      </a:endParaRPr>
                    </a:p>
                  </a:txBody>
                  <a:tcPr marL="54864" marR="54864" marT="27432" marB="27432" anchor="ctr">
                    <a:lnL w="12700" cap="flat" cmpd="sng" algn="ctr">
                      <a:solidFill>
                        <a:srgbClr val="D8CBB2"/>
                      </a:solidFill>
                      <a:prstDash val="solid"/>
                      <a:round/>
                      <a:headEnd type="none" w="med" len="med"/>
                      <a:tailEnd type="none" w="med" len="med"/>
                    </a:lnL>
                    <a:lnR w="12700" cap="flat" cmpd="sng" algn="ctr">
                      <a:solidFill>
                        <a:srgbClr val="D8CBB2"/>
                      </a:solidFill>
                      <a:prstDash val="solid"/>
                      <a:round/>
                      <a:headEnd type="none" w="med" len="med"/>
                      <a:tailEnd type="none" w="med" len="med"/>
                    </a:lnR>
                    <a:lnT w="12700" cap="flat" cmpd="sng" algn="ctr">
                      <a:solidFill>
                        <a:srgbClr val="D8CBB2"/>
                      </a:solidFill>
                      <a:prstDash val="solid"/>
                      <a:round/>
                      <a:headEnd type="none" w="med" len="med"/>
                      <a:tailEnd type="none" w="med" len="med"/>
                    </a:lnT>
                    <a:lnB w="12700" cap="flat" cmpd="sng" algn="ctr">
                      <a:solidFill>
                        <a:srgbClr val="D8CBB2"/>
                      </a:solidFill>
                      <a:prstDash val="solid"/>
                      <a:round/>
                      <a:headEnd type="none" w="med" len="med"/>
                      <a:tailEnd type="none" w="med" len="med"/>
                    </a:lnB>
                    <a:solidFill>
                      <a:srgbClr val="2E5A46"/>
                    </a:solidFill>
                  </a:tcPr>
                </a:tc>
                <a:tc>
                  <a:txBody>
                    <a:bodyPr/>
                    <a:lstStyle/>
                    <a:p>
                      <a:pPr algn="ctr" indent="0" marL="0">
                        <a:buNone/>
                      </a:pPr>
                      <a:r>
                        <a:rPr lang="en-US" sz="1250" b="1" dirty="0">
                          <a:solidFill>
                            <a:srgbClr val="FFFFFF"/>
                          </a:solidFill>
                          <a:latin typeface="Malgun Gothic" pitchFamily="34" charset="0"/>
                          <a:ea typeface="Malgun Gothic" pitchFamily="34" charset="-122"/>
                          <a:cs typeface="Malgun Gothic" pitchFamily="34" charset="-120"/>
                        </a:rPr>
                        <a:t>위도</a:t>
                      </a:r>
                      <a:endParaRPr lang="en-US" sz="1250" dirty="0">
                        <a:latin typeface="Malgun Gothic" charset="0"/>
                        <a:ea typeface="Malgun Gothic" charset="0"/>
                        <a:cs typeface="Malgun Gothic" charset="0"/>
                      </a:endParaRPr>
                    </a:p>
                  </a:txBody>
                  <a:tcPr marL="54864" marR="54864" marT="27432" marB="27432" anchor="ctr">
                    <a:lnL w="12700" cap="flat" cmpd="sng" algn="ctr">
                      <a:solidFill>
                        <a:srgbClr val="D8CBB2"/>
                      </a:solidFill>
                      <a:prstDash val="solid"/>
                      <a:round/>
                      <a:headEnd type="none" w="med" len="med"/>
                      <a:tailEnd type="none" w="med" len="med"/>
                    </a:lnL>
                    <a:lnR w="12700" cap="flat" cmpd="sng" algn="ctr">
                      <a:solidFill>
                        <a:srgbClr val="D8CBB2"/>
                      </a:solidFill>
                      <a:prstDash val="solid"/>
                      <a:round/>
                      <a:headEnd type="none" w="med" len="med"/>
                      <a:tailEnd type="none" w="med" len="med"/>
                    </a:lnR>
                    <a:lnT w="12700" cap="flat" cmpd="sng" algn="ctr">
                      <a:solidFill>
                        <a:srgbClr val="D8CBB2"/>
                      </a:solidFill>
                      <a:prstDash val="solid"/>
                      <a:round/>
                      <a:headEnd type="none" w="med" len="med"/>
                      <a:tailEnd type="none" w="med" len="med"/>
                    </a:lnT>
                    <a:lnB w="12700" cap="flat" cmpd="sng" algn="ctr">
                      <a:solidFill>
                        <a:srgbClr val="D8CBB2"/>
                      </a:solidFill>
                      <a:prstDash val="solid"/>
                      <a:round/>
                      <a:headEnd type="none" w="med" len="med"/>
                      <a:tailEnd type="none" w="med" len="med"/>
                    </a:lnB>
                    <a:solidFill>
                      <a:srgbClr val="2E5A46"/>
                    </a:solidFill>
                  </a:tcPr>
                </a:tc>
                <a:tc>
                  <a:txBody>
                    <a:bodyPr/>
                    <a:lstStyle/>
                    <a:p>
                      <a:pPr algn="ctr" indent="0" marL="0">
                        <a:buNone/>
                      </a:pPr>
                      <a:r>
                        <a:rPr lang="en-US" sz="1250" b="1" dirty="0">
                          <a:solidFill>
                            <a:srgbClr val="FFFFFF"/>
                          </a:solidFill>
                          <a:latin typeface="Malgun Gothic" pitchFamily="34" charset="0"/>
                          <a:ea typeface="Malgun Gothic" pitchFamily="34" charset="-122"/>
                          <a:cs typeface="Malgun Gothic" pitchFamily="34" charset="-120"/>
                        </a:rPr>
                        <a:t>경도</a:t>
                      </a:r>
                      <a:endParaRPr lang="en-US" sz="1250" dirty="0">
                        <a:latin typeface="Malgun Gothic" charset="0"/>
                        <a:ea typeface="Malgun Gothic" charset="0"/>
                        <a:cs typeface="Malgun Gothic" charset="0"/>
                      </a:endParaRPr>
                    </a:p>
                  </a:txBody>
                  <a:tcPr marL="54864" marR="54864" marT="27432" marB="27432" anchor="ctr">
                    <a:lnL w="12700" cap="flat" cmpd="sng" algn="ctr">
                      <a:solidFill>
                        <a:srgbClr val="D8CBB2"/>
                      </a:solidFill>
                      <a:prstDash val="solid"/>
                      <a:round/>
                      <a:headEnd type="none" w="med" len="med"/>
                      <a:tailEnd type="none" w="med" len="med"/>
                    </a:lnL>
                    <a:lnR w="12700" cap="flat" cmpd="sng" algn="ctr">
                      <a:solidFill>
                        <a:srgbClr val="D8CBB2"/>
                      </a:solidFill>
                      <a:prstDash val="solid"/>
                      <a:round/>
                      <a:headEnd type="none" w="med" len="med"/>
                      <a:tailEnd type="none" w="med" len="med"/>
                    </a:lnR>
                    <a:lnT w="12700" cap="flat" cmpd="sng" algn="ctr">
                      <a:solidFill>
                        <a:srgbClr val="D8CBB2"/>
                      </a:solidFill>
                      <a:prstDash val="solid"/>
                      <a:round/>
                      <a:headEnd type="none" w="med" len="med"/>
                      <a:tailEnd type="none" w="med" len="med"/>
                    </a:lnT>
                    <a:lnB w="12700" cap="flat" cmpd="sng" algn="ctr">
                      <a:solidFill>
                        <a:srgbClr val="D8CBB2"/>
                      </a:solidFill>
                      <a:prstDash val="solid"/>
                      <a:round/>
                      <a:headEnd type="none" w="med" len="med"/>
                      <a:tailEnd type="none" w="med" len="med"/>
                    </a:lnB>
                    <a:solidFill>
                      <a:srgbClr val="2E5A46"/>
                    </a:solidFill>
                  </a:tcPr>
                </a:tc>
              </a:tr>
              <a:tr h="457200">
                <a:tc>
                  <a:txBody>
                    <a:bodyPr/>
                    <a:lstStyle/>
                    <a:p>
                      <a:pPr algn="l" indent="0" marL="0">
                        <a:buNone/>
                      </a:pPr>
                      <a:r>
                        <a:rPr lang="en-US" sz="1050" b="1" dirty="0">
                          <a:solidFill>
                            <a:srgbClr val="1E2621"/>
                          </a:solidFill>
                          <a:latin typeface="Malgun Gothic" pitchFamily="34" charset="0"/>
                          <a:ea typeface="Malgun Gothic" pitchFamily="34" charset="-122"/>
                          <a:cs typeface="Malgun Gothic" pitchFamily="34" charset="-120"/>
                        </a:rPr>
                        <a:t>서울특별시</a:t>
                      </a:r>
                      <a:endParaRPr lang="en-US" sz="1050" dirty="0">
                        <a:latin typeface="Malgun Gothic" charset="0"/>
                        <a:ea typeface="Malgun Gothic" charset="0"/>
                        <a:cs typeface="Malgun Gothic" charset="0"/>
                      </a:endParaRPr>
                    </a:p>
                  </a:txBody>
                  <a:tcPr marL="54864" marR="54864" marT="27432" marB="27432" anchor="ctr">
                    <a:lnL w="12700" cap="flat" cmpd="sng" algn="ctr">
                      <a:solidFill>
                        <a:srgbClr val="D8CBB2"/>
                      </a:solidFill>
                      <a:prstDash val="solid"/>
                      <a:round/>
                      <a:headEnd type="none" w="med" len="med"/>
                      <a:tailEnd type="none" w="med" len="med"/>
                    </a:lnL>
                    <a:lnR w="12700" cap="flat" cmpd="sng" algn="ctr">
                      <a:solidFill>
                        <a:srgbClr val="D8CBB2"/>
                      </a:solidFill>
                      <a:prstDash val="solid"/>
                      <a:round/>
                      <a:headEnd type="none" w="med" len="med"/>
                      <a:tailEnd type="none" w="med" len="med"/>
                    </a:lnR>
                    <a:lnT w="12700" cap="flat" cmpd="sng" algn="ctr">
                      <a:solidFill>
                        <a:srgbClr val="D8CBB2"/>
                      </a:solidFill>
                      <a:prstDash val="solid"/>
                      <a:round/>
                      <a:headEnd type="none" w="med" len="med"/>
                      <a:tailEnd type="none" w="med" len="med"/>
                    </a:lnT>
                    <a:lnB w="12700" cap="flat" cmpd="sng" algn="ctr">
                      <a:solidFill>
                        <a:srgbClr val="D8CBB2"/>
                      </a:solidFill>
                      <a:prstDash val="solid"/>
                      <a:round/>
                      <a:headEnd type="none" w="med" len="med"/>
                      <a:tailEnd type="none" w="med" len="med"/>
                    </a:lnB>
                    <a:solidFill>
                      <a:srgbClr val="FFFFFF"/>
                    </a:solidFill>
                  </a:tcPr>
                </a:tc>
                <a:tc>
                  <a:txBody>
                    <a:bodyPr/>
                    <a:lstStyle/>
                    <a:p>
                      <a:pPr algn="l" indent="0" marL="0">
                        <a:buNone/>
                      </a:pPr>
                      <a:r>
                        <a:rPr lang="en-US" sz="1050" b="1" dirty="0">
                          <a:solidFill>
                            <a:srgbClr val="1E2621"/>
                          </a:solidFill>
                          <a:latin typeface="Malgun Gothic" pitchFamily="34" charset="0"/>
                          <a:ea typeface="Malgun Gothic" pitchFamily="34" charset="-122"/>
                          <a:cs typeface="Malgun Gothic" pitchFamily="34" charset="-120"/>
                        </a:rPr>
                        <a:t>영등포구</a:t>
                      </a:r>
                      <a:endParaRPr lang="en-US" sz="1050" dirty="0">
                        <a:latin typeface="Malgun Gothic" charset="0"/>
                        <a:ea typeface="Malgun Gothic" charset="0"/>
                        <a:cs typeface="Malgun Gothic" charset="0"/>
                      </a:endParaRPr>
                    </a:p>
                  </a:txBody>
                  <a:tcPr marL="54864" marR="54864" marT="27432" marB="27432" anchor="ctr">
                    <a:lnL w="12700" cap="flat" cmpd="sng" algn="ctr">
                      <a:solidFill>
                        <a:srgbClr val="D8CBB2"/>
                      </a:solidFill>
                      <a:prstDash val="solid"/>
                      <a:round/>
                      <a:headEnd type="none" w="med" len="med"/>
                      <a:tailEnd type="none" w="med" len="med"/>
                    </a:lnL>
                    <a:lnR w="12700" cap="flat" cmpd="sng" algn="ctr">
                      <a:solidFill>
                        <a:srgbClr val="D8CBB2"/>
                      </a:solidFill>
                      <a:prstDash val="solid"/>
                      <a:round/>
                      <a:headEnd type="none" w="med" len="med"/>
                      <a:tailEnd type="none" w="med" len="med"/>
                    </a:lnR>
                    <a:lnT w="12700" cap="flat" cmpd="sng" algn="ctr">
                      <a:solidFill>
                        <a:srgbClr val="D8CBB2"/>
                      </a:solidFill>
                      <a:prstDash val="solid"/>
                      <a:round/>
                      <a:headEnd type="none" w="med" len="med"/>
                      <a:tailEnd type="none" w="med" len="med"/>
                    </a:lnT>
                    <a:lnB w="12700" cap="flat" cmpd="sng" algn="ctr">
                      <a:solidFill>
                        <a:srgbClr val="D8CBB2"/>
                      </a:solidFill>
                      <a:prstDash val="solid"/>
                      <a:round/>
                      <a:headEnd type="none" w="med" len="med"/>
                      <a:tailEnd type="none" w="med" len="med"/>
                    </a:lnB>
                    <a:solidFill>
                      <a:srgbClr val="FFFFFF"/>
                    </a:solidFill>
                  </a:tcPr>
                </a:tc>
                <a:tc>
                  <a:txBody>
                    <a:bodyPr/>
                    <a:lstStyle/>
                    <a:p>
                      <a:pPr algn="l" indent="0" marL="0">
                        <a:buNone/>
                      </a:pPr>
                      <a:r>
                        <a:rPr lang="en-US" sz="1050" b="1" dirty="0">
                          <a:solidFill>
                            <a:srgbClr val="1E2621"/>
                          </a:solidFill>
                          <a:latin typeface="Malgun Gothic" pitchFamily="34" charset="0"/>
                          <a:ea typeface="Malgun Gothic" pitchFamily="34" charset="-122"/>
                          <a:cs typeface="Malgun Gothic" pitchFamily="34" charset="-120"/>
                        </a:rPr>
                        <a:t>SK증권주식회사</a:t>
                      </a:r>
                      <a:endParaRPr lang="en-US" sz="1050" dirty="0">
                        <a:latin typeface="Malgun Gothic" charset="0"/>
                        <a:ea typeface="Malgun Gothic" charset="0"/>
                        <a:cs typeface="Malgun Gothic" charset="0"/>
                      </a:endParaRPr>
                    </a:p>
                  </a:txBody>
                  <a:tcPr marL="54864" marR="54864" marT="27432" marB="27432" anchor="ctr">
                    <a:lnL w="12700" cap="flat" cmpd="sng" algn="ctr">
                      <a:solidFill>
                        <a:srgbClr val="D8CBB2"/>
                      </a:solidFill>
                      <a:prstDash val="solid"/>
                      <a:round/>
                      <a:headEnd type="none" w="med" len="med"/>
                      <a:tailEnd type="none" w="med" len="med"/>
                    </a:lnL>
                    <a:lnR w="12700" cap="flat" cmpd="sng" algn="ctr">
                      <a:solidFill>
                        <a:srgbClr val="D8CBB2"/>
                      </a:solidFill>
                      <a:prstDash val="solid"/>
                      <a:round/>
                      <a:headEnd type="none" w="med" len="med"/>
                      <a:tailEnd type="none" w="med" len="med"/>
                    </a:lnR>
                    <a:lnT w="12700" cap="flat" cmpd="sng" algn="ctr">
                      <a:solidFill>
                        <a:srgbClr val="D8CBB2"/>
                      </a:solidFill>
                      <a:prstDash val="solid"/>
                      <a:round/>
                      <a:headEnd type="none" w="med" len="med"/>
                      <a:tailEnd type="none" w="med" len="med"/>
                    </a:lnT>
                    <a:lnB w="12700" cap="flat" cmpd="sng" algn="ctr">
                      <a:solidFill>
                        <a:srgbClr val="D8CBB2"/>
                      </a:solidFill>
                      <a:prstDash val="solid"/>
                      <a:round/>
                      <a:headEnd type="none" w="med" len="med"/>
                      <a:tailEnd type="none" w="med" len="med"/>
                    </a:lnB>
                    <a:solidFill>
                      <a:srgbClr val="FFFFFF"/>
                    </a:solidFill>
                  </a:tcPr>
                </a:tc>
                <a:tc>
                  <a:txBody>
                    <a:bodyPr/>
                    <a:lstStyle/>
                    <a:p>
                      <a:pPr algn="l" indent="0" marL="0">
                        <a:buNone/>
                      </a:pPr>
                      <a:r>
                        <a:rPr lang="en-US" sz="1050" b="1" dirty="0">
                          <a:solidFill>
                            <a:srgbClr val="1E2621"/>
                          </a:solidFill>
                          <a:latin typeface="Malgun Gothic" pitchFamily="34" charset="0"/>
                          <a:ea typeface="Malgun Gothic" pitchFamily="34" charset="-122"/>
                          <a:cs typeface="Malgun Gothic" pitchFamily="34" charset="-120"/>
                        </a:rPr>
                        <a:t>2층</a:t>
                      </a:r>
                      <a:endParaRPr lang="en-US" sz="1050" dirty="0">
                        <a:latin typeface="Malgun Gothic" charset="0"/>
                        <a:ea typeface="Malgun Gothic" charset="0"/>
                        <a:cs typeface="Malgun Gothic" charset="0"/>
                      </a:endParaRPr>
                    </a:p>
                  </a:txBody>
                  <a:tcPr marL="54864" marR="54864" marT="27432" marB="27432" anchor="ctr">
                    <a:lnL w="12700" cap="flat" cmpd="sng" algn="ctr">
                      <a:solidFill>
                        <a:srgbClr val="D8CBB2"/>
                      </a:solidFill>
                      <a:prstDash val="solid"/>
                      <a:round/>
                      <a:headEnd type="none" w="med" len="med"/>
                      <a:tailEnd type="none" w="med" len="med"/>
                    </a:lnL>
                    <a:lnR w="12700" cap="flat" cmpd="sng" algn="ctr">
                      <a:solidFill>
                        <a:srgbClr val="D8CBB2"/>
                      </a:solidFill>
                      <a:prstDash val="solid"/>
                      <a:round/>
                      <a:headEnd type="none" w="med" len="med"/>
                      <a:tailEnd type="none" w="med" len="med"/>
                    </a:lnR>
                    <a:lnT w="12700" cap="flat" cmpd="sng" algn="ctr">
                      <a:solidFill>
                        <a:srgbClr val="D8CBB2"/>
                      </a:solidFill>
                      <a:prstDash val="solid"/>
                      <a:round/>
                      <a:headEnd type="none" w="med" len="med"/>
                      <a:tailEnd type="none" w="med" len="med"/>
                    </a:lnT>
                    <a:lnB w="12700" cap="flat" cmpd="sng" algn="ctr">
                      <a:solidFill>
                        <a:srgbClr val="D8CBB2"/>
                      </a:solidFill>
                      <a:prstDash val="solid"/>
                      <a:round/>
                      <a:headEnd type="none" w="med" len="med"/>
                      <a:tailEnd type="none" w="med" len="med"/>
                    </a:lnB>
                    <a:solidFill>
                      <a:srgbClr val="FFFFFF"/>
                    </a:solidFill>
                  </a:tcPr>
                </a:tc>
                <a:tc>
                  <a:txBody>
                    <a:bodyPr/>
                    <a:lstStyle/>
                    <a:p>
                      <a:pPr algn="l" indent="0" marL="0">
                        <a:buNone/>
                      </a:pPr>
                      <a:r>
                        <a:rPr lang="en-US" sz="1050" b="1" dirty="0">
                          <a:solidFill>
                            <a:srgbClr val="1E2621"/>
                          </a:solidFill>
                          <a:latin typeface="Malgun Gothic" pitchFamily="34" charset="0"/>
                          <a:ea typeface="Malgun Gothic" pitchFamily="34" charset="-122"/>
                          <a:cs typeface="Malgun Gothic" pitchFamily="34" charset="-120"/>
                        </a:rPr>
                        <a:t>NT-381.O</a:t>
                      </a:r>
                      <a:endParaRPr lang="en-US" sz="1050" dirty="0">
                        <a:latin typeface="Malgun Gothic" charset="0"/>
                        <a:ea typeface="Malgun Gothic" charset="0"/>
                        <a:cs typeface="Malgun Gothic" charset="0"/>
                      </a:endParaRPr>
                    </a:p>
                  </a:txBody>
                  <a:tcPr marL="54864" marR="54864" marT="27432" marB="27432" anchor="ctr">
                    <a:lnL w="12700" cap="flat" cmpd="sng" algn="ctr">
                      <a:solidFill>
                        <a:srgbClr val="D8CBB2"/>
                      </a:solidFill>
                      <a:prstDash val="solid"/>
                      <a:round/>
                      <a:headEnd type="none" w="med" len="med"/>
                      <a:tailEnd type="none" w="med" len="med"/>
                    </a:lnL>
                    <a:lnR w="12700" cap="flat" cmpd="sng" algn="ctr">
                      <a:solidFill>
                        <a:srgbClr val="D8CBB2"/>
                      </a:solidFill>
                      <a:prstDash val="solid"/>
                      <a:round/>
                      <a:headEnd type="none" w="med" len="med"/>
                      <a:tailEnd type="none" w="med" len="med"/>
                    </a:lnR>
                    <a:lnT w="12700" cap="flat" cmpd="sng" algn="ctr">
                      <a:solidFill>
                        <a:srgbClr val="D8CBB2"/>
                      </a:solidFill>
                      <a:prstDash val="solid"/>
                      <a:round/>
                      <a:headEnd type="none" w="med" len="med"/>
                      <a:tailEnd type="none" w="med" len="med"/>
                    </a:lnT>
                    <a:lnB w="12700" cap="flat" cmpd="sng" algn="ctr">
                      <a:solidFill>
                        <a:srgbClr val="D8CBB2"/>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1E2621"/>
                          </a:solidFill>
                          <a:latin typeface="Malgun Gothic" pitchFamily="34" charset="0"/>
                          <a:ea typeface="Malgun Gothic" pitchFamily="34" charset="-122"/>
                          <a:cs typeface="Malgun Gothic" pitchFamily="34" charset="-120"/>
                        </a:rPr>
                        <a:t>37.5197</a:t>
                      </a:r>
                      <a:endParaRPr lang="en-US" sz="1050" dirty="0">
                        <a:latin typeface="Malgun Gothic" charset="0"/>
                        <a:ea typeface="Malgun Gothic" charset="0"/>
                        <a:cs typeface="Malgun Gothic" charset="0"/>
                      </a:endParaRPr>
                    </a:p>
                  </a:txBody>
                  <a:tcPr marL="54864" marR="54864" marT="27432" marB="27432" anchor="ctr">
                    <a:lnL w="12700" cap="flat" cmpd="sng" algn="ctr">
                      <a:solidFill>
                        <a:srgbClr val="D8CBB2"/>
                      </a:solidFill>
                      <a:prstDash val="solid"/>
                      <a:round/>
                      <a:headEnd type="none" w="med" len="med"/>
                      <a:tailEnd type="none" w="med" len="med"/>
                    </a:lnL>
                    <a:lnR w="12700" cap="flat" cmpd="sng" algn="ctr">
                      <a:solidFill>
                        <a:srgbClr val="D8CBB2"/>
                      </a:solidFill>
                      <a:prstDash val="solid"/>
                      <a:round/>
                      <a:headEnd type="none" w="med" len="med"/>
                      <a:tailEnd type="none" w="med" len="med"/>
                    </a:lnR>
                    <a:lnT w="12700" cap="flat" cmpd="sng" algn="ctr">
                      <a:solidFill>
                        <a:srgbClr val="D8CBB2"/>
                      </a:solidFill>
                      <a:prstDash val="solid"/>
                      <a:round/>
                      <a:headEnd type="none" w="med" len="med"/>
                      <a:tailEnd type="none" w="med" len="med"/>
                    </a:lnT>
                    <a:lnB w="12700" cap="flat" cmpd="sng" algn="ctr">
                      <a:solidFill>
                        <a:srgbClr val="D8CBB2"/>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1E2621"/>
                          </a:solidFill>
                          <a:latin typeface="Malgun Gothic" pitchFamily="34" charset="0"/>
                          <a:ea typeface="Malgun Gothic" pitchFamily="34" charset="-122"/>
                          <a:cs typeface="Malgun Gothic" pitchFamily="34" charset="-120"/>
                        </a:rPr>
                        <a:t>126.9281</a:t>
                      </a:r>
                      <a:endParaRPr lang="en-US" sz="1050" dirty="0">
                        <a:latin typeface="Malgun Gothic" charset="0"/>
                        <a:ea typeface="Malgun Gothic" charset="0"/>
                        <a:cs typeface="Malgun Gothic" charset="0"/>
                      </a:endParaRPr>
                    </a:p>
                  </a:txBody>
                  <a:tcPr marL="54864" marR="54864" marT="27432" marB="27432" anchor="ctr">
                    <a:lnL w="12700" cap="flat" cmpd="sng" algn="ctr">
                      <a:solidFill>
                        <a:srgbClr val="D8CBB2"/>
                      </a:solidFill>
                      <a:prstDash val="solid"/>
                      <a:round/>
                      <a:headEnd type="none" w="med" len="med"/>
                      <a:tailEnd type="none" w="med" len="med"/>
                    </a:lnL>
                    <a:lnR w="12700" cap="flat" cmpd="sng" algn="ctr">
                      <a:solidFill>
                        <a:srgbClr val="D8CBB2"/>
                      </a:solidFill>
                      <a:prstDash val="solid"/>
                      <a:round/>
                      <a:headEnd type="none" w="med" len="med"/>
                      <a:tailEnd type="none" w="med" len="med"/>
                    </a:lnR>
                    <a:lnT w="12700" cap="flat" cmpd="sng" algn="ctr">
                      <a:solidFill>
                        <a:srgbClr val="D8CBB2"/>
                      </a:solidFill>
                      <a:prstDash val="solid"/>
                      <a:round/>
                      <a:headEnd type="none" w="med" len="med"/>
                      <a:tailEnd type="none" w="med" len="med"/>
                    </a:lnT>
                    <a:lnB w="12700" cap="flat" cmpd="sng" algn="ctr">
                      <a:solidFill>
                        <a:srgbClr val="D8CBB2"/>
                      </a:solidFill>
                      <a:prstDash val="solid"/>
                      <a:round/>
                      <a:headEnd type="none" w="med" len="med"/>
                      <a:tailEnd type="none" w="med" len="med"/>
                    </a:lnB>
                    <a:solidFill>
                      <a:srgbClr val="FFFFFF"/>
                    </a:solidFill>
                  </a:tcPr>
                </a:tc>
              </a:tr>
              <a:tr h="457200">
                <a:tc>
                  <a:txBody>
                    <a:bodyPr/>
                    <a:lstStyle/>
                    <a:p>
                      <a:pPr algn="l" indent="0" marL="0">
                        <a:buNone/>
                      </a:pPr>
                      <a:r>
                        <a:rPr lang="en-US" sz="1050" b="1" dirty="0">
                          <a:solidFill>
                            <a:srgbClr val="1E2621"/>
                          </a:solidFill>
                          <a:latin typeface="Malgun Gothic" pitchFamily="34" charset="0"/>
                          <a:ea typeface="Malgun Gothic" pitchFamily="34" charset="-122"/>
                          <a:cs typeface="Malgun Gothic" pitchFamily="34" charset="-120"/>
                        </a:rPr>
                        <a:t>부산광역시</a:t>
                      </a:r>
                      <a:endParaRPr lang="en-US" sz="1050" dirty="0">
                        <a:latin typeface="Malgun Gothic" charset="0"/>
                        <a:ea typeface="Malgun Gothic" charset="0"/>
                        <a:cs typeface="Malgun Gothic" charset="0"/>
                      </a:endParaRPr>
                    </a:p>
                  </a:txBody>
                  <a:tcPr marL="54864" marR="54864" marT="27432" marB="27432" anchor="ctr">
                    <a:lnL w="12700" cap="flat" cmpd="sng" algn="ctr">
                      <a:solidFill>
                        <a:srgbClr val="D8CBB2"/>
                      </a:solidFill>
                      <a:prstDash val="solid"/>
                      <a:round/>
                      <a:headEnd type="none" w="med" len="med"/>
                      <a:tailEnd type="none" w="med" len="med"/>
                    </a:lnL>
                    <a:lnR w="12700" cap="flat" cmpd="sng" algn="ctr">
                      <a:solidFill>
                        <a:srgbClr val="D8CBB2"/>
                      </a:solidFill>
                      <a:prstDash val="solid"/>
                      <a:round/>
                      <a:headEnd type="none" w="med" len="med"/>
                      <a:tailEnd type="none" w="med" len="med"/>
                    </a:lnR>
                    <a:lnT w="12700" cap="flat" cmpd="sng" algn="ctr">
                      <a:solidFill>
                        <a:srgbClr val="D8CBB2"/>
                      </a:solidFill>
                      <a:prstDash val="solid"/>
                      <a:round/>
                      <a:headEnd type="none" w="med" len="med"/>
                      <a:tailEnd type="none" w="med" len="med"/>
                    </a:lnT>
                    <a:lnB w="12700" cap="flat" cmpd="sng" algn="ctr">
                      <a:solidFill>
                        <a:srgbClr val="D8CBB2"/>
                      </a:solidFill>
                      <a:prstDash val="solid"/>
                      <a:round/>
                      <a:headEnd type="none" w="med" len="med"/>
                      <a:tailEnd type="none" w="med" len="med"/>
                    </a:lnB>
                    <a:solidFill>
                      <a:srgbClr val="FFFFFF"/>
                    </a:solidFill>
                  </a:tcPr>
                </a:tc>
                <a:tc>
                  <a:txBody>
                    <a:bodyPr/>
                    <a:lstStyle/>
                    <a:p>
                      <a:pPr algn="l" indent="0" marL="0">
                        <a:buNone/>
                      </a:pPr>
                      <a:r>
                        <a:rPr lang="en-US" sz="1050" b="1" dirty="0">
                          <a:solidFill>
                            <a:srgbClr val="1E2621"/>
                          </a:solidFill>
                          <a:latin typeface="Malgun Gothic" pitchFamily="34" charset="0"/>
                          <a:ea typeface="Malgun Gothic" pitchFamily="34" charset="-122"/>
                          <a:cs typeface="Malgun Gothic" pitchFamily="34" charset="-120"/>
                        </a:rPr>
                        <a:t>부산진구</a:t>
                      </a:r>
                      <a:endParaRPr lang="en-US" sz="1050" dirty="0">
                        <a:latin typeface="Malgun Gothic" charset="0"/>
                        <a:ea typeface="Malgun Gothic" charset="0"/>
                        <a:cs typeface="Malgun Gothic" charset="0"/>
                      </a:endParaRPr>
                    </a:p>
                  </a:txBody>
                  <a:tcPr marL="54864" marR="54864" marT="27432" marB="27432" anchor="ctr">
                    <a:lnL w="12700" cap="flat" cmpd="sng" algn="ctr">
                      <a:solidFill>
                        <a:srgbClr val="D8CBB2"/>
                      </a:solidFill>
                      <a:prstDash val="solid"/>
                      <a:round/>
                      <a:headEnd type="none" w="med" len="med"/>
                      <a:tailEnd type="none" w="med" len="med"/>
                    </a:lnL>
                    <a:lnR w="12700" cap="flat" cmpd="sng" algn="ctr">
                      <a:solidFill>
                        <a:srgbClr val="D8CBB2"/>
                      </a:solidFill>
                      <a:prstDash val="solid"/>
                      <a:round/>
                      <a:headEnd type="none" w="med" len="med"/>
                      <a:tailEnd type="none" w="med" len="med"/>
                    </a:lnR>
                    <a:lnT w="12700" cap="flat" cmpd="sng" algn="ctr">
                      <a:solidFill>
                        <a:srgbClr val="D8CBB2"/>
                      </a:solidFill>
                      <a:prstDash val="solid"/>
                      <a:round/>
                      <a:headEnd type="none" w="med" len="med"/>
                      <a:tailEnd type="none" w="med" len="med"/>
                    </a:lnT>
                    <a:lnB w="12700" cap="flat" cmpd="sng" algn="ctr">
                      <a:solidFill>
                        <a:srgbClr val="D8CBB2"/>
                      </a:solidFill>
                      <a:prstDash val="solid"/>
                      <a:round/>
                      <a:headEnd type="none" w="med" len="med"/>
                      <a:tailEnd type="none" w="med" len="med"/>
                    </a:lnB>
                    <a:solidFill>
                      <a:srgbClr val="FFFFFF"/>
                    </a:solidFill>
                  </a:tcPr>
                </a:tc>
                <a:tc>
                  <a:txBody>
                    <a:bodyPr/>
                    <a:lstStyle/>
                    <a:p>
                      <a:pPr algn="l" indent="0" marL="0">
                        <a:buNone/>
                      </a:pPr>
                      <a:r>
                        <a:rPr lang="en-US" sz="1050" b="1" dirty="0">
                          <a:solidFill>
                            <a:srgbClr val="1E2621"/>
                          </a:solidFill>
                          <a:latin typeface="Malgun Gothic" pitchFamily="34" charset="0"/>
                          <a:ea typeface="Malgun Gothic" pitchFamily="34" charset="-122"/>
                          <a:cs typeface="Malgun Gothic" pitchFamily="34" charset="-120"/>
                        </a:rPr>
                        <a:t>포레나부산초읍아파트</a:t>
                      </a:r>
                      <a:endParaRPr lang="en-US" sz="1050" dirty="0">
                        <a:latin typeface="Malgun Gothic" charset="0"/>
                        <a:ea typeface="Malgun Gothic" charset="0"/>
                        <a:cs typeface="Malgun Gothic" charset="0"/>
                      </a:endParaRPr>
                    </a:p>
                  </a:txBody>
                  <a:tcPr marL="54864" marR="54864" marT="27432" marB="27432" anchor="ctr">
                    <a:lnL w="12700" cap="flat" cmpd="sng" algn="ctr">
                      <a:solidFill>
                        <a:srgbClr val="D8CBB2"/>
                      </a:solidFill>
                      <a:prstDash val="solid"/>
                      <a:round/>
                      <a:headEnd type="none" w="med" len="med"/>
                      <a:tailEnd type="none" w="med" len="med"/>
                    </a:lnL>
                    <a:lnR w="12700" cap="flat" cmpd="sng" algn="ctr">
                      <a:solidFill>
                        <a:srgbClr val="D8CBB2"/>
                      </a:solidFill>
                      <a:prstDash val="solid"/>
                      <a:round/>
                      <a:headEnd type="none" w="med" len="med"/>
                      <a:tailEnd type="none" w="med" len="med"/>
                    </a:lnR>
                    <a:lnT w="12700" cap="flat" cmpd="sng" algn="ctr">
                      <a:solidFill>
                        <a:srgbClr val="D8CBB2"/>
                      </a:solidFill>
                      <a:prstDash val="solid"/>
                      <a:round/>
                      <a:headEnd type="none" w="med" len="med"/>
                      <a:tailEnd type="none" w="med" len="med"/>
                    </a:lnT>
                    <a:lnB w="12700" cap="flat" cmpd="sng" algn="ctr">
                      <a:solidFill>
                        <a:srgbClr val="D8CBB2"/>
                      </a:solidFill>
                      <a:prstDash val="solid"/>
                      <a:round/>
                      <a:headEnd type="none" w="med" len="med"/>
                      <a:tailEnd type="none" w="med" len="med"/>
                    </a:lnB>
                    <a:solidFill>
                      <a:srgbClr val="FFFFFF"/>
                    </a:solidFill>
                  </a:tcPr>
                </a:tc>
                <a:tc>
                  <a:txBody>
                    <a:bodyPr/>
                    <a:lstStyle/>
                    <a:p>
                      <a:pPr algn="l" indent="0" marL="0">
                        <a:buNone/>
                      </a:pPr>
                      <a:r>
                        <a:rPr lang="en-US" sz="1050" b="1" dirty="0">
                          <a:solidFill>
                            <a:srgbClr val="1E2621"/>
                          </a:solidFill>
                          <a:latin typeface="Malgun Gothic" pitchFamily="34" charset="0"/>
                          <a:ea typeface="Malgun Gothic" pitchFamily="34" charset="-122"/>
                          <a:cs typeface="Malgun Gothic" pitchFamily="34" charset="-120"/>
                        </a:rPr>
                        <a:t>정문 경비초소</a:t>
                      </a:r>
                      <a:endParaRPr lang="en-US" sz="1050" dirty="0">
                        <a:latin typeface="Malgun Gothic" charset="0"/>
                        <a:ea typeface="Malgun Gothic" charset="0"/>
                        <a:cs typeface="Malgun Gothic" charset="0"/>
                      </a:endParaRPr>
                    </a:p>
                  </a:txBody>
                  <a:tcPr marL="54864" marR="54864" marT="27432" marB="27432" anchor="ctr">
                    <a:lnL w="12700" cap="flat" cmpd="sng" algn="ctr">
                      <a:solidFill>
                        <a:srgbClr val="D8CBB2"/>
                      </a:solidFill>
                      <a:prstDash val="solid"/>
                      <a:round/>
                      <a:headEnd type="none" w="med" len="med"/>
                      <a:tailEnd type="none" w="med" len="med"/>
                    </a:lnL>
                    <a:lnR w="12700" cap="flat" cmpd="sng" algn="ctr">
                      <a:solidFill>
                        <a:srgbClr val="D8CBB2"/>
                      </a:solidFill>
                      <a:prstDash val="solid"/>
                      <a:round/>
                      <a:headEnd type="none" w="med" len="med"/>
                      <a:tailEnd type="none" w="med" len="med"/>
                    </a:lnR>
                    <a:lnT w="12700" cap="flat" cmpd="sng" algn="ctr">
                      <a:solidFill>
                        <a:srgbClr val="D8CBB2"/>
                      </a:solidFill>
                      <a:prstDash val="solid"/>
                      <a:round/>
                      <a:headEnd type="none" w="med" len="med"/>
                      <a:tailEnd type="none" w="med" len="med"/>
                    </a:lnT>
                    <a:lnB w="12700" cap="flat" cmpd="sng" algn="ctr">
                      <a:solidFill>
                        <a:srgbClr val="D8CBB2"/>
                      </a:solidFill>
                      <a:prstDash val="solid"/>
                      <a:round/>
                      <a:headEnd type="none" w="med" len="med"/>
                      <a:tailEnd type="none" w="med" len="med"/>
                    </a:lnB>
                    <a:solidFill>
                      <a:srgbClr val="FFFFFF"/>
                    </a:solidFill>
                  </a:tcPr>
                </a:tc>
                <a:tc>
                  <a:txBody>
                    <a:bodyPr/>
                    <a:lstStyle/>
                    <a:p>
                      <a:pPr algn="l" indent="0" marL="0">
                        <a:buNone/>
                      </a:pPr>
                      <a:r>
                        <a:rPr lang="en-US" sz="1050" b="1" dirty="0">
                          <a:solidFill>
                            <a:srgbClr val="1E2621"/>
                          </a:solidFill>
                          <a:latin typeface="Malgun Gothic" pitchFamily="34" charset="0"/>
                          <a:ea typeface="Malgun Gothic" pitchFamily="34" charset="-122"/>
                          <a:cs typeface="Malgun Gothic" pitchFamily="34" charset="-120"/>
                        </a:rPr>
                        <a:t>HR-501</a:t>
                      </a:r>
                      <a:endParaRPr lang="en-US" sz="1050" dirty="0">
                        <a:latin typeface="Malgun Gothic" charset="0"/>
                        <a:ea typeface="Malgun Gothic" charset="0"/>
                        <a:cs typeface="Malgun Gothic" charset="0"/>
                      </a:endParaRPr>
                    </a:p>
                  </a:txBody>
                  <a:tcPr marL="54864" marR="54864" marT="27432" marB="27432" anchor="ctr">
                    <a:lnL w="12700" cap="flat" cmpd="sng" algn="ctr">
                      <a:solidFill>
                        <a:srgbClr val="D8CBB2"/>
                      </a:solidFill>
                      <a:prstDash val="solid"/>
                      <a:round/>
                      <a:headEnd type="none" w="med" len="med"/>
                      <a:tailEnd type="none" w="med" len="med"/>
                    </a:lnL>
                    <a:lnR w="12700" cap="flat" cmpd="sng" algn="ctr">
                      <a:solidFill>
                        <a:srgbClr val="D8CBB2"/>
                      </a:solidFill>
                      <a:prstDash val="solid"/>
                      <a:round/>
                      <a:headEnd type="none" w="med" len="med"/>
                      <a:tailEnd type="none" w="med" len="med"/>
                    </a:lnR>
                    <a:lnT w="12700" cap="flat" cmpd="sng" algn="ctr">
                      <a:solidFill>
                        <a:srgbClr val="D8CBB2"/>
                      </a:solidFill>
                      <a:prstDash val="solid"/>
                      <a:round/>
                      <a:headEnd type="none" w="med" len="med"/>
                      <a:tailEnd type="none" w="med" len="med"/>
                    </a:lnT>
                    <a:lnB w="12700" cap="flat" cmpd="sng" algn="ctr">
                      <a:solidFill>
                        <a:srgbClr val="D8CBB2"/>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1E2621"/>
                          </a:solidFill>
                          <a:latin typeface="Malgun Gothic" pitchFamily="34" charset="0"/>
                          <a:ea typeface="Malgun Gothic" pitchFamily="34" charset="-122"/>
                          <a:cs typeface="Malgun Gothic" pitchFamily="34" charset="-120"/>
                        </a:rPr>
                        <a:t>35.1759</a:t>
                      </a:r>
                      <a:endParaRPr lang="en-US" sz="1050" dirty="0">
                        <a:latin typeface="Malgun Gothic" charset="0"/>
                        <a:ea typeface="Malgun Gothic" charset="0"/>
                        <a:cs typeface="Malgun Gothic" charset="0"/>
                      </a:endParaRPr>
                    </a:p>
                  </a:txBody>
                  <a:tcPr marL="54864" marR="54864" marT="27432" marB="27432" anchor="ctr">
                    <a:lnL w="12700" cap="flat" cmpd="sng" algn="ctr">
                      <a:solidFill>
                        <a:srgbClr val="D8CBB2"/>
                      </a:solidFill>
                      <a:prstDash val="solid"/>
                      <a:round/>
                      <a:headEnd type="none" w="med" len="med"/>
                      <a:tailEnd type="none" w="med" len="med"/>
                    </a:lnL>
                    <a:lnR w="12700" cap="flat" cmpd="sng" algn="ctr">
                      <a:solidFill>
                        <a:srgbClr val="D8CBB2"/>
                      </a:solidFill>
                      <a:prstDash val="solid"/>
                      <a:round/>
                      <a:headEnd type="none" w="med" len="med"/>
                      <a:tailEnd type="none" w="med" len="med"/>
                    </a:lnR>
                    <a:lnT w="12700" cap="flat" cmpd="sng" algn="ctr">
                      <a:solidFill>
                        <a:srgbClr val="D8CBB2"/>
                      </a:solidFill>
                      <a:prstDash val="solid"/>
                      <a:round/>
                      <a:headEnd type="none" w="med" len="med"/>
                      <a:tailEnd type="none" w="med" len="med"/>
                    </a:lnT>
                    <a:lnB w="12700" cap="flat" cmpd="sng" algn="ctr">
                      <a:solidFill>
                        <a:srgbClr val="D8CBB2"/>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1E2621"/>
                          </a:solidFill>
                          <a:latin typeface="Malgun Gothic" pitchFamily="34" charset="0"/>
                          <a:ea typeface="Malgun Gothic" pitchFamily="34" charset="-122"/>
                          <a:cs typeface="Malgun Gothic" pitchFamily="34" charset="-120"/>
                        </a:rPr>
                        <a:t>129.0457</a:t>
                      </a:r>
                      <a:endParaRPr lang="en-US" sz="1050" dirty="0">
                        <a:latin typeface="Malgun Gothic" charset="0"/>
                        <a:ea typeface="Malgun Gothic" charset="0"/>
                        <a:cs typeface="Malgun Gothic" charset="0"/>
                      </a:endParaRPr>
                    </a:p>
                  </a:txBody>
                  <a:tcPr marL="54864" marR="54864" marT="27432" marB="27432" anchor="ctr">
                    <a:lnL w="12700" cap="flat" cmpd="sng" algn="ctr">
                      <a:solidFill>
                        <a:srgbClr val="D8CBB2"/>
                      </a:solidFill>
                      <a:prstDash val="solid"/>
                      <a:round/>
                      <a:headEnd type="none" w="med" len="med"/>
                      <a:tailEnd type="none" w="med" len="med"/>
                    </a:lnL>
                    <a:lnR w="12700" cap="flat" cmpd="sng" algn="ctr">
                      <a:solidFill>
                        <a:srgbClr val="D8CBB2"/>
                      </a:solidFill>
                      <a:prstDash val="solid"/>
                      <a:round/>
                      <a:headEnd type="none" w="med" len="med"/>
                      <a:tailEnd type="none" w="med" len="med"/>
                    </a:lnR>
                    <a:lnT w="12700" cap="flat" cmpd="sng" algn="ctr">
                      <a:solidFill>
                        <a:srgbClr val="D8CBB2"/>
                      </a:solidFill>
                      <a:prstDash val="solid"/>
                      <a:round/>
                      <a:headEnd type="none" w="med" len="med"/>
                      <a:tailEnd type="none" w="med" len="med"/>
                    </a:lnT>
                    <a:lnB w="12700" cap="flat" cmpd="sng" algn="ctr">
                      <a:solidFill>
                        <a:srgbClr val="D8CBB2"/>
                      </a:solidFill>
                      <a:prstDash val="solid"/>
                      <a:round/>
                      <a:headEnd type="none" w="med" len="med"/>
                      <a:tailEnd type="none" w="med" len="med"/>
                    </a:lnB>
                    <a:solidFill>
                      <a:srgbClr val="FFFFFF"/>
                    </a:solidFill>
                  </a:tcPr>
                </a:tc>
              </a:tr>
              <a:tr h="457200">
                <a:tc>
                  <a:txBody>
                    <a:bodyPr/>
                    <a:lstStyle/>
                    <a:p>
                      <a:pPr algn="l" indent="0" marL="0">
                        <a:buNone/>
                      </a:pPr>
                      <a:r>
                        <a:rPr lang="en-US" sz="1050" b="1" dirty="0">
                          <a:solidFill>
                            <a:srgbClr val="1E2621"/>
                          </a:solidFill>
                          <a:latin typeface="Malgun Gothic" pitchFamily="34" charset="0"/>
                          <a:ea typeface="Malgun Gothic" pitchFamily="34" charset="-122"/>
                          <a:cs typeface="Malgun Gothic" pitchFamily="34" charset="-120"/>
                        </a:rPr>
                        <a:t>대구광역시</a:t>
                      </a:r>
                      <a:endParaRPr lang="en-US" sz="1050" dirty="0">
                        <a:latin typeface="Malgun Gothic" charset="0"/>
                        <a:ea typeface="Malgun Gothic" charset="0"/>
                        <a:cs typeface="Malgun Gothic" charset="0"/>
                      </a:endParaRPr>
                    </a:p>
                  </a:txBody>
                  <a:tcPr marL="54864" marR="54864" marT="27432" marB="27432" anchor="ctr">
                    <a:lnL w="12700" cap="flat" cmpd="sng" algn="ctr">
                      <a:solidFill>
                        <a:srgbClr val="D8CBB2"/>
                      </a:solidFill>
                      <a:prstDash val="solid"/>
                      <a:round/>
                      <a:headEnd type="none" w="med" len="med"/>
                      <a:tailEnd type="none" w="med" len="med"/>
                    </a:lnL>
                    <a:lnR w="12700" cap="flat" cmpd="sng" algn="ctr">
                      <a:solidFill>
                        <a:srgbClr val="D8CBB2"/>
                      </a:solidFill>
                      <a:prstDash val="solid"/>
                      <a:round/>
                      <a:headEnd type="none" w="med" len="med"/>
                      <a:tailEnd type="none" w="med" len="med"/>
                    </a:lnR>
                    <a:lnT w="12700" cap="flat" cmpd="sng" algn="ctr">
                      <a:solidFill>
                        <a:srgbClr val="D8CBB2"/>
                      </a:solidFill>
                      <a:prstDash val="solid"/>
                      <a:round/>
                      <a:headEnd type="none" w="med" len="med"/>
                      <a:tailEnd type="none" w="med" len="med"/>
                    </a:lnT>
                    <a:lnB w="12700" cap="flat" cmpd="sng" algn="ctr">
                      <a:solidFill>
                        <a:srgbClr val="D8CBB2"/>
                      </a:solidFill>
                      <a:prstDash val="solid"/>
                      <a:round/>
                      <a:headEnd type="none" w="med" len="med"/>
                      <a:tailEnd type="none" w="med" len="med"/>
                    </a:lnB>
                    <a:solidFill>
                      <a:srgbClr val="FFFFFF"/>
                    </a:solidFill>
                  </a:tcPr>
                </a:tc>
                <a:tc>
                  <a:txBody>
                    <a:bodyPr/>
                    <a:lstStyle/>
                    <a:p>
                      <a:pPr algn="l" indent="0" marL="0">
                        <a:buNone/>
                      </a:pPr>
                      <a:r>
                        <a:rPr lang="en-US" sz="1050" b="1" dirty="0">
                          <a:solidFill>
                            <a:srgbClr val="1E2621"/>
                          </a:solidFill>
                          <a:latin typeface="Malgun Gothic" pitchFamily="34" charset="0"/>
                          <a:ea typeface="Malgun Gothic" pitchFamily="34" charset="-122"/>
                          <a:cs typeface="Malgun Gothic" pitchFamily="34" charset="-120"/>
                        </a:rPr>
                        <a:t>달성군</a:t>
                      </a:r>
                      <a:endParaRPr lang="en-US" sz="1050" dirty="0">
                        <a:latin typeface="Malgun Gothic" charset="0"/>
                        <a:ea typeface="Malgun Gothic" charset="0"/>
                        <a:cs typeface="Malgun Gothic" charset="0"/>
                      </a:endParaRPr>
                    </a:p>
                  </a:txBody>
                  <a:tcPr marL="54864" marR="54864" marT="27432" marB="27432" anchor="ctr">
                    <a:lnL w="12700" cap="flat" cmpd="sng" algn="ctr">
                      <a:solidFill>
                        <a:srgbClr val="D8CBB2"/>
                      </a:solidFill>
                      <a:prstDash val="solid"/>
                      <a:round/>
                      <a:headEnd type="none" w="med" len="med"/>
                      <a:tailEnd type="none" w="med" len="med"/>
                    </a:lnL>
                    <a:lnR w="12700" cap="flat" cmpd="sng" algn="ctr">
                      <a:solidFill>
                        <a:srgbClr val="D8CBB2"/>
                      </a:solidFill>
                      <a:prstDash val="solid"/>
                      <a:round/>
                      <a:headEnd type="none" w="med" len="med"/>
                      <a:tailEnd type="none" w="med" len="med"/>
                    </a:lnR>
                    <a:lnT w="12700" cap="flat" cmpd="sng" algn="ctr">
                      <a:solidFill>
                        <a:srgbClr val="D8CBB2"/>
                      </a:solidFill>
                      <a:prstDash val="solid"/>
                      <a:round/>
                      <a:headEnd type="none" w="med" len="med"/>
                      <a:tailEnd type="none" w="med" len="med"/>
                    </a:lnT>
                    <a:lnB w="12700" cap="flat" cmpd="sng" algn="ctr">
                      <a:solidFill>
                        <a:srgbClr val="D8CBB2"/>
                      </a:solidFill>
                      <a:prstDash val="solid"/>
                      <a:round/>
                      <a:headEnd type="none" w="med" len="med"/>
                      <a:tailEnd type="none" w="med" len="med"/>
                    </a:lnB>
                    <a:solidFill>
                      <a:srgbClr val="FFFFFF"/>
                    </a:solidFill>
                  </a:tcPr>
                </a:tc>
                <a:tc>
                  <a:txBody>
                    <a:bodyPr/>
                    <a:lstStyle/>
                    <a:p>
                      <a:pPr algn="l" indent="0" marL="0">
                        <a:buNone/>
                      </a:pPr>
                      <a:r>
                        <a:rPr lang="en-US" sz="1050" b="1" dirty="0">
                          <a:solidFill>
                            <a:srgbClr val="1E2621"/>
                          </a:solidFill>
                          <a:latin typeface="Malgun Gothic" pitchFamily="34" charset="0"/>
                          <a:ea typeface="Malgun Gothic" pitchFamily="34" charset="-122"/>
                          <a:cs typeface="Malgun Gothic" pitchFamily="34" charset="-120"/>
                        </a:rPr>
                        <a:t>쿠팡풀필먼트서비스대구3물류센터</a:t>
                      </a:r>
                      <a:endParaRPr lang="en-US" sz="1050" dirty="0">
                        <a:latin typeface="Malgun Gothic" charset="0"/>
                        <a:ea typeface="Malgun Gothic" charset="0"/>
                        <a:cs typeface="Malgun Gothic" charset="0"/>
                      </a:endParaRPr>
                    </a:p>
                  </a:txBody>
                  <a:tcPr marL="54864" marR="54864" marT="27432" marB="27432" anchor="ctr">
                    <a:lnL w="12700" cap="flat" cmpd="sng" algn="ctr">
                      <a:solidFill>
                        <a:srgbClr val="D8CBB2"/>
                      </a:solidFill>
                      <a:prstDash val="solid"/>
                      <a:round/>
                      <a:headEnd type="none" w="med" len="med"/>
                      <a:tailEnd type="none" w="med" len="med"/>
                    </a:lnL>
                    <a:lnR w="12700" cap="flat" cmpd="sng" algn="ctr">
                      <a:solidFill>
                        <a:srgbClr val="D8CBB2"/>
                      </a:solidFill>
                      <a:prstDash val="solid"/>
                      <a:round/>
                      <a:headEnd type="none" w="med" len="med"/>
                      <a:tailEnd type="none" w="med" len="med"/>
                    </a:lnR>
                    <a:lnT w="12700" cap="flat" cmpd="sng" algn="ctr">
                      <a:solidFill>
                        <a:srgbClr val="D8CBB2"/>
                      </a:solidFill>
                      <a:prstDash val="solid"/>
                      <a:round/>
                      <a:headEnd type="none" w="med" len="med"/>
                      <a:tailEnd type="none" w="med" len="med"/>
                    </a:lnT>
                    <a:lnB w="12700" cap="flat" cmpd="sng" algn="ctr">
                      <a:solidFill>
                        <a:srgbClr val="D8CBB2"/>
                      </a:solidFill>
                      <a:prstDash val="solid"/>
                      <a:round/>
                      <a:headEnd type="none" w="med" len="med"/>
                      <a:tailEnd type="none" w="med" len="med"/>
                    </a:lnB>
                    <a:solidFill>
                      <a:srgbClr val="FFFFFF"/>
                    </a:solidFill>
                  </a:tcPr>
                </a:tc>
                <a:tc>
                  <a:txBody>
                    <a:bodyPr/>
                    <a:lstStyle/>
                    <a:p>
                      <a:pPr algn="l" indent="0" marL="0">
                        <a:buNone/>
                      </a:pPr>
                      <a:r>
                        <a:rPr lang="en-US" sz="1050" b="1" dirty="0">
                          <a:solidFill>
                            <a:srgbClr val="1E2621"/>
                          </a:solidFill>
                          <a:latin typeface="Malgun Gothic" pitchFamily="34" charset="0"/>
                          <a:ea typeface="Malgun Gothic" pitchFamily="34" charset="-122"/>
                          <a:cs typeface="Malgun Gothic" pitchFamily="34" charset="-120"/>
                        </a:rPr>
                        <a:t>B2F CORE#2</a:t>
                      </a:r>
                      <a:endParaRPr lang="en-US" sz="1050" dirty="0">
                        <a:latin typeface="Malgun Gothic" charset="0"/>
                        <a:ea typeface="Malgun Gothic" charset="0"/>
                        <a:cs typeface="Malgun Gothic" charset="0"/>
                      </a:endParaRPr>
                    </a:p>
                  </a:txBody>
                  <a:tcPr marL="54864" marR="54864" marT="27432" marB="27432" anchor="ctr">
                    <a:lnL w="12700" cap="flat" cmpd="sng" algn="ctr">
                      <a:solidFill>
                        <a:srgbClr val="D8CBB2"/>
                      </a:solidFill>
                      <a:prstDash val="solid"/>
                      <a:round/>
                      <a:headEnd type="none" w="med" len="med"/>
                      <a:tailEnd type="none" w="med" len="med"/>
                    </a:lnL>
                    <a:lnR w="12700" cap="flat" cmpd="sng" algn="ctr">
                      <a:solidFill>
                        <a:srgbClr val="D8CBB2"/>
                      </a:solidFill>
                      <a:prstDash val="solid"/>
                      <a:round/>
                      <a:headEnd type="none" w="med" len="med"/>
                      <a:tailEnd type="none" w="med" len="med"/>
                    </a:lnR>
                    <a:lnT w="12700" cap="flat" cmpd="sng" algn="ctr">
                      <a:solidFill>
                        <a:srgbClr val="D8CBB2"/>
                      </a:solidFill>
                      <a:prstDash val="solid"/>
                      <a:round/>
                      <a:headEnd type="none" w="med" len="med"/>
                      <a:tailEnd type="none" w="med" len="med"/>
                    </a:lnT>
                    <a:lnB w="12700" cap="flat" cmpd="sng" algn="ctr">
                      <a:solidFill>
                        <a:srgbClr val="D8CBB2"/>
                      </a:solidFill>
                      <a:prstDash val="solid"/>
                      <a:round/>
                      <a:headEnd type="none" w="med" len="med"/>
                      <a:tailEnd type="none" w="med" len="med"/>
                    </a:lnB>
                    <a:solidFill>
                      <a:srgbClr val="FFFFFF"/>
                    </a:solidFill>
                  </a:tcPr>
                </a:tc>
                <a:tc>
                  <a:txBody>
                    <a:bodyPr/>
                    <a:lstStyle/>
                    <a:p>
                      <a:pPr algn="l" indent="0" marL="0">
                        <a:buNone/>
                      </a:pPr>
                      <a:r>
                        <a:rPr lang="en-US" sz="1050" b="1" dirty="0">
                          <a:solidFill>
                            <a:srgbClr val="1E2621"/>
                          </a:solidFill>
                          <a:latin typeface="Malgun Gothic" pitchFamily="34" charset="0"/>
                          <a:ea typeface="Malgun Gothic" pitchFamily="34" charset="-122"/>
                          <a:cs typeface="Malgun Gothic" pitchFamily="34" charset="-120"/>
                        </a:rPr>
                        <a:t>HR-501</a:t>
                      </a:r>
                      <a:endParaRPr lang="en-US" sz="1050" dirty="0">
                        <a:latin typeface="Malgun Gothic" charset="0"/>
                        <a:ea typeface="Malgun Gothic" charset="0"/>
                        <a:cs typeface="Malgun Gothic" charset="0"/>
                      </a:endParaRPr>
                    </a:p>
                  </a:txBody>
                  <a:tcPr marL="54864" marR="54864" marT="27432" marB="27432" anchor="ctr">
                    <a:lnL w="12700" cap="flat" cmpd="sng" algn="ctr">
                      <a:solidFill>
                        <a:srgbClr val="D8CBB2"/>
                      </a:solidFill>
                      <a:prstDash val="solid"/>
                      <a:round/>
                      <a:headEnd type="none" w="med" len="med"/>
                      <a:tailEnd type="none" w="med" len="med"/>
                    </a:lnL>
                    <a:lnR w="12700" cap="flat" cmpd="sng" algn="ctr">
                      <a:solidFill>
                        <a:srgbClr val="D8CBB2"/>
                      </a:solidFill>
                      <a:prstDash val="solid"/>
                      <a:round/>
                      <a:headEnd type="none" w="med" len="med"/>
                      <a:tailEnd type="none" w="med" len="med"/>
                    </a:lnR>
                    <a:lnT w="12700" cap="flat" cmpd="sng" algn="ctr">
                      <a:solidFill>
                        <a:srgbClr val="D8CBB2"/>
                      </a:solidFill>
                      <a:prstDash val="solid"/>
                      <a:round/>
                      <a:headEnd type="none" w="med" len="med"/>
                      <a:tailEnd type="none" w="med" len="med"/>
                    </a:lnT>
                    <a:lnB w="12700" cap="flat" cmpd="sng" algn="ctr">
                      <a:solidFill>
                        <a:srgbClr val="D8CBB2"/>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1E2621"/>
                          </a:solidFill>
                          <a:latin typeface="Malgun Gothic" pitchFamily="34" charset="0"/>
                          <a:ea typeface="Malgun Gothic" pitchFamily="34" charset="-122"/>
                          <a:cs typeface="Malgun Gothic" pitchFamily="34" charset="-120"/>
                        </a:rPr>
                        <a:t>35.6509</a:t>
                      </a:r>
                      <a:endParaRPr lang="en-US" sz="1050" dirty="0">
                        <a:latin typeface="Malgun Gothic" charset="0"/>
                        <a:ea typeface="Malgun Gothic" charset="0"/>
                        <a:cs typeface="Malgun Gothic" charset="0"/>
                      </a:endParaRPr>
                    </a:p>
                  </a:txBody>
                  <a:tcPr marL="54864" marR="54864" marT="27432" marB="27432" anchor="ctr">
                    <a:lnL w="12700" cap="flat" cmpd="sng" algn="ctr">
                      <a:solidFill>
                        <a:srgbClr val="D8CBB2"/>
                      </a:solidFill>
                      <a:prstDash val="solid"/>
                      <a:round/>
                      <a:headEnd type="none" w="med" len="med"/>
                      <a:tailEnd type="none" w="med" len="med"/>
                    </a:lnL>
                    <a:lnR w="12700" cap="flat" cmpd="sng" algn="ctr">
                      <a:solidFill>
                        <a:srgbClr val="D8CBB2"/>
                      </a:solidFill>
                      <a:prstDash val="solid"/>
                      <a:round/>
                      <a:headEnd type="none" w="med" len="med"/>
                      <a:tailEnd type="none" w="med" len="med"/>
                    </a:lnR>
                    <a:lnT w="12700" cap="flat" cmpd="sng" algn="ctr">
                      <a:solidFill>
                        <a:srgbClr val="D8CBB2"/>
                      </a:solidFill>
                      <a:prstDash val="solid"/>
                      <a:round/>
                      <a:headEnd type="none" w="med" len="med"/>
                      <a:tailEnd type="none" w="med" len="med"/>
                    </a:lnT>
                    <a:lnB w="12700" cap="flat" cmpd="sng" algn="ctr">
                      <a:solidFill>
                        <a:srgbClr val="D8CBB2"/>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1E2621"/>
                          </a:solidFill>
                          <a:latin typeface="Malgun Gothic" pitchFamily="34" charset="0"/>
                          <a:ea typeface="Malgun Gothic" pitchFamily="34" charset="-122"/>
                          <a:cs typeface="Malgun Gothic" pitchFamily="34" charset="-120"/>
                        </a:rPr>
                        <a:t>128.4319</a:t>
                      </a:r>
                      <a:endParaRPr lang="en-US" sz="1050" dirty="0">
                        <a:latin typeface="Malgun Gothic" charset="0"/>
                        <a:ea typeface="Malgun Gothic" charset="0"/>
                        <a:cs typeface="Malgun Gothic" charset="0"/>
                      </a:endParaRPr>
                    </a:p>
                  </a:txBody>
                  <a:tcPr marL="54864" marR="54864" marT="27432" marB="27432" anchor="ctr">
                    <a:lnL w="12700" cap="flat" cmpd="sng" algn="ctr">
                      <a:solidFill>
                        <a:srgbClr val="D8CBB2"/>
                      </a:solidFill>
                      <a:prstDash val="solid"/>
                      <a:round/>
                      <a:headEnd type="none" w="med" len="med"/>
                      <a:tailEnd type="none" w="med" len="med"/>
                    </a:lnL>
                    <a:lnR w="12700" cap="flat" cmpd="sng" algn="ctr">
                      <a:solidFill>
                        <a:srgbClr val="D8CBB2"/>
                      </a:solidFill>
                      <a:prstDash val="solid"/>
                      <a:round/>
                      <a:headEnd type="none" w="med" len="med"/>
                      <a:tailEnd type="none" w="med" len="med"/>
                    </a:lnR>
                    <a:lnT w="12700" cap="flat" cmpd="sng" algn="ctr">
                      <a:solidFill>
                        <a:srgbClr val="D8CBB2"/>
                      </a:solidFill>
                      <a:prstDash val="solid"/>
                      <a:round/>
                      <a:headEnd type="none" w="med" len="med"/>
                      <a:tailEnd type="none" w="med" len="med"/>
                    </a:lnT>
                    <a:lnB w="12700" cap="flat" cmpd="sng" algn="ctr">
                      <a:solidFill>
                        <a:srgbClr val="D8CBB2"/>
                      </a:solidFill>
                      <a:prstDash val="solid"/>
                      <a:round/>
                      <a:headEnd type="none" w="med" len="med"/>
                      <a:tailEnd type="none" w="med" len="med"/>
                    </a:lnB>
                    <a:solidFill>
                      <a:srgbClr val="FFFFFF"/>
                    </a:solidFill>
                  </a:tcPr>
                </a:tc>
              </a:tr>
              <a:tr h="457200">
                <a:tc>
                  <a:txBody>
                    <a:bodyPr/>
                    <a:lstStyle/>
                    <a:p>
                      <a:pPr algn="l" indent="0" marL="0">
                        <a:buNone/>
                      </a:pPr>
                      <a:r>
                        <a:rPr lang="en-US" sz="1050" b="1" dirty="0">
                          <a:solidFill>
                            <a:srgbClr val="1E2621"/>
                          </a:solidFill>
                          <a:latin typeface="Malgun Gothic" pitchFamily="34" charset="0"/>
                          <a:ea typeface="Malgun Gothic" pitchFamily="34" charset="-122"/>
                          <a:cs typeface="Malgun Gothic" pitchFamily="34" charset="-120"/>
                        </a:rPr>
                        <a:t>경기도</a:t>
                      </a:r>
                      <a:endParaRPr lang="en-US" sz="1050" dirty="0">
                        <a:latin typeface="Malgun Gothic" charset="0"/>
                        <a:ea typeface="Malgun Gothic" charset="0"/>
                        <a:cs typeface="Malgun Gothic" charset="0"/>
                      </a:endParaRPr>
                    </a:p>
                  </a:txBody>
                  <a:tcPr marL="54864" marR="54864" marT="27432" marB="27432" anchor="ctr">
                    <a:lnL w="12700" cap="flat" cmpd="sng" algn="ctr">
                      <a:solidFill>
                        <a:srgbClr val="D8CBB2"/>
                      </a:solidFill>
                      <a:prstDash val="solid"/>
                      <a:round/>
                      <a:headEnd type="none" w="med" len="med"/>
                      <a:tailEnd type="none" w="med" len="med"/>
                    </a:lnL>
                    <a:lnR w="12700" cap="flat" cmpd="sng" algn="ctr">
                      <a:solidFill>
                        <a:srgbClr val="D8CBB2"/>
                      </a:solidFill>
                      <a:prstDash val="solid"/>
                      <a:round/>
                      <a:headEnd type="none" w="med" len="med"/>
                      <a:tailEnd type="none" w="med" len="med"/>
                    </a:lnR>
                    <a:lnT w="12700" cap="flat" cmpd="sng" algn="ctr">
                      <a:solidFill>
                        <a:srgbClr val="D8CBB2"/>
                      </a:solidFill>
                      <a:prstDash val="solid"/>
                      <a:round/>
                      <a:headEnd type="none" w="med" len="med"/>
                      <a:tailEnd type="none" w="med" len="med"/>
                    </a:lnT>
                    <a:lnB w="12700" cap="flat" cmpd="sng" algn="ctr">
                      <a:solidFill>
                        <a:srgbClr val="D8CBB2"/>
                      </a:solidFill>
                      <a:prstDash val="solid"/>
                      <a:round/>
                      <a:headEnd type="none" w="med" len="med"/>
                      <a:tailEnd type="none" w="med" len="med"/>
                    </a:lnB>
                    <a:solidFill>
                      <a:srgbClr val="FFFFFF"/>
                    </a:solidFill>
                  </a:tcPr>
                </a:tc>
                <a:tc>
                  <a:txBody>
                    <a:bodyPr/>
                    <a:lstStyle/>
                    <a:p>
                      <a:pPr algn="l" indent="0" marL="0">
                        <a:buNone/>
                      </a:pPr>
                      <a:r>
                        <a:rPr lang="en-US" sz="1050" b="1" dirty="0">
                          <a:solidFill>
                            <a:srgbClr val="1E2621"/>
                          </a:solidFill>
                          <a:latin typeface="Malgun Gothic" pitchFamily="34" charset="0"/>
                          <a:ea typeface="Malgun Gothic" pitchFamily="34" charset="-122"/>
                          <a:cs typeface="Malgun Gothic" pitchFamily="34" charset="-120"/>
                        </a:rPr>
                        <a:t>성남시 수정구</a:t>
                      </a:r>
                      <a:endParaRPr lang="en-US" sz="1050" dirty="0">
                        <a:latin typeface="Malgun Gothic" charset="0"/>
                        <a:ea typeface="Malgun Gothic" charset="0"/>
                        <a:cs typeface="Malgun Gothic" charset="0"/>
                      </a:endParaRPr>
                    </a:p>
                  </a:txBody>
                  <a:tcPr marL="54864" marR="54864" marT="27432" marB="27432" anchor="ctr">
                    <a:lnL w="12700" cap="flat" cmpd="sng" algn="ctr">
                      <a:solidFill>
                        <a:srgbClr val="D8CBB2"/>
                      </a:solidFill>
                      <a:prstDash val="solid"/>
                      <a:round/>
                      <a:headEnd type="none" w="med" len="med"/>
                      <a:tailEnd type="none" w="med" len="med"/>
                    </a:lnL>
                    <a:lnR w="12700" cap="flat" cmpd="sng" algn="ctr">
                      <a:solidFill>
                        <a:srgbClr val="D8CBB2"/>
                      </a:solidFill>
                      <a:prstDash val="solid"/>
                      <a:round/>
                      <a:headEnd type="none" w="med" len="med"/>
                      <a:tailEnd type="none" w="med" len="med"/>
                    </a:lnR>
                    <a:lnT w="12700" cap="flat" cmpd="sng" algn="ctr">
                      <a:solidFill>
                        <a:srgbClr val="D8CBB2"/>
                      </a:solidFill>
                      <a:prstDash val="solid"/>
                      <a:round/>
                      <a:headEnd type="none" w="med" len="med"/>
                      <a:tailEnd type="none" w="med" len="med"/>
                    </a:lnT>
                    <a:lnB w="12700" cap="flat" cmpd="sng" algn="ctr">
                      <a:solidFill>
                        <a:srgbClr val="D8CBB2"/>
                      </a:solidFill>
                      <a:prstDash val="solid"/>
                      <a:round/>
                      <a:headEnd type="none" w="med" len="med"/>
                      <a:tailEnd type="none" w="med" len="med"/>
                    </a:lnB>
                    <a:solidFill>
                      <a:srgbClr val="FFFFFF"/>
                    </a:solidFill>
                  </a:tcPr>
                </a:tc>
                <a:tc>
                  <a:txBody>
                    <a:bodyPr/>
                    <a:lstStyle/>
                    <a:p>
                      <a:pPr algn="l" indent="0" marL="0">
                        <a:buNone/>
                      </a:pPr>
                      <a:r>
                        <a:rPr lang="en-US" sz="1050" b="1" dirty="0">
                          <a:solidFill>
                            <a:srgbClr val="1E2621"/>
                          </a:solidFill>
                          <a:latin typeface="Malgun Gothic" pitchFamily="34" charset="0"/>
                          <a:ea typeface="Malgun Gothic" pitchFamily="34" charset="-122"/>
                          <a:cs typeface="Malgun Gothic" pitchFamily="34" charset="-120"/>
                        </a:rPr>
                        <a:t>성남시수정청소년수련관</a:t>
                      </a:r>
                      <a:endParaRPr lang="en-US" sz="1050" dirty="0">
                        <a:latin typeface="Malgun Gothic" charset="0"/>
                        <a:ea typeface="Malgun Gothic" charset="0"/>
                        <a:cs typeface="Malgun Gothic" charset="0"/>
                      </a:endParaRPr>
                    </a:p>
                  </a:txBody>
                  <a:tcPr marL="54864" marR="54864" marT="27432" marB="27432" anchor="ctr">
                    <a:lnL w="12700" cap="flat" cmpd="sng" algn="ctr">
                      <a:solidFill>
                        <a:srgbClr val="D8CBB2"/>
                      </a:solidFill>
                      <a:prstDash val="solid"/>
                      <a:round/>
                      <a:headEnd type="none" w="med" len="med"/>
                      <a:tailEnd type="none" w="med" len="med"/>
                    </a:lnL>
                    <a:lnR w="12700" cap="flat" cmpd="sng" algn="ctr">
                      <a:solidFill>
                        <a:srgbClr val="D8CBB2"/>
                      </a:solidFill>
                      <a:prstDash val="solid"/>
                      <a:round/>
                      <a:headEnd type="none" w="med" len="med"/>
                      <a:tailEnd type="none" w="med" len="med"/>
                    </a:lnR>
                    <a:lnT w="12700" cap="flat" cmpd="sng" algn="ctr">
                      <a:solidFill>
                        <a:srgbClr val="D8CBB2"/>
                      </a:solidFill>
                      <a:prstDash val="solid"/>
                      <a:round/>
                      <a:headEnd type="none" w="med" len="med"/>
                      <a:tailEnd type="none" w="med" len="med"/>
                    </a:lnT>
                    <a:lnB w="12700" cap="flat" cmpd="sng" algn="ctr">
                      <a:solidFill>
                        <a:srgbClr val="D8CBB2"/>
                      </a:solidFill>
                      <a:prstDash val="solid"/>
                      <a:round/>
                      <a:headEnd type="none" w="med" len="med"/>
                      <a:tailEnd type="none" w="med" len="med"/>
                    </a:lnB>
                    <a:solidFill>
                      <a:srgbClr val="FFFFFF"/>
                    </a:solidFill>
                  </a:tcPr>
                </a:tc>
                <a:tc>
                  <a:txBody>
                    <a:bodyPr/>
                    <a:lstStyle/>
                    <a:p>
                      <a:pPr algn="l" indent="0" marL="0">
                        <a:buNone/>
                      </a:pPr>
                      <a:r>
                        <a:rPr lang="en-US" sz="1050" b="1" dirty="0">
                          <a:solidFill>
                            <a:srgbClr val="1E2621"/>
                          </a:solidFill>
                          <a:latin typeface="Malgun Gothic" pitchFamily="34" charset="0"/>
                          <a:ea typeface="Malgun Gothic" pitchFamily="34" charset="-122"/>
                          <a:cs typeface="Malgun Gothic" pitchFamily="34" charset="-120"/>
                        </a:rPr>
                        <a:t>지하2층 키박스</a:t>
                      </a:r>
                      <a:endParaRPr lang="en-US" sz="1050" dirty="0">
                        <a:latin typeface="Malgun Gothic" charset="0"/>
                        <a:ea typeface="Malgun Gothic" charset="0"/>
                        <a:cs typeface="Malgun Gothic" charset="0"/>
                      </a:endParaRPr>
                    </a:p>
                  </a:txBody>
                  <a:tcPr marL="54864" marR="54864" marT="27432" marB="27432" anchor="ctr">
                    <a:lnL w="12700" cap="flat" cmpd="sng" algn="ctr">
                      <a:solidFill>
                        <a:srgbClr val="D8CBB2"/>
                      </a:solidFill>
                      <a:prstDash val="solid"/>
                      <a:round/>
                      <a:headEnd type="none" w="med" len="med"/>
                      <a:tailEnd type="none" w="med" len="med"/>
                    </a:lnL>
                    <a:lnR w="12700" cap="flat" cmpd="sng" algn="ctr">
                      <a:solidFill>
                        <a:srgbClr val="D8CBB2"/>
                      </a:solidFill>
                      <a:prstDash val="solid"/>
                      <a:round/>
                      <a:headEnd type="none" w="med" len="med"/>
                      <a:tailEnd type="none" w="med" len="med"/>
                    </a:lnR>
                    <a:lnT w="12700" cap="flat" cmpd="sng" algn="ctr">
                      <a:solidFill>
                        <a:srgbClr val="D8CBB2"/>
                      </a:solidFill>
                      <a:prstDash val="solid"/>
                      <a:round/>
                      <a:headEnd type="none" w="med" len="med"/>
                      <a:tailEnd type="none" w="med" len="med"/>
                    </a:lnT>
                    <a:lnB w="12700" cap="flat" cmpd="sng" algn="ctr">
                      <a:solidFill>
                        <a:srgbClr val="D8CBB2"/>
                      </a:solidFill>
                      <a:prstDash val="solid"/>
                      <a:round/>
                      <a:headEnd type="none" w="med" len="med"/>
                      <a:tailEnd type="none" w="med" len="med"/>
                    </a:lnB>
                    <a:solidFill>
                      <a:srgbClr val="FFFFFF"/>
                    </a:solidFill>
                  </a:tcPr>
                </a:tc>
                <a:tc>
                  <a:txBody>
                    <a:bodyPr/>
                    <a:lstStyle/>
                    <a:p>
                      <a:pPr algn="l" indent="0" marL="0">
                        <a:buNone/>
                      </a:pPr>
                      <a:r>
                        <a:rPr lang="en-US" sz="1050" b="1" dirty="0">
                          <a:solidFill>
                            <a:srgbClr val="1E2621"/>
                          </a:solidFill>
                          <a:latin typeface="Malgun Gothic" pitchFamily="34" charset="0"/>
                          <a:ea typeface="Malgun Gothic" pitchFamily="34" charset="-122"/>
                          <a:cs typeface="Malgun Gothic" pitchFamily="34" charset="-120"/>
                        </a:rPr>
                        <a:t>저출력심장충격기 CU-SP1</a:t>
                      </a:r>
                      <a:endParaRPr lang="en-US" sz="1050" dirty="0">
                        <a:latin typeface="Malgun Gothic" charset="0"/>
                        <a:ea typeface="Malgun Gothic" charset="0"/>
                        <a:cs typeface="Malgun Gothic" charset="0"/>
                      </a:endParaRPr>
                    </a:p>
                  </a:txBody>
                  <a:tcPr marL="54864" marR="54864" marT="27432" marB="27432" anchor="ctr">
                    <a:lnL w="12700" cap="flat" cmpd="sng" algn="ctr">
                      <a:solidFill>
                        <a:srgbClr val="D8CBB2"/>
                      </a:solidFill>
                      <a:prstDash val="solid"/>
                      <a:round/>
                      <a:headEnd type="none" w="med" len="med"/>
                      <a:tailEnd type="none" w="med" len="med"/>
                    </a:lnL>
                    <a:lnR w="12700" cap="flat" cmpd="sng" algn="ctr">
                      <a:solidFill>
                        <a:srgbClr val="D8CBB2"/>
                      </a:solidFill>
                      <a:prstDash val="solid"/>
                      <a:round/>
                      <a:headEnd type="none" w="med" len="med"/>
                      <a:tailEnd type="none" w="med" len="med"/>
                    </a:lnR>
                    <a:lnT w="12700" cap="flat" cmpd="sng" algn="ctr">
                      <a:solidFill>
                        <a:srgbClr val="D8CBB2"/>
                      </a:solidFill>
                      <a:prstDash val="solid"/>
                      <a:round/>
                      <a:headEnd type="none" w="med" len="med"/>
                      <a:tailEnd type="none" w="med" len="med"/>
                    </a:lnT>
                    <a:lnB w="12700" cap="flat" cmpd="sng" algn="ctr">
                      <a:solidFill>
                        <a:srgbClr val="D8CBB2"/>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1E2621"/>
                          </a:solidFill>
                          <a:latin typeface="Malgun Gothic" pitchFamily="34" charset="0"/>
                          <a:ea typeface="Malgun Gothic" pitchFamily="34" charset="-122"/>
                          <a:cs typeface="Malgun Gothic" pitchFamily="34" charset="-120"/>
                        </a:rPr>
                        <a:t>37.4493</a:t>
                      </a:r>
                      <a:endParaRPr lang="en-US" sz="1050" dirty="0">
                        <a:latin typeface="Malgun Gothic" charset="0"/>
                        <a:ea typeface="Malgun Gothic" charset="0"/>
                        <a:cs typeface="Malgun Gothic" charset="0"/>
                      </a:endParaRPr>
                    </a:p>
                  </a:txBody>
                  <a:tcPr marL="54864" marR="54864" marT="27432" marB="27432" anchor="ctr">
                    <a:lnL w="12700" cap="flat" cmpd="sng" algn="ctr">
                      <a:solidFill>
                        <a:srgbClr val="D8CBB2"/>
                      </a:solidFill>
                      <a:prstDash val="solid"/>
                      <a:round/>
                      <a:headEnd type="none" w="med" len="med"/>
                      <a:tailEnd type="none" w="med" len="med"/>
                    </a:lnL>
                    <a:lnR w="12700" cap="flat" cmpd="sng" algn="ctr">
                      <a:solidFill>
                        <a:srgbClr val="D8CBB2"/>
                      </a:solidFill>
                      <a:prstDash val="solid"/>
                      <a:round/>
                      <a:headEnd type="none" w="med" len="med"/>
                      <a:tailEnd type="none" w="med" len="med"/>
                    </a:lnR>
                    <a:lnT w="12700" cap="flat" cmpd="sng" algn="ctr">
                      <a:solidFill>
                        <a:srgbClr val="D8CBB2"/>
                      </a:solidFill>
                      <a:prstDash val="solid"/>
                      <a:round/>
                      <a:headEnd type="none" w="med" len="med"/>
                      <a:tailEnd type="none" w="med" len="med"/>
                    </a:lnT>
                    <a:lnB w="12700" cap="flat" cmpd="sng" algn="ctr">
                      <a:solidFill>
                        <a:srgbClr val="D8CBB2"/>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1E2621"/>
                          </a:solidFill>
                          <a:latin typeface="Malgun Gothic" pitchFamily="34" charset="0"/>
                          <a:ea typeface="Malgun Gothic" pitchFamily="34" charset="-122"/>
                          <a:cs typeface="Malgun Gothic" pitchFamily="34" charset="-120"/>
                        </a:rPr>
                        <a:t>127.1502</a:t>
                      </a:r>
                      <a:endParaRPr lang="en-US" sz="1050" dirty="0">
                        <a:latin typeface="Malgun Gothic" charset="0"/>
                        <a:ea typeface="Malgun Gothic" charset="0"/>
                        <a:cs typeface="Malgun Gothic" charset="0"/>
                      </a:endParaRPr>
                    </a:p>
                  </a:txBody>
                  <a:tcPr marL="54864" marR="54864" marT="27432" marB="27432" anchor="ctr">
                    <a:lnL w="12700" cap="flat" cmpd="sng" algn="ctr">
                      <a:solidFill>
                        <a:srgbClr val="D8CBB2"/>
                      </a:solidFill>
                      <a:prstDash val="solid"/>
                      <a:round/>
                      <a:headEnd type="none" w="med" len="med"/>
                      <a:tailEnd type="none" w="med" len="med"/>
                    </a:lnL>
                    <a:lnR w="12700" cap="flat" cmpd="sng" algn="ctr">
                      <a:solidFill>
                        <a:srgbClr val="D8CBB2"/>
                      </a:solidFill>
                      <a:prstDash val="solid"/>
                      <a:round/>
                      <a:headEnd type="none" w="med" len="med"/>
                      <a:tailEnd type="none" w="med" len="med"/>
                    </a:lnR>
                    <a:lnT w="12700" cap="flat" cmpd="sng" algn="ctr">
                      <a:solidFill>
                        <a:srgbClr val="D8CBB2"/>
                      </a:solidFill>
                      <a:prstDash val="solid"/>
                      <a:round/>
                      <a:headEnd type="none" w="med" len="med"/>
                      <a:tailEnd type="none" w="med" len="med"/>
                    </a:lnT>
                    <a:lnB w="12700" cap="flat" cmpd="sng" algn="ctr">
                      <a:solidFill>
                        <a:srgbClr val="D8CBB2"/>
                      </a:solidFill>
                      <a:prstDash val="solid"/>
                      <a:round/>
                      <a:headEnd type="none" w="med" len="med"/>
                      <a:tailEnd type="none" w="med" len="med"/>
                    </a:lnB>
                    <a:solidFill>
                      <a:srgbClr val="FFFFFF"/>
                    </a:solidFill>
                  </a:tcPr>
                </a:tc>
              </a:tr>
              <a:tr h="457200">
                <a:tc>
                  <a:txBody>
                    <a:bodyPr/>
                    <a:lstStyle/>
                    <a:p>
                      <a:pPr algn="l" indent="0" marL="0">
                        <a:buNone/>
                      </a:pPr>
                      <a:r>
                        <a:rPr lang="en-US" sz="1050" b="1" dirty="0">
                          <a:solidFill>
                            <a:srgbClr val="1E2621"/>
                          </a:solidFill>
                          <a:latin typeface="Malgun Gothic" pitchFamily="34" charset="0"/>
                          <a:ea typeface="Malgun Gothic" pitchFamily="34" charset="-122"/>
                          <a:cs typeface="Malgun Gothic" pitchFamily="34" charset="-120"/>
                        </a:rPr>
                        <a:t>강원특별자치도</a:t>
                      </a:r>
                      <a:endParaRPr lang="en-US" sz="1050" dirty="0">
                        <a:latin typeface="Malgun Gothic" charset="0"/>
                        <a:ea typeface="Malgun Gothic" charset="0"/>
                        <a:cs typeface="Malgun Gothic" charset="0"/>
                      </a:endParaRPr>
                    </a:p>
                  </a:txBody>
                  <a:tcPr marL="54864" marR="54864" marT="27432" marB="27432" anchor="ctr">
                    <a:lnL w="12700" cap="flat" cmpd="sng" algn="ctr">
                      <a:solidFill>
                        <a:srgbClr val="D8CBB2"/>
                      </a:solidFill>
                      <a:prstDash val="solid"/>
                      <a:round/>
                      <a:headEnd type="none" w="med" len="med"/>
                      <a:tailEnd type="none" w="med" len="med"/>
                    </a:lnL>
                    <a:lnR w="12700" cap="flat" cmpd="sng" algn="ctr">
                      <a:solidFill>
                        <a:srgbClr val="D8CBB2"/>
                      </a:solidFill>
                      <a:prstDash val="solid"/>
                      <a:round/>
                      <a:headEnd type="none" w="med" len="med"/>
                      <a:tailEnd type="none" w="med" len="med"/>
                    </a:lnR>
                    <a:lnT w="12700" cap="flat" cmpd="sng" algn="ctr">
                      <a:solidFill>
                        <a:srgbClr val="D8CBB2"/>
                      </a:solidFill>
                      <a:prstDash val="solid"/>
                      <a:round/>
                      <a:headEnd type="none" w="med" len="med"/>
                      <a:tailEnd type="none" w="med" len="med"/>
                    </a:lnT>
                    <a:lnB w="12700" cap="flat" cmpd="sng" algn="ctr">
                      <a:solidFill>
                        <a:srgbClr val="D8CBB2"/>
                      </a:solidFill>
                      <a:prstDash val="solid"/>
                      <a:round/>
                      <a:headEnd type="none" w="med" len="med"/>
                      <a:tailEnd type="none" w="med" len="med"/>
                    </a:lnB>
                    <a:solidFill>
                      <a:srgbClr val="FFFFFF"/>
                    </a:solidFill>
                  </a:tcPr>
                </a:tc>
                <a:tc>
                  <a:txBody>
                    <a:bodyPr/>
                    <a:lstStyle/>
                    <a:p>
                      <a:pPr algn="l" indent="0" marL="0">
                        <a:buNone/>
                      </a:pPr>
                      <a:r>
                        <a:rPr lang="en-US" sz="1050" b="1" dirty="0">
                          <a:solidFill>
                            <a:srgbClr val="1E2621"/>
                          </a:solidFill>
                          <a:latin typeface="Malgun Gothic" pitchFamily="34" charset="0"/>
                          <a:ea typeface="Malgun Gothic" pitchFamily="34" charset="-122"/>
                          <a:cs typeface="Malgun Gothic" pitchFamily="34" charset="-120"/>
                        </a:rPr>
                        <a:t>홍천군</a:t>
                      </a:r>
                      <a:endParaRPr lang="en-US" sz="1050" dirty="0">
                        <a:latin typeface="Malgun Gothic" charset="0"/>
                        <a:ea typeface="Malgun Gothic" charset="0"/>
                        <a:cs typeface="Malgun Gothic" charset="0"/>
                      </a:endParaRPr>
                    </a:p>
                  </a:txBody>
                  <a:tcPr marL="54864" marR="54864" marT="27432" marB="27432" anchor="ctr">
                    <a:lnL w="12700" cap="flat" cmpd="sng" algn="ctr">
                      <a:solidFill>
                        <a:srgbClr val="D8CBB2"/>
                      </a:solidFill>
                      <a:prstDash val="solid"/>
                      <a:round/>
                      <a:headEnd type="none" w="med" len="med"/>
                      <a:tailEnd type="none" w="med" len="med"/>
                    </a:lnL>
                    <a:lnR w="12700" cap="flat" cmpd="sng" algn="ctr">
                      <a:solidFill>
                        <a:srgbClr val="D8CBB2"/>
                      </a:solidFill>
                      <a:prstDash val="solid"/>
                      <a:round/>
                      <a:headEnd type="none" w="med" len="med"/>
                      <a:tailEnd type="none" w="med" len="med"/>
                    </a:lnR>
                    <a:lnT w="12700" cap="flat" cmpd="sng" algn="ctr">
                      <a:solidFill>
                        <a:srgbClr val="D8CBB2"/>
                      </a:solidFill>
                      <a:prstDash val="solid"/>
                      <a:round/>
                      <a:headEnd type="none" w="med" len="med"/>
                      <a:tailEnd type="none" w="med" len="med"/>
                    </a:lnT>
                    <a:lnB w="12700" cap="flat" cmpd="sng" algn="ctr">
                      <a:solidFill>
                        <a:srgbClr val="D8CBB2"/>
                      </a:solidFill>
                      <a:prstDash val="solid"/>
                      <a:round/>
                      <a:headEnd type="none" w="med" len="med"/>
                      <a:tailEnd type="none" w="med" len="med"/>
                    </a:lnB>
                    <a:solidFill>
                      <a:srgbClr val="FFFFFF"/>
                    </a:solidFill>
                  </a:tcPr>
                </a:tc>
                <a:tc>
                  <a:txBody>
                    <a:bodyPr/>
                    <a:lstStyle/>
                    <a:p>
                      <a:pPr algn="l" indent="0" marL="0">
                        <a:buNone/>
                      </a:pPr>
                      <a:r>
                        <a:rPr lang="en-US" sz="1050" b="1" dirty="0">
                          <a:solidFill>
                            <a:srgbClr val="1E2621"/>
                          </a:solidFill>
                          <a:latin typeface="Malgun Gothic" pitchFamily="34" charset="0"/>
                          <a:ea typeface="Malgun Gothic" pitchFamily="34" charset="-122"/>
                          <a:cs typeface="Malgun Gothic" pitchFamily="34" charset="-120"/>
                        </a:rPr>
                        <a:t>홍천군보건소치매안심센터</a:t>
                      </a:r>
                      <a:endParaRPr lang="en-US" sz="1050" dirty="0">
                        <a:latin typeface="Malgun Gothic" charset="0"/>
                        <a:ea typeface="Malgun Gothic" charset="0"/>
                        <a:cs typeface="Malgun Gothic" charset="0"/>
                      </a:endParaRPr>
                    </a:p>
                  </a:txBody>
                  <a:tcPr marL="54864" marR="54864" marT="27432" marB="27432" anchor="ctr">
                    <a:lnL w="12700" cap="flat" cmpd="sng" algn="ctr">
                      <a:solidFill>
                        <a:srgbClr val="D8CBB2"/>
                      </a:solidFill>
                      <a:prstDash val="solid"/>
                      <a:round/>
                      <a:headEnd type="none" w="med" len="med"/>
                      <a:tailEnd type="none" w="med" len="med"/>
                    </a:lnL>
                    <a:lnR w="12700" cap="flat" cmpd="sng" algn="ctr">
                      <a:solidFill>
                        <a:srgbClr val="D8CBB2"/>
                      </a:solidFill>
                      <a:prstDash val="solid"/>
                      <a:round/>
                      <a:headEnd type="none" w="med" len="med"/>
                      <a:tailEnd type="none" w="med" len="med"/>
                    </a:lnR>
                    <a:lnT w="12700" cap="flat" cmpd="sng" algn="ctr">
                      <a:solidFill>
                        <a:srgbClr val="D8CBB2"/>
                      </a:solidFill>
                      <a:prstDash val="solid"/>
                      <a:round/>
                      <a:headEnd type="none" w="med" len="med"/>
                      <a:tailEnd type="none" w="med" len="med"/>
                    </a:lnT>
                    <a:lnB w="12700" cap="flat" cmpd="sng" algn="ctr">
                      <a:solidFill>
                        <a:srgbClr val="D8CBB2"/>
                      </a:solidFill>
                      <a:prstDash val="solid"/>
                      <a:round/>
                      <a:headEnd type="none" w="med" len="med"/>
                      <a:tailEnd type="none" w="med" len="med"/>
                    </a:lnB>
                    <a:solidFill>
                      <a:srgbClr val="FFFFFF"/>
                    </a:solidFill>
                  </a:tcPr>
                </a:tc>
                <a:tc>
                  <a:txBody>
                    <a:bodyPr/>
                    <a:lstStyle/>
                    <a:p>
                      <a:pPr algn="l" indent="0" marL="0">
                        <a:buNone/>
                      </a:pPr>
                      <a:r>
                        <a:rPr lang="en-US" sz="1050" b="1" dirty="0">
                          <a:solidFill>
                            <a:srgbClr val="1E2621"/>
                          </a:solidFill>
                          <a:latin typeface="Malgun Gothic" pitchFamily="34" charset="0"/>
                          <a:ea typeface="Malgun Gothic" pitchFamily="34" charset="-122"/>
                          <a:cs typeface="Malgun Gothic" pitchFamily="34" charset="-120"/>
                        </a:rPr>
                        <a:t>1층 대기실</a:t>
                      </a:r>
                      <a:endParaRPr lang="en-US" sz="1050" dirty="0">
                        <a:latin typeface="Malgun Gothic" charset="0"/>
                        <a:ea typeface="Malgun Gothic" charset="0"/>
                        <a:cs typeface="Malgun Gothic" charset="0"/>
                      </a:endParaRPr>
                    </a:p>
                  </a:txBody>
                  <a:tcPr marL="54864" marR="54864" marT="27432" marB="27432" anchor="ctr">
                    <a:lnL w="12700" cap="flat" cmpd="sng" algn="ctr">
                      <a:solidFill>
                        <a:srgbClr val="D8CBB2"/>
                      </a:solidFill>
                      <a:prstDash val="solid"/>
                      <a:round/>
                      <a:headEnd type="none" w="med" len="med"/>
                      <a:tailEnd type="none" w="med" len="med"/>
                    </a:lnL>
                    <a:lnR w="12700" cap="flat" cmpd="sng" algn="ctr">
                      <a:solidFill>
                        <a:srgbClr val="D8CBB2"/>
                      </a:solidFill>
                      <a:prstDash val="solid"/>
                      <a:round/>
                      <a:headEnd type="none" w="med" len="med"/>
                      <a:tailEnd type="none" w="med" len="med"/>
                    </a:lnR>
                    <a:lnT w="12700" cap="flat" cmpd="sng" algn="ctr">
                      <a:solidFill>
                        <a:srgbClr val="D8CBB2"/>
                      </a:solidFill>
                      <a:prstDash val="solid"/>
                      <a:round/>
                      <a:headEnd type="none" w="med" len="med"/>
                      <a:tailEnd type="none" w="med" len="med"/>
                    </a:lnT>
                    <a:lnB w="12700" cap="flat" cmpd="sng" algn="ctr">
                      <a:solidFill>
                        <a:srgbClr val="D8CBB2"/>
                      </a:solidFill>
                      <a:prstDash val="solid"/>
                      <a:round/>
                      <a:headEnd type="none" w="med" len="med"/>
                      <a:tailEnd type="none" w="med" len="med"/>
                    </a:lnB>
                    <a:solidFill>
                      <a:srgbClr val="FFFFFF"/>
                    </a:solidFill>
                  </a:tcPr>
                </a:tc>
                <a:tc>
                  <a:txBody>
                    <a:bodyPr/>
                    <a:lstStyle/>
                    <a:p>
                      <a:pPr algn="l" indent="0" marL="0">
                        <a:buNone/>
                      </a:pPr>
                      <a:r>
                        <a:rPr lang="en-US" sz="1050" b="1" dirty="0">
                          <a:solidFill>
                            <a:srgbClr val="1E2621"/>
                          </a:solidFill>
                          <a:latin typeface="Malgun Gothic" pitchFamily="34" charset="0"/>
                          <a:ea typeface="Malgun Gothic" pitchFamily="34" charset="-122"/>
                          <a:cs typeface="Malgun Gothic" pitchFamily="34" charset="-120"/>
                        </a:rPr>
                        <a:t>i-PAD CU-SP1 PLUS</a:t>
                      </a:r>
                      <a:endParaRPr lang="en-US" sz="1050" dirty="0">
                        <a:latin typeface="Malgun Gothic" charset="0"/>
                        <a:ea typeface="Malgun Gothic" charset="0"/>
                        <a:cs typeface="Malgun Gothic" charset="0"/>
                      </a:endParaRPr>
                    </a:p>
                  </a:txBody>
                  <a:tcPr marL="54864" marR="54864" marT="27432" marB="27432" anchor="ctr">
                    <a:lnL w="12700" cap="flat" cmpd="sng" algn="ctr">
                      <a:solidFill>
                        <a:srgbClr val="D8CBB2"/>
                      </a:solidFill>
                      <a:prstDash val="solid"/>
                      <a:round/>
                      <a:headEnd type="none" w="med" len="med"/>
                      <a:tailEnd type="none" w="med" len="med"/>
                    </a:lnL>
                    <a:lnR w="12700" cap="flat" cmpd="sng" algn="ctr">
                      <a:solidFill>
                        <a:srgbClr val="D8CBB2"/>
                      </a:solidFill>
                      <a:prstDash val="solid"/>
                      <a:round/>
                      <a:headEnd type="none" w="med" len="med"/>
                      <a:tailEnd type="none" w="med" len="med"/>
                    </a:lnR>
                    <a:lnT w="12700" cap="flat" cmpd="sng" algn="ctr">
                      <a:solidFill>
                        <a:srgbClr val="D8CBB2"/>
                      </a:solidFill>
                      <a:prstDash val="solid"/>
                      <a:round/>
                      <a:headEnd type="none" w="med" len="med"/>
                      <a:tailEnd type="none" w="med" len="med"/>
                    </a:lnT>
                    <a:lnB w="12700" cap="flat" cmpd="sng" algn="ctr">
                      <a:solidFill>
                        <a:srgbClr val="D8CBB2"/>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1E2621"/>
                          </a:solidFill>
                          <a:latin typeface="Malgun Gothic" pitchFamily="34" charset="0"/>
                          <a:ea typeface="Malgun Gothic" pitchFamily="34" charset="-122"/>
                          <a:cs typeface="Malgun Gothic" pitchFamily="34" charset="-120"/>
                        </a:rPr>
                        <a:t>37.6899</a:t>
                      </a:r>
                      <a:endParaRPr lang="en-US" sz="1050" dirty="0">
                        <a:latin typeface="Malgun Gothic" charset="0"/>
                        <a:ea typeface="Malgun Gothic" charset="0"/>
                        <a:cs typeface="Malgun Gothic" charset="0"/>
                      </a:endParaRPr>
                    </a:p>
                  </a:txBody>
                  <a:tcPr marL="54864" marR="54864" marT="27432" marB="27432" anchor="ctr">
                    <a:lnL w="12700" cap="flat" cmpd="sng" algn="ctr">
                      <a:solidFill>
                        <a:srgbClr val="D8CBB2"/>
                      </a:solidFill>
                      <a:prstDash val="solid"/>
                      <a:round/>
                      <a:headEnd type="none" w="med" len="med"/>
                      <a:tailEnd type="none" w="med" len="med"/>
                    </a:lnL>
                    <a:lnR w="12700" cap="flat" cmpd="sng" algn="ctr">
                      <a:solidFill>
                        <a:srgbClr val="D8CBB2"/>
                      </a:solidFill>
                      <a:prstDash val="solid"/>
                      <a:round/>
                      <a:headEnd type="none" w="med" len="med"/>
                      <a:tailEnd type="none" w="med" len="med"/>
                    </a:lnR>
                    <a:lnT w="12700" cap="flat" cmpd="sng" algn="ctr">
                      <a:solidFill>
                        <a:srgbClr val="D8CBB2"/>
                      </a:solidFill>
                      <a:prstDash val="solid"/>
                      <a:round/>
                      <a:headEnd type="none" w="med" len="med"/>
                      <a:tailEnd type="none" w="med" len="med"/>
                    </a:lnT>
                    <a:lnB w="12700" cap="flat" cmpd="sng" algn="ctr">
                      <a:solidFill>
                        <a:srgbClr val="D8CBB2"/>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1E2621"/>
                          </a:solidFill>
                          <a:latin typeface="Malgun Gothic" pitchFamily="34" charset="0"/>
                          <a:ea typeface="Malgun Gothic" pitchFamily="34" charset="-122"/>
                          <a:cs typeface="Malgun Gothic" pitchFamily="34" charset="-120"/>
                        </a:rPr>
                        <a:t>127.8755</a:t>
                      </a:r>
                      <a:endParaRPr lang="en-US" sz="1050" dirty="0">
                        <a:latin typeface="Malgun Gothic" charset="0"/>
                        <a:ea typeface="Malgun Gothic" charset="0"/>
                        <a:cs typeface="Malgun Gothic" charset="0"/>
                      </a:endParaRPr>
                    </a:p>
                  </a:txBody>
                  <a:tcPr marL="54864" marR="54864" marT="27432" marB="27432" anchor="ctr">
                    <a:lnL w="12700" cap="flat" cmpd="sng" algn="ctr">
                      <a:solidFill>
                        <a:srgbClr val="D8CBB2"/>
                      </a:solidFill>
                      <a:prstDash val="solid"/>
                      <a:round/>
                      <a:headEnd type="none" w="med" len="med"/>
                      <a:tailEnd type="none" w="med" len="med"/>
                    </a:lnL>
                    <a:lnR w="12700" cap="flat" cmpd="sng" algn="ctr">
                      <a:solidFill>
                        <a:srgbClr val="D8CBB2"/>
                      </a:solidFill>
                      <a:prstDash val="solid"/>
                      <a:round/>
                      <a:headEnd type="none" w="med" len="med"/>
                      <a:tailEnd type="none" w="med" len="med"/>
                    </a:lnR>
                    <a:lnT w="12700" cap="flat" cmpd="sng" algn="ctr">
                      <a:solidFill>
                        <a:srgbClr val="D8CBB2"/>
                      </a:solidFill>
                      <a:prstDash val="solid"/>
                      <a:round/>
                      <a:headEnd type="none" w="med" len="med"/>
                      <a:tailEnd type="none" w="med" len="med"/>
                    </a:lnT>
                    <a:lnB w="12700" cap="flat" cmpd="sng" algn="ctr">
                      <a:solidFill>
                        <a:srgbClr val="D8CBB2"/>
                      </a:solidFill>
                      <a:prstDash val="solid"/>
                      <a:round/>
                      <a:headEnd type="none" w="med" len="med"/>
                      <a:tailEnd type="none" w="med" len="med"/>
                    </a:lnB>
                    <a:solidFill>
                      <a:srgbClr val="FFFFFF"/>
                    </a:solidFill>
                  </a:tcPr>
                </a:tc>
              </a:tr>
              <a:tr h="457200">
                <a:tc>
                  <a:txBody>
                    <a:bodyPr/>
                    <a:lstStyle/>
                    <a:p>
                      <a:pPr algn="l" indent="0" marL="0">
                        <a:buNone/>
                      </a:pPr>
                      <a:r>
                        <a:rPr lang="en-US" sz="1050" b="1" dirty="0">
                          <a:solidFill>
                            <a:srgbClr val="1E2621"/>
                          </a:solidFill>
                          <a:latin typeface="Malgun Gothic" pitchFamily="34" charset="0"/>
                          <a:ea typeface="Malgun Gothic" pitchFamily="34" charset="-122"/>
                          <a:cs typeface="Malgun Gothic" pitchFamily="34" charset="-120"/>
                        </a:rPr>
                        <a:t>제주특별자치도</a:t>
                      </a:r>
                      <a:endParaRPr lang="en-US" sz="1050" dirty="0">
                        <a:latin typeface="Malgun Gothic" charset="0"/>
                        <a:ea typeface="Malgun Gothic" charset="0"/>
                        <a:cs typeface="Malgun Gothic" charset="0"/>
                      </a:endParaRPr>
                    </a:p>
                  </a:txBody>
                  <a:tcPr marL="54864" marR="54864" marT="27432" marB="27432" anchor="ctr">
                    <a:lnL w="12700" cap="flat" cmpd="sng" algn="ctr">
                      <a:solidFill>
                        <a:srgbClr val="D8CBB2"/>
                      </a:solidFill>
                      <a:prstDash val="solid"/>
                      <a:round/>
                      <a:headEnd type="none" w="med" len="med"/>
                      <a:tailEnd type="none" w="med" len="med"/>
                    </a:lnL>
                    <a:lnR w="12700" cap="flat" cmpd="sng" algn="ctr">
                      <a:solidFill>
                        <a:srgbClr val="D8CBB2"/>
                      </a:solidFill>
                      <a:prstDash val="solid"/>
                      <a:round/>
                      <a:headEnd type="none" w="med" len="med"/>
                      <a:tailEnd type="none" w="med" len="med"/>
                    </a:lnR>
                    <a:lnT w="12700" cap="flat" cmpd="sng" algn="ctr">
                      <a:solidFill>
                        <a:srgbClr val="D8CBB2"/>
                      </a:solidFill>
                      <a:prstDash val="solid"/>
                      <a:round/>
                      <a:headEnd type="none" w="med" len="med"/>
                      <a:tailEnd type="none" w="med" len="med"/>
                    </a:lnT>
                    <a:lnB w="12700" cap="flat" cmpd="sng" algn="ctr">
                      <a:solidFill>
                        <a:srgbClr val="D8CBB2"/>
                      </a:solidFill>
                      <a:prstDash val="solid"/>
                      <a:round/>
                      <a:headEnd type="none" w="med" len="med"/>
                      <a:tailEnd type="none" w="med" len="med"/>
                    </a:lnB>
                    <a:solidFill>
                      <a:srgbClr val="FFFFFF"/>
                    </a:solidFill>
                  </a:tcPr>
                </a:tc>
                <a:tc>
                  <a:txBody>
                    <a:bodyPr/>
                    <a:lstStyle/>
                    <a:p>
                      <a:pPr algn="l" indent="0" marL="0">
                        <a:buNone/>
                      </a:pPr>
                      <a:r>
                        <a:rPr lang="en-US" sz="1050" b="1" dirty="0">
                          <a:solidFill>
                            <a:srgbClr val="1E2621"/>
                          </a:solidFill>
                          <a:latin typeface="Malgun Gothic" pitchFamily="34" charset="0"/>
                          <a:ea typeface="Malgun Gothic" pitchFamily="34" charset="-122"/>
                          <a:cs typeface="Malgun Gothic" pitchFamily="34" charset="-120"/>
                        </a:rPr>
                        <a:t>제주시</a:t>
                      </a:r>
                      <a:endParaRPr lang="en-US" sz="1050" dirty="0">
                        <a:latin typeface="Malgun Gothic" charset="0"/>
                        <a:ea typeface="Malgun Gothic" charset="0"/>
                        <a:cs typeface="Malgun Gothic" charset="0"/>
                      </a:endParaRPr>
                    </a:p>
                  </a:txBody>
                  <a:tcPr marL="54864" marR="54864" marT="27432" marB="27432" anchor="ctr">
                    <a:lnL w="12700" cap="flat" cmpd="sng" algn="ctr">
                      <a:solidFill>
                        <a:srgbClr val="D8CBB2"/>
                      </a:solidFill>
                      <a:prstDash val="solid"/>
                      <a:round/>
                      <a:headEnd type="none" w="med" len="med"/>
                      <a:tailEnd type="none" w="med" len="med"/>
                    </a:lnL>
                    <a:lnR w="12700" cap="flat" cmpd="sng" algn="ctr">
                      <a:solidFill>
                        <a:srgbClr val="D8CBB2"/>
                      </a:solidFill>
                      <a:prstDash val="solid"/>
                      <a:round/>
                      <a:headEnd type="none" w="med" len="med"/>
                      <a:tailEnd type="none" w="med" len="med"/>
                    </a:lnR>
                    <a:lnT w="12700" cap="flat" cmpd="sng" algn="ctr">
                      <a:solidFill>
                        <a:srgbClr val="D8CBB2"/>
                      </a:solidFill>
                      <a:prstDash val="solid"/>
                      <a:round/>
                      <a:headEnd type="none" w="med" len="med"/>
                      <a:tailEnd type="none" w="med" len="med"/>
                    </a:lnT>
                    <a:lnB w="12700" cap="flat" cmpd="sng" algn="ctr">
                      <a:solidFill>
                        <a:srgbClr val="D8CBB2"/>
                      </a:solidFill>
                      <a:prstDash val="solid"/>
                      <a:round/>
                      <a:headEnd type="none" w="med" len="med"/>
                      <a:tailEnd type="none" w="med" len="med"/>
                    </a:lnB>
                    <a:solidFill>
                      <a:srgbClr val="FFFFFF"/>
                    </a:solidFill>
                  </a:tcPr>
                </a:tc>
                <a:tc>
                  <a:txBody>
                    <a:bodyPr/>
                    <a:lstStyle/>
                    <a:p>
                      <a:pPr algn="l" indent="0" marL="0">
                        <a:buNone/>
                      </a:pPr>
                      <a:r>
                        <a:rPr lang="en-US" sz="1050" b="1" dirty="0">
                          <a:solidFill>
                            <a:srgbClr val="1E2621"/>
                          </a:solidFill>
                          <a:latin typeface="Malgun Gothic" pitchFamily="34" charset="0"/>
                          <a:ea typeface="Malgun Gothic" pitchFamily="34" charset="-122"/>
                          <a:cs typeface="Malgun Gothic" pitchFamily="34" charset="-120"/>
                        </a:rPr>
                        <a:t>수원초등학교</a:t>
                      </a:r>
                      <a:endParaRPr lang="en-US" sz="1050" dirty="0">
                        <a:latin typeface="Malgun Gothic" charset="0"/>
                        <a:ea typeface="Malgun Gothic" charset="0"/>
                        <a:cs typeface="Malgun Gothic" charset="0"/>
                      </a:endParaRPr>
                    </a:p>
                  </a:txBody>
                  <a:tcPr marL="54864" marR="54864" marT="27432" marB="27432" anchor="ctr">
                    <a:lnL w="12700" cap="flat" cmpd="sng" algn="ctr">
                      <a:solidFill>
                        <a:srgbClr val="D8CBB2"/>
                      </a:solidFill>
                      <a:prstDash val="solid"/>
                      <a:round/>
                      <a:headEnd type="none" w="med" len="med"/>
                      <a:tailEnd type="none" w="med" len="med"/>
                    </a:lnL>
                    <a:lnR w="12700" cap="flat" cmpd="sng" algn="ctr">
                      <a:solidFill>
                        <a:srgbClr val="D8CBB2"/>
                      </a:solidFill>
                      <a:prstDash val="solid"/>
                      <a:round/>
                      <a:headEnd type="none" w="med" len="med"/>
                      <a:tailEnd type="none" w="med" len="med"/>
                    </a:lnR>
                    <a:lnT w="12700" cap="flat" cmpd="sng" algn="ctr">
                      <a:solidFill>
                        <a:srgbClr val="D8CBB2"/>
                      </a:solidFill>
                      <a:prstDash val="solid"/>
                      <a:round/>
                      <a:headEnd type="none" w="med" len="med"/>
                      <a:tailEnd type="none" w="med" len="med"/>
                    </a:lnT>
                    <a:lnB w="12700" cap="flat" cmpd="sng" algn="ctr">
                      <a:solidFill>
                        <a:srgbClr val="D8CBB2"/>
                      </a:solidFill>
                      <a:prstDash val="solid"/>
                      <a:round/>
                      <a:headEnd type="none" w="med" len="med"/>
                      <a:tailEnd type="none" w="med" len="med"/>
                    </a:lnB>
                    <a:solidFill>
                      <a:srgbClr val="FFFFFF"/>
                    </a:solidFill>
                  </a:tcPr>
                </a:tc>
                <a:tc>
                  <a:txBody>
                    <a:bodyPr/>
                    <a:lstStyle/>
                    <a:p>
                      <a:pPr algn="l" indent="0" marL="0">
                        <a:buNone/>
                      </a:pPr>
                      <a:r>
                        <a:rPr lang="en-US" sz="1050" b="1" dirty="0">
                          <a:solidFill>
                            <a:srgbClr val="1E2621"/>
                          </a:solidFill>
                          <a:latin typeface="Malgun Gothic" pitchFamily="34" charset="0"/>
                          <a:ea typeface="Malgun Gothic" pitchFamily="34" charset="-122"/>
                          <a:cs typeface="Malgun Gothic" pitchFamily="34" charset="-120"/>
                        </a:rPr>
                        <a:t>늘봄교실 출입구 현관</a:t>
                      </a:r>
                      <a:endParaRPr lang="en-US" sz="1050" dirty="0">
                        <a:latin typeface="Malgun Gothic" charset="0"/>
                        <a:ea typeface="Malgun Gothic" charset="0"/>
                        <a:cs typeface="Malgun Gothic" charset="0"/>
                      </a:endParaRPr>
                    </a:p>
                  </a:txBody>
                  <a:tcPr marL="54864" marR="54864" marT="27432" marB="27432" anchor="ctr">
                    <a:lnL w="12700" cap="flat" cmpd="sng" algn="ctr">
                      <a:solidFill>
                        <a:srgbClr val="D8CBB2"/>
                      </a:solidFill>
                      <a:prstDash val="solid"/>
                      <a:round/>
                      <a:headEnd type="none" w="med" len="med"/>
                      <a:tailEnd type="none" w="med" len="med"/>
                    </a:lnL>
                    <a:lnR w="12700" cap="flat" cmpd="sng" algn="ctr">
                      <a:solidFill>
                        <a:srgbClr val="D8CBB2"/>
                      </a:solidFill>
                      <a:prstDash val="solid"/>
                      <a:round/>
                      <a:headEnd type="none" w="med" len="med"/>
                      <a:tailEnd type="none" w="med" len="med"/>
                    </a:lnR>
                    <a:lnT w="12700" cap="flat" cmpd="sng" algn="ctr">
                      <a:solidFill>
                        <a:srgbClr val="D8CBB2"/>
                      </a:solidFill>
                      <a:prstDash val="solid"/>
                      <a:round/>
                      <a:headEnd type="none" w="med" len="med"/>
                      <a:tailEnd type="none" w="med" len="med"/>
                    </a:lnT>
                    <a:lnB w="12700" cap="flat" cmpd="sng" algn="ctr">
                      <a:solidFill>
                        <a:srgbClr val="D8CBB2"/>
                      </a:solidFill>
                      <a:prstDash val="solid"/>
                      <a:round/>
                      <a:headEnd type="none" w="med" len="med"/>
                      <a:tailEnd type="none" w="med" len="med"/>
                    </a:lnB>
                    <a:solidFill>
                      <a:srgbClr val="FFFFFF"/>
                    </a:solidFill>
                  </a:tcPr>
                </a:tc>
                <a:tc>
                  <a:txBody>
                    <a:bodyPr/>
                    <a:lstStyle/>
                    <a:p>
                      <a:pPr algn="l" indent="0" marL="0">
                        <a:buNone/>
                      </a:pPr>
                      <a:r>
                        <a:rPr lang="en-US" sz="1050" b="1" dirty="0">
                          <a:solidFill>
                            <a:srgbClr val="1E2621"/>
                          </a:solidFill>
                          <a:latin typeface="Malgun Gothic" pitchFamily="34" charset="0"/>
                          <a:ea typeface="Malgun Gothic" pitchFamily="34" charset="-122"/>
                          <a:cs typeface="Malgun Gothic" pitchFamily="34" charset="-120"/>
                        </a:rPr>
                        <a:t>CU-SP1</a:t>
                      </a:r>
                      <a:endParaRPr lang="en-US" sz="1050" dirty="0">
                        <a:latin typeface="Malgun Gothic" charset="0"/>
                        <a:ea typeface="Malgun Gothic" charset="0"/>
                        <a:cs typeface="Malgun Gothic" charset="0"/>
                      </a:endParaRPr>
                    </a:p>
                  </a:txBody>
                  <a:tcPr marL="54864" marR="54864" marT="27432" marB="27432" anchor="ctr">
                    <a:lnL w="12700" cap="flat" cmpd="sng" algn="ctr">
                      <a:solidFill>
                        <a:srgbClr val="D8CBB2"/>
                      </a:solidFill>
                      <a:prstDash val="solid"/>
                      <a:round/>
                      <a:headEnd type="none" w="med" len="med"/>
                      <a:tailEnd type="none" w="med" len="med"/>
                    </a:lnL>
                    <a:lnR w="12700" cap="flat" cmpd="sng" algn="ctr">
                      <a:solidFill>
                        <a:srgbClr val="D8CBB2"/>
                      </a:solidFill>
                      <a:prstDash val="solid"/>
                      <a:round/>
                      <a:headEnd type="none" w="med" len="med"/>
                      <a:tailEnd type="none" w="med" len="med"/>
                    </a:lnR>
                    <a:lnT w="12700" cap="flat" cmpd="sng" algn="ctr">
                      <a:solidFill>
                        <a:srgbClr val="D8CBB2"/>
                      </a:solidFill>
                      <a:prstDash val="solid"/>
                      <a:round/>
                      <a:headEnd type="none" w="med" len="med"/>
                      <a:tailEnd type="none" w="med" len="med"/>
                    </a:lnT>
                    <a:lnB w="12700" cap="flat" cmpd="sng" algn="ctr">
                      <a:solidFill>
                        <a:srgbClr val="D8CBB2"/>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1E2621"/>
                          </a:solidFill>
                          <a:latin typeface="Malgun Gothic" pitchFamily="34" charset="0"/>
                          <a:ea typeface="Malgun Gothic" pitchFamily="34" charset="-122"/>
                          <a:cs typeface="Malgun Gothic" pitchFamily="34" charset="-120"/>
                        </a:rPr>
                        <a:t>33.4261</a:t>
                      </a:r>
                      <a:endParaRPr lang="en-US" sz="1050" dirty="0">
                        <a:latin typeface="Malgun Gothic" charset="0"/>
                        <a:ea typeface="Malgun Gothic" charset="0"/>
                        <a:cs typeface="Malgun Gothic" charset="0"/>
                      </a:endParaRPr>
                    </a:p>
                  </a:txBody>
                  <a:tcPr marL="54864" marR="54864" marT="27432" marB="27432" anchor="ctr">
                    <a:lnL w="12700" cap="flat" cmpd="sng" algn="ctr">
                      <a:solidFill>
                        <a:srgbClr val="D8CBB2"/>
                      </a:solidFill>
                      <a:prstDash val="solid"/>
                      <a:round/>
                      <a:headEnd type="none" w="med" len="med"/>
                      <a:tailEnd type="none" w="med" len="med"/>
                    </a:lnL>
                    <a:lnR w="12700" cap="flat" cmpd="sng" algn="ctr">
                      <a:solidFill>
                        <a:srgbClr val="D8CBB2"/>
                      </a:solidFill>
                      <a:prstDash val="solid"/>
                      <a:round/>
                      <a:headEnd type="none" w="med" len="med"/>
                      <a:tailEnd type="none" w="med" len="med"/>
                    </a:lnR>
                    <a:lnT w="12700" cap="flat" cmpd="sng" algn="ctr">
                      <a:solidFill>
                        <a:srgbClr val="D8CBB2"/>
                      </a:solidFill>
                      <a:prstDash val="solid"/>
                      <a:round/>
                      <a:headEnd type="none" w="med" len="med"/>
                      <a:tailEnd type="none" w="med" len="med"/>
                    </a:lnT>
                    <a:lnB w="12700" cap="flat" cmpd="sng" algn="ctr">
                      <a:solidFill>
                        <a:srgbClr val="D8CBB2"/>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1E2621"/>
                          </a:solidFill>
                          <a:latin typeface="Malgun Gothic" pitchFamily="34" charset="0"/>
                          <a:ea typeface="Malgun Gothic" pitchFamily="34" charset="-122"/>
                          <a:cs typeface="Malgun Gothic" pitchFamily="34" charset="-120"/>
                        </a:rPr>
                        <a:t>126.2701</a:t>
                      </a:r>
                      <a:endParaRPr lang="en-US" sz="1050" dirty="0">
                        <a:latin typeface="Malgun Gothic" charset="0"/>
                        <a:ea typeface="Malgun Gothic" charset="0"/>
                        <a:cs typeface="Malgun Gothic" charset="0"/>
                      </a:endParaRPr>
                    </a:p>
                  </a:txBody>
                  <a:tcPr marL="54864" marR="54864" marT="27432" marB="27432" anchor="ctr">
                    <a:lnL w="12700" cap="flat" cmpd="sng" algn="ctr">
                      <a:solidFill>
                        <a:srgbClr val="D8CBB2"/>
                      </a:solidFill>
                      <a:prstDash val="solid"/>
                      <a:round/>
                      <a:headEnd type="none" w="med" len="med"/>
                      <a:tailEnd type="none" w="med" len="med"/>
                    </a:lnL>
                    <a:lnR w="12700" cap="flat" cmpd="sng" algn="ctr">
                      <a:solidFill>
                        <a:srgbClr val="D8CBB2"/>
                      </a:solidFill>
                      <a:prstDash val="solid"/>
                      <a:round/>
                      <a:headEnd type="none" w="med" len="med"/>
                      <a:tailEnd type="none" w="med" len="med"/>
                    </a:lnR>
                    <a:lnT w="12700" cap="flat" cmpd="sng" algn="ctr">
                      <a:solidFill>
                        <a:srgbClr val="D8CBB2"/>
                      </a:solidFill>
                      <a:prstDash val="solid"/>
                      <a:round/>
                      <a:headEnd type="none" w="med" len="med"/>
                      <a:tailEnd type="none" w="med" len="med"/>
                    </a:lnT>
                    <a:lnB w="12700" cap="flat" cmpd="sng" algn="ctr">
                      <a:solidFill>
                        <a:srgbClr val="D8CBB2"/>
                      </a:solidFill>
                      <a:prstDash val="solid"/>
                      <a:round/>
                      <a:headEnd type="none" w="med" len="med"/>
                      <a:tailEnd type="none" w="med" len="med"/>
                    </a:lnB>
                    <a:solidFill>
                      <a:srgbClr val="FFFFFF"/>
                    </a:solidFill>
                  </a:tcPr>
                </a:tc>
              </a:tr>
            </a:tbl>
          </a:graphicData>
        </a:graphic>
      </p:graphicFrame>
      <p:sp>
        <p:nvSpPr>
          <p:cNvPr id="8" name="Text 5"/>
          <p:cNvSpPr txBox="1"/>
          <p:nvPr/>
        </p:nvSpPr>
        <p:spPr>
          <a:xfrm>
            <a:off x="548640" y="5376545"/>
            <a:ext cx="7315200" cy="255905"/>
          </a:xfrm>
          <a:prstGeom prst="rect">
            <a:avLst/>
          </a:prstGeom>
          <a:noFill/>
          <a:ln/>
        </p:spPr>
        <p:txBody>
          <a:bodyPr wrap="square" lIns="0" tIns="0" rIns="0" bIns="0" rtlCol="0" anchor="t"/>
          <a:lstStyle/>
          <a:p>
            <a:pPr indent="0" marL="0">
              <a:buNone/>
            </a:pPr>
            <a:r>
              <a:rPr lang="en-US" sz="1100" b="1" dirty="0">
                <a:solidFill>
                  <a:srgbClr val="5E5B52"/>
                </a:solidFill>
                <a:latin typeface="Malgun Gothic" pitchFamily="34" charset="0"/>
                <a:ea typeface="Malgun Gothic" pitchFamily="34" charset="-122"/>
                <a:cs typeface="Malgun Gothic" pitchFamily="34" charset="-120"/>
              </a:rPr>
              <a:t>※ 담당자 이름 · 연락처 컬럼은 표시에서 제외</a:t>
            </a:r>
            <a:endParaRPr lang="en-US" sz="1100" dirty="0"/>
          </a:p>
        </p:txBody>
      </p:sp>
      <p:sp>
        <p:nvSpPr>
          <p:cNvPr id="9" name="Shape 6"/>
          <p:cNvSpPr/>
          <p:nvPr/>
        </p:nvSpPr>
        <p:spPr>
          <a:xfrm>
            <a:off x="548640" y="5715000"/>
            <a:ext cx="2286000" cy="548640"/>
          </a:xfrm>
          <a:prstGeom prst="roundRect">
            <a:avLst>
              <a:gd name="adj" fmla="val 50000"/>
            </a:avLst>
          </a:prstGeom>
          <a:solidFill>
            <a:srgbClr val="2E5A46"/>
          </a:solidFill>
          <a:ln w="12700">
            <a:solidFill>
              <a:srgbClr val="2E5A46"/>
            </a:solidFill>
            <a:prstDash val="solid"/>
          </a:ln>
        </p:spPr>
      </p:sp>
      <p:sp>
        <p:nvSpPr>
          <p:cNvPr id="10" name="Text 7"/>
          <p:cNvSpPr txBox="1"/>
          <p:nvPr/>
        </p:nvSpPr>
        <p:spPr>
          <a:xfrm>
            <a:off x="548640" y="5715000"/>
            <a:ext cx="2286000" cy="548640"/>
          </a:xfrm>
          <a:prstGeom prst="rect">
            <a:avLst/>
          </a:prstGeom>
          <a:noFill/>
          <a:ln/>
        </p:spPr>
        <p:txBody>
          <a:bodyPr wrap="square" lIns="0" tIns="0" rIns="0" bIns="0" rtlCol="0" anchor="ctr"/>
          <a:lstStyle/>
          <a:p>
            <a:pPr algn="ctr" indent="0" marL="0">
              <a:buNone/>
            </a:pPr>
            <a:endParaRPr lang="en-US" sz="1300" dirty="0"/>
          </a:p>
        </p:txBody>
      </p:sp>
      <p:sp>
        <p:nvSpPr>
          <p:cNvPr id="11" name="Text 8"/>
          <p:cNvSpPr txBox="1"/>
          <p:nvPr/>
        </p:nvSpPr>
        <p:spPr>
          <a:xfrm>
            <a:off x="713105" y="5715000"/>
            <a:ext cx="502920" cy="548640"/>
          </a:xfrm>
          <a:prstGeom prst="rect">
            <a:avLst/>
          </a:prstGeom>
          <a:noFill/>
          <a:ln/>
        </p:spPr>
        <p:txBody>
          <a:bodyPr wrap="square" lIns="0" tIns="0" rIns="0" bIns="0" rtlCol="0" anchor="ctr"/>
          <a:lstStyle/>
          <a:p>
            <a:pPr algn="ctr" indent="0" marL="0">
              <a:buNone/>
            </a:pPr>
            <a:r>
              <a:rPr lang="en-US" sz="2200" b="1" dirty="0">
                <a:solidFill>
                  <a:srgbClr val="FFFFFF"/>
                </a:solidFill>
                <a:latin typeface="Malgun Gothic" pitchFamily="34" charset="0"/>
                <a:ea typeface="Malgun Gothic" pitchFamily="34" charset="-122"/>
                <a:cs typeface="Malgun Gothic" pitchFamily="34" charset="-120"/>
              </a:rPr>
              <a:t>6</a:t>
            </a:r>
            <a:endParaRPr lang="en-US" sz="2200" dirty="0"/>
          </a:p>
        </p:txBody>
      </p:sp>
      <p:sp>
        <p:nvSpPr>
          <p:cNvPr id="12" name="Text 9"/>
          <p:cNvSpPr txBox="1"/>
          <p:nvPr/>
        </p:nvSpPr>
        <p:spPr>
          <a:xfrm>
            <a:off x="1261745" y="5715000"/>
            <a:ext cx="1481455" cy="548640"/>
          </a:xfrm>
          <a:prstGeom prst="rect">
            <a:avLst/>
          </a:prstGeom>
          <a:noFill/>
          <a:ln/>
        </p:spPr>
        <p:txBody>
          <a:bodyPr wrap="square" lIns="0" tIns="0" rIns="0" bIns="0" rtlCol="0" anchor="ctr"/>
          <a:lstStyle/>
          <a:p>
            <a:pPr indent="0" marL="0">
              <a:buNone/>
            </a:pPr>
            <a:r>
              <a:rPr lang="en-US" sz="1200" b="1" dirty="0">
                <a:solidFill>
                  <a:srgbClr val="FFFFFF"/>
                </a:solidFill>
                <a:latin typeface="Malgun Gothic" pitchFamily="34" charset="0"/>
                <a:ea typeface="Malgun Gothic" pitchFamily="34" charset="-122"/>
                <a:cs typeface="Malgun Gothic" pitchFamily="34" charset="-120"/>
              </a:rPr>
              <a:t>downloaded</a:t>
            </a:r>
            <a:endParaRPr lang="en-US" sz="1200" dirty="0"/>
          </a:p>
        </p:txBody>
      </p:sp>
      <p:sp>
        <p:nvSpPr>
          <p:cNvPr id="13" name="Shape 10"/>
          <p:cNvSpPr/>
          <p:nvPr/>
        </p:nvSpPr>
        <p:spPr>
          <a:xfrm>
            <a:off x="3017520" y="5715000"/>
            <a:ext cx="2286000" cy="548640"/>
          </a:xfrm>
          <a:prstGeom prst="roundRect">
            <a:avLst>
              <a:gd name="adj" fmla="val 50000"/>
            </a:avLst>
          </a:prstGeom>
          <a:solidFill>
            <a:srgbClr val="2E5A46"/>
          </a:solidFill>
          <a:ln w="12700">
            <a:solidFill>
              <a:srgbClr val="2E5A46"/>
            </a:solidFill>
            <a:prstDash val="solid"/>
          </a:ln>
        </p:spPr>
      </p:sp>
      <p:sp>
        <p:nvSpPr>
          <p:cNvPr id="14" name="Text 11"/>
          <p:cNvSpPr txBox="1"/>
          <p:nvPr/>
        </p:nvSpPr>
        <p:spPr>
          <a:xfrm>
            <a:off x="3017520" y="5715000"/>
            <a:ext cx="2286000" cy="548640"/>
          </a:xfrm>
          <a:prstGeom prst="rect">
            <a:avLst/>
          </a:prstGeom>
          <a:noFill/>
          <a:ln/>
        </p:spPr>
        <p:txBody>
          <a:bodyPr wrap="square" lIns="0" tIns="0" rIns="0" bIns="0" rtlCol="0" anchor="ctr"/>
          <a:lstStyle/>
          <a:p>
            <a:pPr algn="ctr" indent="0" marL="0">
              <a:buNone/>
            </a:pPr>
            <a:endParaRPr lang="en-US" sz="1300" dirty="0"/>
          </a:p>
        </p:txBody>
      </p:sp>
      <p:sp>
        <p:nvSpPr>
          <p:cNvPr id="15" name="Text 12"/>
          <p:cNvSpPr txBox="1"/>
          <p:nvPr/>
        </p:nvSpPr>
        <p:spPr>
          <a:xfrm>
            <a:off x="3181985" y="5715000"/>
            <a:ext cx="502920" cy="548640"/>
          </a:xfrm>
          <a:prstGeom prst="rect">
            <a:avLst/>
          </a:prstGeom>
          <a:noFill/>
          <a:ln/>
        </p:spPr>
        <p:txBody>
          <a:bodyPr wrap="square" lIns="0" tIns="0" rIns="0" bIns="0" rtlCol="0" anchor="ctr"/>
          <a:lstStyle/>
          <a:p>
            <a:pPr algn="ctr" indent="0" marL="0">
              <a:buNone/>
            </a:pPr>
            <a:r>
              <a:rPr lang="en-US" sz="2200" b="1" dirty="0">
                <a:solidFill>
                  <a:srgbClr val="FFFFFF"/>
                </a:solidFill>
                <a:latin typeface="Malgun Gothic" pitchFamily="34" charset="0"/>
                <a:ea typeface="Malgun Gothic" pitchFamily="34" charset="-122"/>
                <a:cs typeface="Malgun Gothic" pitchFamily="34" charset="-120"/>
              </a:rPr>
              <a:t>6</a:t>
            </a:r>
            <a:endParaRPr lang="en-US" sz="2200" dirty="0"/>
          </a:p>
        </p:txBody>
      </p:sp>
      <p:sp>
        <p:nvSpPr>
          <p:cNvPr id="16" name="Text 13"/>
          <p:cNvSpPr txBox="1"/>
          <p:nvPr/>
        </p:nvSpPr>
        <p:spPr>
          <a:xfrm>
            <a:off x="3730625" y="5715000"/>
            <a:ext cx="1481455" cy="548640"/>
          </a:xfrm>
          <a:prstGeom prst="rect">
            <a:avLst/>
          </a:prstGeom>
          <a:noFill/>
          <a:ln/>
        </p:spPr>
        <p:txBody>
          <a:bodyPr wrap="square" lIns="0" tIns="0" rIns="0" bIns="0" rtlCol="0" anchor="ctr"/>
          <a:lstStyle/>
          <a:p>
            <a:pPr indent="0" marL="0">
              <a:buNone/>
            </a:pPr>
            <a:r>
              <a:rPr lang="en-US" sz="1200" b="1" dirty="0">
                <a:solidFill>
                  <a:srgbClr val="FFFFFF"/>
                </a:solidFill>
                <a:latin typeface="Malgun Gothic" pitchFamily="34" charset="0"/>
                <a:ea typeface="Malgun Gothic" pitchFamily="34" charset="-122"/>
                <a:cs typeface="Malgun Gothic" pitchFamily="34" charset="-120"/>
              </a:rPr>
              <a:t>raw_loaded_tables</a:t>
            </a:r>
            <a:endParaRPr lang="en-US" sz="1200" dirty="0"/>
          </a:p>
        </p:txBody>
      </p:sp>
      <p:sp>
        <p:nvSpPr>
          <p:cNvPr id="17" name="Shape 14"/>
          <p:cNvSpPr/>
          <p:nvPr/>
        </p:nvSpPr>
        <p:spPr>
          <a:xfrm>
            <a:off x="5486400" y="5715000"/>
            <a:ext cx="2286000" cy="548640"/>
          </a:xfrm>
          <a:prstGeom prst="roundRect">
            <a:avLst>
              <a:gd name="adj" fmla="val 50000"/>
            </a:avLst>
          </a:prstGeom>
          <a:solidFill>
            <a:srgbClr val="B5654A"/>
          </a:solidFill>
          <a:ln w="12700">
            <a:solidFill>
              <a:srgbClr val="B5654A"/>
            </a:solidFill>
            <a:prstDash val="solid"/>
          </a:ln>
        </p:spPr>
      </p:sp>
      <p:sp>
        <p:nvSpPr>
          <p:cNvPr id="18" name="Text 15"/>
          <p:cNvSpPr txBox="1"/>
          <p:nvPr/>
        </p:nvSpPr>
        <p:spPr>
          <a:xfrm>
            <a:off x="5486400" y="5715000"/>
            <a:ext cx="2286000" cy="548640"/>
          </a:xfrm>
          <a:prstGeom prst="rect">
            <a:avLst/>
          </a:prstGeom>
          <a:noFill/>
          <a:ln/>
        </p:spPr>
        <p:txBody>
          <a:bodyPr wrap="square" lIns="0" tIns="0" rIns="0" bIns="0" rtlCol="0" anchor="ctr"/>
          <a:lstStyle/>
          <a:p>
            <a:pPr algn="ctr" indent="0" marL="0">
              <a:buNone/>
            </a:pPr>
            <a:endParaRPr lang="en-US" sz="1300" dirty="0"/>
          </a:p>
        </p:txBody>
      </p:sp>
      <p:sp>
        <p:nvSpPr>
          <p:cNvPr id="19" name="Text 16"/>
          <p:cNvSpPr txBox="1"/>
          <p:nvPr/>
        </p:nvSpPr>
        <p:spPr>
          <a:xfrm>
            <a:off x="5650865" y="5715000"/>
            <a:ext cx="502920" cy="548640"/>
          </a:xfrm>
          <a:prstGeom prst="rect">
            <a:avLst/>
          </a:prstGeom>
          <a:noFill/>
          <a:ln/>
        </p:spPr>
        <p:txBody>
          <a:bodyPr wrap="square" lIns="0" tIns="0" rIns="0" bIns="0" rtlCol="0" anchor="ctr"/>
          <a:lstStyle/>
          <a:p>
            <a:pPr algn="ctr" indent="0" marL="0">
              <a:buNone/>
            </a:pPr>
            <a:r>
              <a:rPr lang="en-US" sz="2200" b="1" dirty="0">
                <a:solidFill>
                  <a:srgbClr val="FFFFFF"/>
                </a:solidFill>
                <a:latin typeface="Malgun Gothic" pitchFamily="34" charset="0"/>
                <a:ea typeface="Malgun Gothic" pitchFamily="34" charset="-122"/>
                <a:cs typeface="Malgun Gothic" pitchFamily="34" charset="-120"/>
              </a:rPr>
              <a:t>10</a:t>
            </a:r>
            <a:endParaRPr lang="en-US" sz="2200" dirty="0"/>
          </a:p>
        </p:txBody>
      </p:sp>
      <p:sp>
        <p:nvSpPr>
          <p:cNvPr id="20" name="Text 17"/>
          <p:cNvSpPr txBox="1"/>
          <p:nvPr/>
        </p:nvSpPr>
        <p:spPr>
          <a:xfrm>
            <a:off x="6199505" y="5715000"/>
            <a:ext cx="1481455" cy="548640"/>
          </a:xfrm>
          <a:prstGeom prst="rect">
            <a:avLst/>
          </a:prstGeom>
          <a:noFill/>
          <a:ln/>
        </p:spPr>
        <p:txBody>
          <a:bodyPr wrap="square" lIns="0" tIns="0" rIns="0" bIns="0" rtlCol="0" anchor="ctr"/>
          <a:lstStyle/>
          <a:p>
            <a:pPr indent="0" marL="0">
              <a:buNone/>
            </a:pPr>
            <a:r>
              <a:rPr lang="en-US" sz="1200" b="1" dirty="0">
                <a:solidFill>
                  <a:srgbClr val="FFFFFF"/>
                </a:solidFill>
                <a:latin typeface="Malgun Gothic" pitchFamily="34" charset="0"/>
                <a:ea typeface="Malgun Gothic" pitchFamily="34" charset="-122"/>
                <a:cs typeface="Malgun Gothic" pitchFamily="34" charset="-120"/>
              </a:rPr>
              <a:t>스케줄 데이터셋</a:t>
            </a:r>
            <a:endParaRPr lang="en-US" sz="1200" dirty="0"/>
          </a:p>
        </p:txBody>
      </p:sp>
      <p:sp>
        <p:nvSpPr>
          <p:cNvPr id="21" name="Shape 18"/>
          <p:cNvSpPr/>
          <p:nvPr/>
        </p:nvSpPr>
        <p:spPr>
          <a:xfrm>
            <a:off x="8092440" y="1718945"/>
            <a:ext cx="3547745" cy="4544695"/>
          </a:xfrm>
          <a:prstGeom prst="roundRect">
            <a:avLst>
              <a:gd name="adj" fmla="val 3608"/>
            </a:avLst>
          </a:prstGeom>
          <a:solidFill>
            <a:srgbClr val="1E3B2F"/>
          </a:solidFill>
          <a:ln w="12700">
            <a:solidFill>
              <a:srgbClr val="1E3B2F"/>
            </a:solidFill>
            <a:prstDash val="solid"/>
          </a:ln>
          <a:effectLst>
            <a:outerShdw sx="100000" sy="100000" kx="0" ky="0" algn="bl" rotWithShape="0" blurRad="101600" dist="25400" dir="5400000">
              <a:srgbClr val="8A7A5C">
                <a:alpha val="18000"/>
              </a:srgbClr>
            </a:outerShdw>
          </a:effectLst>
        </p:spPr>
      </p:sp>
      <p:sp>
        <p:nvSpPr>
          <p:cNvPr id="22" name="Text 19"/>
          <p:cNvSpPr txBox="1"/>
          <p:nvPr/>
        </p:nvSpPr>
        <p:spPr>
          <a:xfrm>
            <a:off x="8321040" y="1920240"/>
            <a:ext cx="3108960" cy="411480"/>
          </a:xfrm>
          <a:prstGeom prst="rect">
            <a:avLst/>
          </a:prstGeom>
          <a:noFill/>
          <a:ln/>
        </p:spPr>
        <p:txBody>
          <a:bodyPr wrap="square" lIns="0" tIns="0" rIns="0" bIns="0" rtlCol="0" anchor="t"/>
          <a:lstStyle/>
          <a:p>
            <a:pPr indent="0" marL="0">
              <a:buNone/>
            </a:pPr>
            <a:r>
              <a:rPr lang="en-US" sz="2000" b="1" dirty="0">
                <a:solidFill>
                  <a:srgbClr val="D9A441"/>
                </a:solidFill>
                <a:latin typeface="Malgun Gothic" pitchFamily="34" charset="0"/>
                <a:ea typeface="Malgun Gothic" pitchFamily="34" charset="-122"/>
                <a:cs typeface="Malgun Gothic" pitchFamily="34" charset="-120"/>
              </a:rPr>
              <a:t>다음 단계</a:t>
            </a:r>
            <a:endParaRPr lang="en-US" sz="2000" dirty="0"/>
          </a:p>
        </p:txBody>
      </p:sp>
      <p:sp>
        <p:nvSpPr>
          <p:cNvPr id="23" name="Text 20"/>
          <p:cNvSpPr txBox="1"/>
          <p:nvPr/>
        </p:nvSpPr>
        <p:spPr>
          <a:xfrm>
            <a:off x="8321040" y="2468880"/>
            <a:ext cx="3154680" cy="3657600"/>
          </a:xfrm>
          <a:prstGeom prst="rect">
            <a:avLst/>
          </a:prstGeom>
          <a:noFill/>
          <a:ln/>
        </p:spPr>
        <p:txBody>
          <a:bodyPr wrap="square" lIns="0" tIns="0" rIns="0" bIns="0" rtlCol="0" anchor="t"/>
          <a:lstStyle/>
          <a:p>
            <a:pPr marL="342900" indent="-342900">
              <a:spcAft>
                <a:spcPts val="1200"/>
              </a:spcAft>
              <a:buSzPct val="100000"/>
              <a:buChar char="•"/>
            </a:pPr>
            <a:r>
              <a:rPr lang="en-US" sz="1400" b="1" dirty="0">
                <a:solidFill>
                  <a:srgbClr val="FFFFFF"/>
                </a:solidFill>
                <a:latin typeface="Malgun Gothic" pitchFamily="34" charset="0"/>
                <a:ea typeface="Malgun Gothic" pitchFamily="34" charset="-122"/>
                <a:cs typeface="Malgun Gothic" pitchFamily="34" charset="-120"/>
              </a:rPr>
              <a:t>PROCESSED 적재 결과와 추천 조회 테이블의 연결 · 동기화</a:t>
            </a:r>
            <a:endParaRPr lang="en-US" sz="1400" dirty="0"/>
          </a:p>
          <a:p>
            <a:pPr marL="342900" indent="-342900">
              <a:spcAft>
                <a:spcPts val="1200"/>
              </a:spcAft>
              <a:buSzPct val="100000"/>
              <a:buChar char="•"/>
            </a:pPr>
            <a:r>
              <a:rPr lang="en-US" sz="1400" b="1" dirty="0">
                <a:solidFill>
                  <a:srgbClr val="FFFFFF"/>
                </a:solidFill>
                <a:latin typeface="Malgun Gothic" pitchFamily="34" charset="0"/>
                <a:ea typeface="Malgun Gothic" pitchFamily="34" charset="-122"/>
                <a:cs typeface="Malgun Gothic" pitchFamily="34" charset="-120"/>
              </a:rPr>
              <a:t>데이터셋별 DQ 기준 고도화</a:t>
            </a:r>
            <a:endParaRPr lang="en-US" sz="1400" dirty="0"/>
          </a:p>
          <a:p>
            <a:pPr marL="342900" indent="-342900">
              <a:spcAft>
                <a:spcPts val="1200"/>
              </a:spcAft>
              <a:buSzPct val="100000"/>
              <a:buChar char="•"/>
            </a:pPr>
            <a:r>
              <a:rPr lang="en-US" sz="1400" b="1" dirty="0">
                <a:solidFill>
                  <a:srgbClr val="FFFFFF"/>
                </a:solidFill>
                <a:latin typeface="Malgun Gothic" pitchFamily="34" charset="0"/>
                <a:ea typeface="Malgun Gothic" pitchFamily="34" charset="-122"/>
                <a:cs typeface="Malgun Gothic" pitchFamily="34" charset="-120"/>
              </a:rPr>
              <a:t>운영시간 · 대중교통 · 프로그램을 활용한 추천용 파생변수</a:t>
            </a:r>
            <a:endParaRPr lang="en-US" sz="1400" dirty="0"/>
          </a:p>
          <a:p>
            <a:pPr marL="342900" indent="-342900">
              <a:spcAft>
                <a:spcPts val="1200"/>
              </a:spcAft>
              <a:buSzPct val="100000"/>
              <a:buChar char="•"/>
            </a:pPr>
            <a:r>
              <a:rPr lang="en-US" sz="1400" b="1" dirty="0">
                <a:solidFill>
                  <a:srgbClr val="FFFFFF"/>
                </a:solidFill>
                <a:latin typeface="Malgun Gothic" pitchFamily="34" charset="0"/>
                <a:ea typeface="Malgun Gothic" pitchFamily="34" charset="-122"/>
                <a:cs typeface="Malgun Gothic" pitchFamily="34" charset="-120"/>
              </a:rPr>
              <a:t>실시간 예약 · 잔여정원 · 임시 휴관 데이터 확보 시 추천 고도화</a:t>
            </a:r>
            <a:endParaRPr lang="en-US" sz="1400" dirty="0"/>
          </a:p>
        </p:txBody>
      </p:sp>
      <p:sp>
        <p:nvSpPr>
          <p:cNvPr id="24" name="Text 21"/>
          <p:cNvSpPr txBox="1"/>
          <p:nvPr/>
        </p:nvSpPr>
        <p:spPr>
          <a:xfrm>
            <a:off x="548640" y="6446520"/>
            <a:ext cx="4572000" cy="228600"/>
          </a:xfrm>
          <a:prstGeom prst="rect">
            <a:avLst/>
          </a:prstGeom>
          <a:noFill/>
          <a:ln/>
        </p:spPr>
        <p:txBody>
          <a:bodyPr wrap="square" lIns="0" tIns="0" rIns="0" bIns="0" rtlCol="0" anchor="t"/>
          <a:lstStyle/>
          <a:p>
            <a:pPr indent="0" marL="0">
              <a:buNone/>
            </a:pPr>
            <a:r>
              <a:rPr lang="en-US" sz="900" b="1" spc="200" kern="0" dirty="0">
                <a:solidFill>
                  <a:srgbClr val="9A907C"/>
                </a:solidFill>
                <a:latin typeface="Malgun Gothic" pitchFamily="34" charset="0"/>
                <a:ea typeface="Malgun Gothic" pitchFamily="34" charset="-122"/>
                <a:cs typeface="Malgun Gothic" pitchFamily="34" charset="-120"/>
              </a:rPr>
              <a:t>WOOSIMWOONKKA · MY MOVE CLUB</a:t>
            </a:r>
            <a:endParaRPr lang="en-US" sz="900" dirty="0"/>
          </a:p>
        </p:txBody>
      </p:sp>
      <p:sp>
        <p:nvSpPr>
          <p:cNvPr id="25" name="Text 22"/>
          <p:cNvSpPr txBox="1"/>
          <p:nvPr/>
        </p:nvSpPr>
        <p:spPr>
          <a:xfrm>
            <a:off x="11182985" y="6446520"/>
            <a:ext cx="457200" cy="228600"/>
          </a:xfrm>
          <a:prstGeom prst="rect">
            <a:avLst/>
          </a:prstGeom>
          <a:noFill/>
          <a:ln/>
        </p:spPr>
        <p:txBody>
          <a:bodyPr wrap="square" lIns="0" tIns="0" rIns="0" bIns="0" rtlCol="0" anchor="t"/>
          <a:lstStyle/>
          <a:p>
            <a:pPr algn="r" indent="0" marL="0">
              <a:buNone/>
            </a:pPr>
            <a:r>
              <a:rPr lang="en-US" sz="900" b="1" dirty="0">
                <a:solidFill>
                  <a:srgbClr val="9A907C"/>
                </a:solidFill>
                <a:latin typeface="Malgun Gothic" pitchFamily="34" charset="0"/>
                <a:ea typeface="Malgun Gothic" pitchFamily="34" charset="-122"/>
                <a:cs typeface="Malgun Gothic" pitchFamily="34" charset="-120"/>
              </a:rPr>
              <a:t>25</a:t>
            </a:r>
            <a:endParaRPr lang="en-US" sz="900" dirty="0"/>
          </a:p>
        </p:txBody>
      </p:sp>
    </p:spTree>
  </p:cSld>
  <p:clrMapOvr>
    <a:masterClrMapping/>
  </p:clrMapOvr>
  <mc:AlternateContent xmlns:mc="http://schemas.openxmlformats.org/markup-compatibility/2006">
    <mc:Choice xmlns:p14="http://schemas.microsoft.com/office/powerpoint/2010/main" Requires="p14">
      <p:transition spd="slow" p14:dur="2000"/>
    </mc:Choice>
    <mc:Fallback>
      <p:transition spd="slow"/>
    </mc:Fallback>
  </mc:AlternateContent>
  <p:timing>
    <p:tnLst>
      <p:par>
        <p:cTn id="1" dur="indefinite" restart="never" nodeType="tmRoot"/>
      </p:par>
    </p:tnLst>
  </p:timing>
</p:sld>
</file>

<file path=ppt/slides/slide2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7F1E6"/>
        </a:solidFill>
      </p:bgPr>
    </p:bg>
    <p:spTree>
      <p:nvGrpSpPr>
        <p:cNvPr id="1" name=""/>
        <p:cNvGrpSpPr/>
        <p:nvPr/>
      </p:nvGrpSpPr>
      <p:grpSpPr>
        <a:xfrm>
          <a:off x="0" y="0"/>
          <a:ext cx="0" cy="0"/>
          <a:chOff x="0" y="0"/>
          <a:chExt cx="0" cy="0"/>
        </a:xfrm>
      </p:grpSpPr>
      <p:sp>
        <p:nvSpPr>
          <p:cNvPr id="557" name="Shape 0"/>
          <p:cNvSpPr/>
          <p:nvPr/>
        </p:nvSpPr>
        <p:spPr>
          <a:xfrm>
            <a:off x="548640" y="384175"/>
            <a:ext cx="383540" cy="383540"/>
          </a:xfrm>
          <a:prstGeom prst="ellipse">
            <a:avLst/>
          </a:prstGeom>
          <a:solidFill>
            <a:srgbClr val="2e5a46"/>
          </a:solidFill>
          <a:ln w="12700">
            <a:solidFill>
              <a:srgbClr val="2e5a46"/>
            </a:solidFill>
            <a:round/>
          </a:ln>
        </p:spPr>
        <p:style>
          <a:lnRef idx="0"/>
          <a:fillRef idx="0"/>
          <a:effectRef idx="0"/>
          <a:fontRef idx="minor"/>
        </p:style>
        <p:txBody>
          <a:bodyPr lIns="90000" rIns="90000" tIns="45000" bIns="45000" anchor="t">
            <a:noAutofit/>
          </a:bodyPr>
          <a:p>
            <a:endParaRPr b="0" lang="en-US" sz="1800" spc="-1" strike="noStrike">
              <a:solidFill>
                <a:srgbClr val="000000"/>
              </a:solidFill>
              <a:latin typeface="Noto Sans KR"/>
            </a:endParaRPr>
          </a:p>
        </p:txBody>
      </p:sp>
      <p:sp>
        <p:nvSpPr>
          <p:cNvPr id="558" name="Text 1"/>
          <p:cNvSpPr/>
          <p:nvPr/>
        </p:nvSpPr>
        <p:spPr>
          <a:xfrm>
            <a:off x="548640" y="384175"/>
            <a:ext cx="383540" cy="38354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300" spc="-1" strike="noStrike">
                <a:solidFill>
                  <a:srgbClr val="ffffff"/>
                </a:solidFill>
                <a:latin typeface="Malgun Gothic"/>
                <a:ea typeface="Malgun Gothic"/>
              </a:rPr>
              <a:t>09</a:t>
            </a:r>
            <a:endParaRPr b="0" lang="en-US" sz="1300" spc="-1" strike="noStrike">
              <a:solidFill>
                <a:srgbClr val="000000"/>
              </a:solidFill>
              <a:latin typeface="Noto Sans KR"/>
            </a:endParaRPr>
          </a:p>
        </p:txBody>
      </p:sp>
      <p:sp>
        <p:nvSpPr>
          <p:cNvPr id="559" name="Text 2"/>
          <p:cNvSpPr/>
          <p:nvPr/>
        </p:nvSpPr>
        <p:spPr>
          <a:xfrm>
            <a:off x="1042670" y="384175"/>
            <a:ext cx="5485765" cy="3835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400" spc="199" strike="noStrike">
                <a:solidFill>
                  <a:srgbClr val="b5654a"/>
                </a:solidFill>
                <a:latin typeface="Malgun Gothic"/>
                <a:ea typeface="Malgun Gothic"/>
              </a:rPr>
              <a:t>DEMO · </a:t>
            </a:r>
            <a:r>
              <a:rPr b="1" lang="ko-KR" sz="1400" spc="199" strike="noStrike">
                <a:solidFill>
                  <a:srgbClr val="b5654a"/>
                </a:solidFill>
                <a:latin typeface="Malgun Gothic"/>
                <a:ea typeface="Malgun Gothic"/>
              </a:rPr>
              <a:t>서비스 시연</a:t>
            </a:r>
            <a:endParaRPr b="0" lang="en-US" sz="1400" spc="-1" strike="noStrike">
              <a:solidFill>
                <a:srgbClr val="000000"/>
              </a:solidFill>
              <a:latin typeface="Noto Sans KR"/>
            </a:endParaRPr>
          </a:p>
        </p:txBody>
      </p:sp>
      <p:sp>
        <p:nvSpPr>
          <p:cNvPr id="560" name="Text 3"/>
          <p:cNvSpPr/>
          <p:nvPr/>
        </p:nvSpPr>
        <p:spPr>
          <a:xfrm>
            <a:off x="548640" y="895985"/>
            <a:ext cx="11063605" cy="730885"/>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ko-KR" sz="3400" spc="-1" strike="noStrike">
                <a:solidFill>
                  <a:srgbClr val="1e2621"/>
                </a:solidFill>
                <a:latin typeface="Malgun Gothic"/>
                <a:ea typeface="Malgun Gothic"/>
              </a:rPr>
              <a:t>그럼</a:t>
            </a:r>
            <a:r>
              <a:rPr b="1" lang="en-US" sz="3400" spc="-1" strike="noStrike">
                <a:solidFill>
                  <a:srgbClr val="1e2621"/>
                </a:solidFill>
                <a:latin typeface="Malgun Gothic"/>
                <a:ea typeface="Malgun Gothic"/>
              </a:rPr>
              <a:t>, </a:t>
            </a:r>
            <a:r>
              <a:rPr b="1" lang="ko-KR" sz="3400" spc="-1" strike="noStrike">
                <a:solidFill>
                  <a:srgbClr val="1e2621"/>
                </a:solidFill>
                <a:latin typeface="Malgun Gothic"/>
                <a:ea typeface="Malgun Gothic"/>
              </a:rPr>
              <a:t>오늘은 어디서 운동할까요</a:t>
            </a:r>
            <a:r>
              <a:rPr b="1" lang="en-US" sz="3400" spc="-1" strike="noStrike">
                <a:solidFill>
                  <a:srgbClr val="1e2621"/>
                </a:solidFill>
                <a:latin typeface="Malgun Gothic"/>
                <a:ea typeface="Malgun Gothic"/>
              </a:rPr>
              <a:t>?</a:t>
            </a:r>
            <a:endParaRPr b="0" lang="en-US" sz="3400" spc="-1" strike="noStrike">
              <a:solidFill>
                <a:srgbClr val="000000"/>
              </a:solidFill>
              <a:latin typeface="Noto Sans KR"/>
            </a:endParaRPr>
          </a:p>
        </p:txBody>
      </p:sp>
      <p:sp>
        <p:nvSpPr>
          <p:cNvPr id="561" name="Shape 4"/>
          <p:cNvSpPr>
            <a:spLocks/>
          </p:cNvSpPr>
          <p:nvPr/>
        </p:nvSpPr>
        <p:spPr>
          <a:xfrm rot="0">
            <a:off x="548640" y="1962150"/>
            <a:ext cx="2057400" cy="3200400"/>
          </a:xfrm>
          <a:prstGeom prst="roundRect">
            <a:avLst>
              <a:gd name="adj" fmla="val 6222"/>
            </a:avLst>
          </a:prstGeom>
          <a:solidFill>
            <a:srgbClr val="FFFCF6"/>
          </a:solidFill>
          <a:ln w="12700" cap="flat" cmpd="sng">
            <a:solidFill>
              <a:srgbClr val="D8CBB2">
                <a:alpha val="100000"/>
              </a:srgbClr>
            </a:solidFill>
            <a:prstDash val="solid"/>
            <a:round/>
          </a:ln>
          <a:effectLst>
            <a:outerShdw sx="100000" sy="100000" blurRad="101520" dist="25560" dir="5400000" rotWithShape="0" algn="bl">
              <a:srgbClr val="8A7A5C">
                <a:alpha val="17647"/>
              </a:srgbClr>
            </a:outerShdw>
          </a:effectLst>
        </p:spPr>
        <p:style>
          <a:lnRef idx="0"/>
          <a:fillRef idx="0"/>
          <a:effectRef idx="0"/>
          <a:fontRef idx="minor"/>
        </p:style>
        <p:txBody>
          <a:bodyPr wrap="square" lIns="90170" tIns="45085" rIns="90170" bIns="45085" numCol="1" vert="horz" anchor="t">
            <a:noAutofit/>
          </a:bodyPr>
          <a:lstStyle/>
          <a:p>
            <a:pPr marL="0" indent="0">
              <a:buFontTx/>
              <a:buNone/>
            </a:pPr>
            <a:endParaRPr lang="ko-KR" altLang="en-US" sz="1800" b="0" strike="noStrike">
              <a:solidFill>
                <a:srgbClr val="000000"/>
              </a:solidFill>
              <a:latin typeface="Noto Sans KR" charset="0"/>
            </a:endParaRPr>
          </a:p>
        </p:txBody>
      </p:sp>
      <p:pic>
        <p:nvPicPr>
          <p:cNvPr id="562" name="Image 0"/>
          <p:cNvPicPr>
            <a:picLocks/>
          </p:cNvPicPr>
          <p:nvPr/>
        </p:nvPicPr>
        <p:blipFill rotWithShape="1">
          <a:blip r:embed="rId1" cstate="print">
            <a:extLst>
              <a:ext uri="{28A0092B-C50C-407E-A947-70E740481C1C}">
                <a14:useLocalDpi xmlns:a14="http://schemas.microsoft.com/office/drawing/2010/main" val="0"/>
              </a:ext>
            </a:extLst>
          </a:blip>
          <a:stretch>
            <a:fillRect/>
          </a:stretch>
        </p:blipFill>
        <p:spPr>
          <a:xfrm rot="0">
            <a:off x="640080" y="2053590"/>
            <a:ext cx="1874520" cy="1478280"/>
          </a:xfrm>
          <a:prstGeom prst="rect"/>
          <a:noFill/>
          <a:ln>
            <a:noFill/>
            <a:prstDash/>
          </a:ln>
        </p:spPr>
      </p:pic>
      <p:sp>
        <p:nvSpPr>
          <p:cNvPr id="563" name="Shape 5"/>
          <p:cNvSpPr>
            <a:spLocks/>
          </p:cNvSpPr>
          <p:nvPr/>
        </p:nvSpPr>
        <p:spPr>
          <a:xfrm rot="0">
            <a:off x="685800" y="3653790"/>
            <a:ext cx="421005" cy="421005"/>
          </a:xfrm>
          <a:prstGeom prst="ellipse"/>
          <a:solidFill>
            <a:srgbClr val="2E5A46"/>
          </a:solidFill>
          <a:ln w="12700" cap="flat" cmpd="sng">
            <a:solidFill>
              <a:srgbClr val="2E5A46">
                <a:alpha val="100000"/>
              </a:srgbClr>
            </a:solidFill>
            <a:prstDash val="solid"/>
            <a:round/>
          </a:ln>
        </p:spPr>
        <p:style>
          <a:lnRef idx="0"/>
          <a:fillRef idx="0"/>
          <a:effectRef idx="0"/>
          <a:fontRef idx="minor"/>
        </p:style>
        <p:txBody>
          <a:bodyPr wrap="square" lIns="90170" tIns="45085" rIns="90170" bIns="45085" numCol="1" vert="horz" anchor="t">
            <a:noAutofit/>
          </a:bodyPr>
          <a:lstStyle/>
          <a:p>
            <a:pPr marL="0" indent="0">
              <a:buFontTx/>
              <a:buNone/>
            </a:pPr>
            <a:endParaRPr lang="ko-KR" altLang="en-US" sz="1800" b="0" strike="noStrike">
              <a:solidFill>
                <a:srgbClr val="000000"/>
              </a:solidFill>
              <a:latin typeface="Noto Sans KR" charset="0"/>
            </a:endParaRPr>
          </a:p>
        </p:txBody>
      </p:sp>
      <p:sp>
        <p:nvSpPr>
          <p:cNvPr id="564" name="Text 6"/>
          <p:cNvSpPr>
            <a:spLocks/>
          </p:cNvSpPr>
          <p:nvPr/>
        </p:nvSpPr>
        <p:spPr>
          <a:xfrm rot="0">
            <a:off x="685800" y="3653790"/>
            <a:ext cx="421005" cy="421005"/>
          </a:xfrm>
          <a:prstGeom prst="rect"/>
          <a:noFill/>
          <a:ln>
            <a:noFill/>
            <a:prstDash/>
          </a:ln>
        </p:spPr>
        <p:style>
          <a:lnRef idx="0"/>
          <a:fillRef idx="0"/>
          <a:effectRef idx="0"/>
          <a:fontRef idx="minor"/>
        </p:style>
        <p:txBody>
          <a:bodyPr wrap="square" lIns="0" tIns="0" rIns="0" bIns="0" numCol="1" vert="horz" anchor="ctr">
            <a:noAutofit/>
          </a:bodyPr>
          <a:lstStyle/>
          <a:p>
            <a:pPr marL="0" indent="0" algn="ctr" defTabSz="914400">
              <a:lnSpc>
                <a:spcPct val="100000"/>
              </a:lnSpc>
              <a:buFontTx/>
              <a:buNone/>
              <a:tabLst>
                <a:tab pos="0" algn="l"/>
              </a:tabLst>
            </a:pPr>
            <a:r>
              <a:rPr lang="en-US" sz="1500" b="1" strike="noStrike">
                <a:solidFill>
                  <a:srgbClr val="FFFFFF"/>
                </a:solidFill>
                <a:latin typeface="Malgun Gothic" charset="0"/>
                <a:ea typeface="Malgun Gothic" charset="0"/>
              </a:rPr>
              <a:t>1</a:t>
            </a:r>
            <a:endParaRPr lang="ko-KR" altLang="en-US" sz="1500" b="1" strike="noStrike">
              <a:solidFill>
                <a:srgbClr val="FFFFFF"/>
              </a:solidFill>
              <a:latin typeface="Malgun Gothic" charset="0"/>
              <a:ea typeface="Malgun Gothic" charset="0"/>
            </a:endParaRPr>
          </a:p>
        </p:txBody>
      </p:sp>
      <p:sp>
        <p:nvSpPr>
          <p:cNvPr id="565" name="Text 7"/>
          <p:cNvSpPr>
            <a:spLocks/>
          </p:cNvSpPr>
          <p:nvPr/>
        </p:nvSpPr>
        <p:spPr>
          <a:xfrm rot="0">
            <a:off x="1188720" y="3653790"/>
            <a:ext cx="1325880" cy="421005"/>
          </a:xfrm>
          <a:prstGeom prst="rect"/>
          <a:noFill/>
          <a:ln>
            <a:noFill/>
            <a:prstDash/>
          </a:ln>
        </p:spPr>
        <p:style>
          <a:lnRef idx="0"/>
          <a:fillRef idx="0"/>
          <a:effectRef idx="0"/>
          <a:fontRef idx="minor"/>
        </p:style>
        <p:txBody>
          <a:bodyPr wrap="square" lIns="0" tIns="0" rIns="0" bIns="0" numCol="1" vert="horz" anchor="ctr">
            <a:noAutofit/>
          </a:bodyPr>
          <a:lstStyle/>
          <a:p>
            <a:pPr marL="0" indent="0" defTabSz="914400">
              <a:lnSpc>
                <a:spcPct val="100000"/>
              </a:lnSpc>
              <a:buFontTx/>
              <a:buNone/>
              <a:tabLst>
                <a:tab pos="0" algn="l"/>
              </a:tabLst>
            </a:pPr>
            <a:r>
              <a:rPr lang="ko-KR" sz="1900" b="1" strike="noStrike">
                <a:solidFill>
                  <a:srgbClr val="1E2621"/>
                </a:solidFill>
                <a:latin typeface="Malgun Gothic" charset="0"/>
                <a:ea typeface="Malgun Gothic" charset="0"/>
              </a:rPr>
              <a:t>운동방</a:t>
            </a:r>
            <a:endParaRPr lang="ko-KR" altLang="en-US" sz="1900" b="1" strike="noStrike">
              <a:solidFill>
                <a:srgbClr val="1E2621"/>
              </a:solidFill>
              <a:latin typeface="Malgun Gothic" charset="0"/>
              <a:ea typeface="Malgun Gothic" charset="0"/>
            </a:endParaRPr>
          </a:p>
        </p:txBody>
      </p:sp>
      <p:sp>
        <p:nvSpPr>
          <p:cNvPr id="566" name="Text 8"/>
          <p:cNvSpPr>
            <a:spLocks/>
          </p:cNvSpPr>
          <p:nvPr/>
        </p:nvSpPr>
        <p:spPr>
          <a:xfrm rot="0">
            <a:off x="713105" y="4248150"/>
            <a:ext cx="1783080" cy="822960"/>
          </a:xfrm>
          <a:prstGeom prst="rect"/>
          <a:noFill/>
          <a:ln>
            <a:noFill/>
            <a:prstDash/>
          </a:ln>
        </p:spPr>
        <p:style>
          <a:lnRef idx="0"/>
          <a:fillRef idx="0"/>
          <a:effectRef idx="0"/>
          <a:fontRef idx="minor"/>
        </p:style>
        <p:txBody>
          <a:bodyPr wrap="square" lIns="0" tIns="0" rIns="0" bIns="0" numCol="1" vert="horz" anchor="t">
            <a:noAutofit/>
          </a:bodyPr>
          <a:lstStyle/>
          <a:p>
            <a:pPr marL="0" indent="0" defTabSz="914400">
              <a:lnSpc>
                <a:spcPct val="110000"/>
              </a:lnSpc>
              <a:buFontTx/>
              <a:buNone/>
              <a:tabLst>
                <a:tab pos="0" algn="l"/>
              </a:tabLst>
            </a:pPr>
            <a:r>
              <a:rPr lang="ko-KR" sz="1300" b="1" strike="noStrike">
                <a:solidFill>
                  <a:srgbClr val="5E5B52"/>
                </a:solidFill>
                <a:latin typeface="Malgun Gothic" charset="0"/>
                <a:ea typeface="Malgun Gothic" charset="0"/>
              </a:rPr>
              <a:t>추억을 떠올리게 하는</a:t>
            </a:r>
            <a:endParaRPr lang="ko-KR" altLang="en-US" sz="1300" b="1" strike="noStrike">
              <a:solidFill>
                <a:srgbClr val="5E5B52"/>
              </a:solidFill>
              <a:latin typeface="Malgun Gothic" charset="0"/>
              <a:ea typeface="Malgun Gothic" charset="0"/>
            </a:endParaRPr>
          </a:p>
          <a:p>
            <a:pPr marL="0" indent="0" defTabSz="914400">
              <a:lnSpc>
                <a:spcPct val="110000"/>
              </a:lnSpc>
              <a:buFontTx/>
              <a:buNone/>
              <a:tabLst>
                <a:tab pos="0" algn="l"/>
              </a:tabLst>
            </a:pPr>
            <a:r>
              <a:rPr lang="ko-KR" sz="1300" b="1" strike="noStrike">
                <a:solidFill>
                  <a:srgbClr val="5E5B52"/>
                </a:solidFill>
                <a:latin typeface="Malgun Gothic" charset="0"/>
                <a:ea typeface="Malgun Gothic" charset="0"/>
              </a:rPr>
              <a:t>나만의 공간</a:t>
            </a:r>
            <a:endParaRPr lang="ko-KR" altLang="en-US" sz="1300" b="1" strike="noStrike">
              <a:solidFill>
                <a:srgbClr val="5E5B52"/>
              </a:solidFill>
              <a:latin typeface="Malgun Gothic" charset="0"/>
              <a:ea typeface="Malgun Gothic" charset="0"/>
            </a:endParaRPr>
          </a:p>
        </p:txBody>
      </p:sp>
      <p:sp>
        <p:nvSpPr>
          <p:cNvPr id="567" name="Shape 9"/>
          <p:cNvSpPr>
            <a:spLocks/>
          </p:cNvSpPr>
          <p:nvPr/>
        </p:nvSpPr>
        <p:spPr>
          <a:xfrm rot="0">
            <a:off x="2807335" y="1962150"/>
            <a:ext cx="2057400" cy="3200400"/>
          </a:xfrm>
          <a:prstGeom prst="roundRect">
            <a:avLst>
              <a:gd name="adj" fmla="val 6222"/>
            </a:avLst>
          </a:prstGeom>
          <a:solidFill>
            <a:srgbClr val="FFFCF6"/>
          </a:solidFill>
          <a:ln w="12700" cap="flat" cmpd="sng">
            <a:solidFill>
              <a:srgbClr val="D8CBB2">
                <a:alpha val="100000"/>
              </a:srgbClr>
            </a:solidFill>
            <a:prstDash val="solid"/>
            <a:round/>
          </a:ln>
          <a:effectLst>
            <a:outerShdw sx="100000" sy="100000" blurRad="101520" dist="25560" dir="5400000" rotWithShape="0" algn="bl">
              <a:srgbClr val="8A7A5C">
                <a:alpha val="17647"/>
              </a:srgbClr>
            </a:outerShdw>
          </a:effectLst>
        </p:spPr>
        <p:style>
          <a:lnRef idx="0"/>
          <a:fillRef idx="0"/>
          <a:effectRef idx="0"/>
          <a:fontRef idx="minor"/>
        </p:style>
        <p:txBody>
          <a:bodyPr wrap="square" lIns="90170" tIns="45085" rIns="90170" bIns="45085" numCol="1" vert="horz" anchor="t">
            <a:noAutofit/>
          </a:bodyPr>
          <a:lstStyle/>
          <a:p>
            <a:pPr marL="0" indent="0">
              <a:buFontTx/>
              <a:buNone/>
            </a:pPr>
            <a:endParaRPr lang="ko-KR" altLang="en-US" sz="1800" b="0" strike="noStrike">
              <a:solidFill>
                <a:srgbClr val="000000"/>
              </a:solidFill>
              <a:latin typeface="Noto Sans KR" charset="0"/>
            </a:endParaRPr>
          </a:p>
        </p:txBody>
      </p:sp>
      <p:pic>
        <p:nvPicPr>
          <p:cNvPr id="568" name="Image 1"/>
          <p:cNvPicPr>
            <a:picLocks/>
          </p:cNvPicPr>
          <p:nvPr/>
        </p:nvPicPr>
        <p:blipFill rotWithShape="1">
          <a:blip r:embed="rId2" cstate="print">
            <a:extLst>
              <a:ext uri="{28A0092B-C50C-407E-A947-70E740481C1C}">
                <a14:useLocalDpi xmlns:a14="http://schemas.microsoft.com/office/drawing/2010/main" val="0"/>
              </a:ext>
            </a:extLst>
          </a:blip>
          <a:stretch>
            <a:fillRect/>
          </a:stretch>
        </p:blipFill>
        <p:spPr>
          <a:xfrm rot="0">
            <a:off x="2898775" y="2053590"/>
            <a:ext cx="1874520" cy="1478280"/>
          </a:xfrm>
          <a:prstGeom prst="rect"/>
          <a:noFill/>
          <a:ln>
            <a:noFill/>
            <a:prstDash/>
          </a:ln>
        </p:spPr>
      </p:pic>
      <p:sp>
        <p:nvSpPr>
          <p:cNvPr id="569" name="Shape 10"/>
          <p:cNvSpPr>
            <a:spLocks/>
          </p:cNvSpPr>
          <p:nvPr/>
        </p:nvSpPr>
        <p:spPr>
          <a:xfrm rot="0">
            <a:off x="2944495" y="3653790"/>
            <a:ext cx="421005" cy="421005"/>
          </a:xfrm>
          <a:prstGeom prst="ellipse"/>
          <a:solidFill>
            <a:srgbClr val="2E5A46"/>
          </a:solidFill>
          <a:ln w="12700" cap="flat" cmpd="sng">
            <a:solidFill>
              <a:srgbClr val="2E5A46">
                <a:alpha val="100000"/>
              </a:srgbClr>
            </a:solidFill>
            <a:prstDash val="solid"/>
            <a:round/>
          </a:ln>
        </p:spPr>
        <p:style>
          <a:lnRef idx="0"/>
          <a:fillRef idx="0"/>
          <a:effectRef idx="0"/>
          <a:fontRef idx="minor"/>
        </p:style>
        <p:txBody>
          <a:bodyPr wrap="square" lIns="90170" tIns="45085" rIns="90170" bIns="45085" numCol="1" vert="horz" anchor="t">
            <a:noAutofit/>
          </a:bodyPr>
          <a:lstStyle/>
          <a:p>
            <a:pPr marL="0" indent="0">
              <a:buFontTx/>
              <a:buNone/>
            </a:pPr>
            <a:endParaRPr lang="ko-KR" altLang="en-US" sz="1800" b="0" strike="noStrike">
              <a:solidFill>
                <a:srgbClr val="000000"/>
              </a:solidFill>
              <a:latin typeface="Noto Sans KR" charset="0"/>
            </a:endParaRPr>
          </a:p>
        </p:txBody>
      </p:sp>
      <p:sp>
        <p:nvSpPr>
          <p:cNvPr id="570" name="Text 11"/>
          <p:cNvSpPr>
            <a:spLocks/>
          </p:cNvSpPr>
          <p:nvPr/>
        </p:nvSpPr>
        <p:spPr>
          <a:xfrm rot="0">
            <a:off x="2944495" y="3653790"/>
            <a:ext cx="421005" cy="421005"/>
          </a:xfrm>
          <a:prstGeom prst="rect"/>
          <a:noFill/>
          <a:ln>
            <a:noFill/>
            <a:prstDash/>
          </a:ln>
        </p:spPr>
        <p:style>
          <a:lnRef idx="0"/>
          <a:fillRef idx="0"/>
          <a:effectRef idx="0"/>
          <a:fontRef idx="minor"/>
        </p:style>
        <p:txBody>
          <a:bodyPr wrap="square" lIns="0" tIns="0" rIns="0" bIns="0" numCol="1" vert="horz" anchor="ctr">
            <a:noAutofit/>
          </a:bodyPr>
          <a:lstStyle/>
          <a:p>
            <a:pPr marL="0" indent="0" algn="ctr" defTabSz="914400">
              <a:lnSpc>
                <a:spcPct val="100000"/>
              </a:lnSpc>
              <a:buFontTx/>
              <a:buNone/>
              <a:tabLst>
                <a:tab pos="0" algn="l"/>
              </a:tabLst>
            </a:pPr>
            <a:r>
              <a:rPr lang="en-US" sz="1500" b="1" strike="noStrike">
                <a:solidFill>
                  <a:srgbClr val="FFFFFF"/>
                </a:solidFill>
                <a:latin typeface="Malgun Gothic" charset="0"/>
                <a:ea typeface="Malgun Gothic" charset="0"/>
              </a:rPr>
              <a:t>2</a:t>
            </a:r>
            <a:endParaRPr lang="ko-KR" altLang="en-US" sz="1500" b="1" strike="noStrike">
              <a:solidFill>
                <a:srgbClr val="FFFFFF"/>
              </a:solidFill>
              <a:latin typeface="Malgun Gothic" charset="0"/>
              <a:ea typeface="Malgun Gothic" charset="0"/>
            </a:endParaRPr>
          </a:p>
        </p:txBody>
      </p:sp>
      <p:sp>
        <p:nvSpPr>
          <p:cNvPr id="571" name="Text 12"/>
          <p:cNvSpPr>
            <a:spLocks/>
          </p:cNvSpPr>
          <p:nvPr/>
        </p:nvSpPr>
        <p:spPr>
          <a:xfrm rot="0">
            <a:off x="3447415" y="3653790"/>
            <a:ext cx="1325880" cy="421005"/>
          </a:xfrm>
          <a:prstGeom prst="rect"/>
          <a:noFill/>
          <a:ln>
            <a:noFill/>
            <a:prstDash/>
          </a:ln>
        </p:spPr>
        <p:style>
          <a:lnRef idx="0"/>
          <a:fillRef idx="0"/>
          <a:effectRef idx="0"/>
          <a:fontRef idx="minor"/>
        </p:style>
        <p:txBody>
          <a:bodyPr wrap="square" lIns="0" tIns="0" rIns="0" bIns="0" numCol="1" vert="horz" anchor="ctr">
            <a:noAutofit/>
          </a:bodyPr>
          <a:lstStyle/>
          <a:p>
            <a:pPr marL="0" indent="0" defTabSz="914400">
              <a:lnSpc>
                <a:spcPct val="100000"/>
              </a:lnSpc>
              <a:buFontTx/>
              <a:buNone/>
              <a:tabLst>
                <a:tab pos="0" algn="l"/>
              </a:tabLst>
            </a:pPr>
            <a:r>
              <a:rPr lang="ko-KR" sz="1900" b="1" strike="noStrike">
                <a:solidFill>
                  <a:srgbClr val="1E2621"/>
                </a:solidFill>
                <a:latin typeface="Malgun Gothic" charset="0"/>
                <a:ea typeface="Malgun Gothic" charset="0"/>
              </a:rPr>
              <a:t>추천 조건</a:t>
            </a:r>
            <a:endParaRPr lang="ko-KR" altLang="en-US" sz="1900" b="1" strike="noStrike">
              <a:solidFill>
                <a:srgbClr val="1E2621"/>
              </a:solidFill>
              <a:latin typeface="Malgun Gothic" charset="0"/>
              <a:ea typeface="Malgun Gothic" charset="0"/>
            </a:endParaRPr>
          </a:p>
        </p:txBody>
      </p:sp>
      <p:sp>
        <p:nvSpPr>
          <p:cNvPr id="572" name="Text 13"/>
          <p:cNvSpPr>
            <a:spLocks/>
          </p:cNvSpPr>
          <p:nvPr/>
        </p:nvSpPr>
        <p:spPr>
          <a:xfrm rot="0">
            <a:off x="2971800" y="4248150"/>
            <a:ext cx="1783080" cy="822960"/>
          </a:xfrm>
          <a:prstGeom prst="rect"/>
          <a:noFill/>
          <a:ln>
            <a:noFill/>
            <a:prstDash/>
          </a:ln>
        </p:spPr>
        <p:style>
          <a:lnRef idx="0"/>
          <a:fillRef idx="0"/>
          <a:effectRef idx="0"/>
          <a:fontRef idx="minor"/>
        </p:style>
        <p:txBody>
          <a:bodyPr wrap="square" lIns="0" tIns="0" rIns="0" bIns="0" numCol="1" vert="horz" anchor="t">
            <a:noAutofit/>
          </a:bodyPr>
          <a:lstStyle/>
          <a:p>
            <a:pPr marL="0" indent="0" defTabSz="914400">
              <a:lnSpc>
                <a:spcPct val="110000"/>
              </a:lnSpc>
              <a:buFontTx/>
              <a:buNone/>
              <a:tabLst>
                <a:tab pos="0" algn="l"/>
              </a:tabLst>
            </a:pPr>
            <a:r>
              <a:rPr lang="ko-KR" sz="1300" b="1" strike="noStrike">
                <a:solidFill>
                  <a:srgbClr val="5E5B52"/>
                </a:solidFill>
                <a:latin typeface="Malgun Gothic" charset="0"/>
                <a:ea typeface="Malgun Gothic" charset="0"/>
              </a:rPr>
              <a:t>지역 </a:t>
            </a:r>
            <a:r>
              <a:rPr lang="en-US" sz="1300" b="1" strike="noStrike">
                <a:solidFill>
                  <a:srgbClr val="5E5B52"/>
                </a:solidFill>
                <a:latin typeface="Malgun Gothic" charset="0"/>
                <a:ea typeface="Malgun Gothic" charset="0"/>
              </a:rPr>
              <a:t>· </a:t>
            </a:r>
            <a:r>
              <a:rPr lang="ko-KR" sz="1300" b="1" strike="noStrike">
                <a:solidFill>
                  <a:srgbClr val="5E5B52"/>
                </a:solidFill>
                <a:latin typeface="Malgun Gothic" charset="0"/>
                <a:ea typeface="Malgun Gothic" charset="0"/>
              </a:rPr>
              <a:t>운동 종목 </a:t>
            </a:r>
            <a:r>
              <a:rPr lang="en-US" sz="1300" b="1" strike="noStrike">
                <a:solidFill>
                  <a:srgbClr val="5E5B52"/>
                </a:solidFill>
                <a:latin typeface="Malgun Gothic" charset="0"/>
                <a:ea typeface="Malgun Gothic" charset="0"/>
              </a:rPr>
              <a:t>·</a:t>
            </a:r>
            <a:endParaRPr lang="ko-KR" altLang="en-US" sz="1300" b="1" strike="noStrike">
              <a:solidFill>
                <a:srgbClr val="5E5B52"/>
              </a:solidFill>
              <a:latin typeface="Malgun Gothic" charset="0"/>
              <a:ea typeface="Malgun Gothic" charset="0"/>
            </a:endParaRPr>
          </a:p>
          <a:p>
            <a:pPr marL="0" indent="0" defTabSz="914400">
              <a:lnSpc>
                <a:spcPct val="110000"/>
              </a:lnSpc>
              <a:buFontTx/>
              <a:buNone/>
              <a:tabLst>
                <a:tab pos="0" algn="l"/>
              </a:tabLst>
            </a:pPr>
            <a:r>
              <a:rPr lang="ko-KR" sz="1300" b="1" strike="noStrike">
                <a:solidFill>
                  <a:srgbClr val="5E5B52"/>
                </a:solidFill>
                <a:latin typeface="Malgun Gothic" charset="0"/>
                <a:ea typeface="Malgun Gothic" charset="0"/>
              </a:rPr>
              <a:t>이동시간 입력</a:t>
            </a:r>
            <a:endParaRPr lang="ko-KR" altLang="en-US" sz="1300" b="1" strike="noStrike">
              <a:solidFill>
                <a:srgbClr val="5E5B52"/>
              </a:solidFill>
              <a:latin typeface="Malgun Gothic" charset="0"/>
              <a:ea typeface="Malgun Gothic" charset="0"/>
            </a:endParaRPr>
          </a:p>
        </p:txBody>
      </p:sp>
      <p:sp>
        <p:nvSpPr>
          <p:cNvPr id="573" name="Shape 14"/>
          <p:cNvSpPr>
            <a:spLocks/>
          </p:cNvSpPr>
          <p:nvPr/>
        </p:nvSpPr>
        <p:spPr>
          <a:xfrm rot="0">
            <a:off x="5066030" y="1962150"/>
            <a:ext cx="2057400" cy="3200400"/>
          </a:xfrm>
          <a:prstGeom prst="roundRect">
            <a:avLst>
              <a:gd name="adj" fmla="val 6222"/>
            </a:avLst>
          </a:prstGeom>
          <a:solidFill>
            <a:srgbClr val="FFFCF6"/>
          </a:solidFill>
          <a:ln w="12700" cap="flat" cmpd="sng">
            <a:solidFill>
              <a:srgbClr val="D8CBB2">
                <a:alpha val="100000"/>
              </a:srgbClr>
            </a:solidFill>
            <a:prstDash val="solid"/>
            <a:round/>
          </a:ln>
          <a:effectLst>
            <a:outerShdw sx="100000" sy="100000" blurRad="101520" dist="25560" dir="5400000" rotWithShape="0" algn="bl">
              <a:srgbClr val="8A7A5C">
                <a:alpha val="17647"/>
              </a:srgbClr>
            </a:outerShdw>
          </a:effectLst>
        </p:spPr>
        <p:style>
          <a:lnRef idx="0"/>
          <a:fillRef idx="0"/>
          <a:effectRef idx="0"/>
          <a:fontRef idx="minor"/>
        </p:style>
        <p:txBody>
          <a:bodyPr wrap="square" lIns="90170" tIns="45085" rIns="90170" bIns="45085" numCol="1" vert="horz" anchor="t">
            <a:noAutofit/>
          </a:bodyPr>
          <a:lstStyle/>
          <a:p>
            <a:pPr marL="0" indent="0">
              <a:buFontTx/>
              <a:buNone/>
            </a:pPr>
            <a:endParaRPr lang="ko-KR" altLang="en-US" sz="1800" b="0" strike="noStrike">
              <a:solidFill>
                <a:srgbClr val="000000"/>
              </a:solidFill>
              <a:latin typeface="Noto Sans KR" charset="0"/>
            </a:endParaRPr>
          </a:p>
        </p:txBody>
      </p:sp>
      <p:pic>
        <p:nvPicPr>
          <p:cNvPr id="574" name="Image 2"/>
          <p:cNvPicPr>
            <a:picLocks/>
          </p:cNvPicPr>
          <p:nvPr/>
        </p:nvPicPr>
        <p:blipFill rotWithShape="1">
          <a:blip r:embed="rId3" cstate="print">
            <a:extLst>
              <a:ext uri="{28A0092B-C50C-407E-A947-70E740481C1C}">
                <a14:useLocalDpi xmlns:a14="http://schemas.microsoft.com/office/drawing/2010/main" val="0"/>
              </a:ext>
            </a:extLst>
          </a:blip>
          <a:stretch>
            <a:fillRect/>
          </a:stretch>
        </p:blipFill>
        <p:spPr>
          <a:xfrm rot="0">
            <a:off x="5157470" y="2053590"/>
            <a:ext cx="1874520" cy="1478280"/>
          </a:xfrm>
          <a:prstGeom prst="rect"/>
          <a:noFill/>
          <a:ln>
            <a:noFill/>
            <a:prstDash/>
          </a:ln>
        </p:spPr>
      </p:pic>
      <p:sp>
        <p:nvSpPr>
          <p:cNvPr id="575" name="Shape 15"/>
          <p:cNvSpPr>
            <a:spLocks/>
          </p:cNvSpPr>
          <p:nvPr/>
        </p:nvSpPr>
        <p:spPr>
          <a:xfrm rot="0">
            <a:off x="5203190" y="3653790"/>
            <a:ext cx="421005" cy="421005"/>
          </a:xfrm>
          <a:prstGeom prst="ellipse"/>
          <a:solidFill>
            <a:srgbClr val="B5654A"/>
          </a:solidFill>
          <a:ln w="12700" cap="flat" cmpd="sng">
            <a:solidFill>
              <a:srgbClr val="B5654A">
                <a:alpha val="100000"/>
              </a:srgbClr>
            </a:solidFill>
            <a:prstDash val="solid"/>
            <a:round/>
          </a:ln>
        </p:spPr>
        <p:style>
          <a:lnRef idx="0"/>
          <a:fillRef idx="0"/>
          <a:effectRef idx="0"/>
          <a:fontRef idx="minor"/>
        </p:style>
        <p:txBody>
          <a:bodyPr wrap="square" lIns="90170" tIns="45085" rIns="90170" bIns="45085" numCol="1" vert="horz" anchor="t">
            <a:noAutofit/>
          </a:bodyPr>
          <a:lstStyle/>
          <a:p>
            <a:pPr marL="0" indent="0">
              <a:buFontTx/>
              <a:buNone/>
            </a:pPr>
            <a:endParaRPr lang="ko-KR" altLang="en-US" sz="1800" b="0" strike="noStrike">
              <a:solidFill>
                <a:srgbClr val="000000"/>
              </a:solidFill>
              <a:latin typeface="Noto Sans KR" charset="0"/>
            </a:endParaRPr>
          </a:p>
        </p:txBody>
      </p:sp>
      <p:sp>
        <p:nvSpPr>
          <p:cNvPr id="576" name="Text 16"/>
          <p:cNvSpPr>
            <a:spLocks/>
          </p:cNvSpPr>
          <p:nvPr/>
        </p:nvSpPr>
        <p:spPr>
          <a:xfrm rot="0">
            <a:off x="5203190" y="3653790"/>
            <a:ext cx="421005" cy="421005"/>
          </a:xfrm>
          <a:prstGeom prst="rect"/>
          <a:noFill/>
          <a:ln>
            <a:noFill/>
            <a:prstDash/>
          </a:ln>
        </p:spPr>
        <p:style>
          <a:lnRef idx="0"/>
          <a:fillRef idx="0"/>
          <a:effectRef idx="0"/>
          <a:fontRef idx="minor"/>
        </p:style>
        <p:txBody>
          <a:bodyPr wrap="square" lIns="0" tIns="0" rIns="0" bIns="0" numCol="1" vert="horz" anchor="ctr">
            <a:noAutofit/>
          </a:bodyPr>
          <a:lstStyle/>
          <a:p>
            <a:pPr marL="0" indent="0" algn="ctr" defTabSz="914400">
              <a:lnSpc>
                <a:spcPct val="100000"/>
              </a:lnSpc>
              <a:buFontTx/>
              <a:buNone/>
              <a:tabLst>
                <a:tab pos="0" algn="l"/>
              </a:tabLst>
            </a:pPr>
            <a:r>
              <a:rPr lang="en-US" sz="1500" b="1" strike="noStrike">
                <a:solidFill>
                  <a:srgbClr val="FFFFFF"/>
                </a:solidFill>
                <a:latin typeface="Malgun Gothic" charset="0"/>
                <a:ea typeface="Malgun Gothic" charset="0"/>
              </a:rPr>
              <a:t>3</a:t>
            </a:r>
            <a:endParaRPr lang="ko-KR" altLang="en-US" sz="1500" b="1" strike="noStrike">
              <a:solidFill>
                <a:srgbClr val="FFFFFF"/>
              </a:solidFill>
              <a:latin typeface="Malgun Gothic" charset="0"/>
              <a:ea typeface="Malgun Gothic" charset="0"/>
            </a:endParaRPr>
          </a:p>
        </p:txBody>
      </p:sp>
      <p:sp>
        <p:nvSpPr>
          <p:cNvPr id="577" name="Text 17"/>
          <p:cNvSpPr>
            <a:spLocks/>
          </p:cNvSpPr>
          <p:nvPr/>
        </p:nvSpPr>
        <p:spPr>
          <a:xfrm rot="0">
            <a:off x="5706110" y="3653790"/>
            <a:ext cx="1325880" cy="421005"/>
          </a:xfrm>
          <a:prstGeom prst="rect"/>
          <a:noFill/>
          <a:ln>
            <a:noFill/>
            <a:prstDash/>
          </a:ln>
        </p:spPr>
        <p:style>
          <a:lnRef idx="0"/>
          <a:fillRef idx="0"/>
          <a:effectRef idx="0"/>
          <a:fontRef idx="minor"/>
        </p:style>
        <p:txBody>
          <a:bodyPr wrap="square" lIns="0" tIns="0" rIns="0" bIns="0" numCol="1" vert="horz" anchor="ctr">
            <a:noAutofit/>
          </a:bodyPr>
          <a:lstStyle/>
          <a:p>
            <a:pPr marL="0" indent="0" defTabSz="914400">
              <a:lnSpc>
                <a:spcPct val="100000"/>
              </a:lnSpc>
              <a:buFontTx/>
              <a:buNone/>
              <a:tabLst>
                <a:tab pos="0" algn="l"/>
              </a:tabLst>
            </a:pPr>
            <a:r>
              <a:rPr lang="ko-KR" sz="1900" b="1" strike="noStrike">
                <a:solidFill>
                  <a:srgbClr val="1E2621"/>
                </a:solidFill>
                <a:latin typeface="Malgun Gothic" charset="0"/>
                <a:ea typeface="Malgun Gothic" charset="0"/>
              </a:rPr>
              <a:t>추천 결과</a:t>
            </a:r>
            <a:endParaRPr lang="ko-KR" altLang="en-US" sz="1900" b="1" strike="noStrike">
              <a:solidFill>
                <a:srgbClr val="1E2621"/>
              </a:solidFill>
              <a:latin typeface="Malgun Gothic" charset="0"/>
              <a:ea typeface="Malgun Gothic" charset="0"/>
            </a:endParaRPr>
          </a:p>
        </p:txBody>
      </p:sp>
      <p:sp>
        <p:nvSpPr>
          <p:cNvPr id="578" name="Text 18"/>
          <p:cNvSpPr>
            <a:spLocks/>
          </p:cNvSpPr>
          <p:nvPr/>
        </p:nvSpPr>
        <p:spPr>
          <a:xfrm rot="0">
            <a:off x="5230495" y="4248150"/>
            <a:ext cx="1783080" cy="822960"/>
          </a:xfrm>
          <a:prstGeom prst="rect"/>
          <a:noFill/>
          <a:ln>
            <a:noFill/>
            <a:prstDash/>
          </a:ln>
        </p:spPr>
        <p:style>
          <a:lnRef idx="0"/>
          <a:fillRef idx="0"/>
          <a:effectRef idx="0"/>
          <a:fontRef idx="minor"/>
        </p:style>
        <p:txBody>
          <a:bodyPr wrap="square" lIns="0" tIns="0" rIns="0" bIns="0" numCol="1" vert="horz" anchor="t">
            <a:noAutofit/>
          </a:bodyPr>
          <a:lstStyle/>
          <a:p>
            <a:pPr marL="0" indent="0" defTabSz="914400">
              <a:lnSpc>
                <a:spcPct val="110000"/>
              </a:lnSpc>
              <a:buFontTx/>
              <a:buNone/>
              <a:tabLst>
                <a:tab pos="0" algn="l"/>
              </a:tabLst>
            </a:pPr>
            <a:r>
              <a:rPr lang="ko-KR" sz="1300" b="1" strike="noStrike">
                <a:solidFill>
                  <a:srgbClr val="5E5B52"/>
                </a:solidFill>
                <a:latin typeface="Malgun Gothic" charset="0"/>
                <a:ea typeface="Malgun Gothic" charset="0"/>
              </a:rPr>
              <a:t>거리 </a:t>
            </a:r>
            <a:r>
              <a:rPr lang="en-US" sz="1300" b="1" strike="noStrike">
                <a:solidFill>
                  <a:srgbClr val="5E5B52"/>
                </a:solidFill>
                <a:latin typeface="Malgun Gothic" charset="0"/>
                <a:ea typeface="Malgun Gothic" charset="0"/>
              </a:rPr>
              <a:t>· </a:t>
            </a:r>
            <a:r>
              <a:rPr lang="ko-KR" sz="1300" b="1" strike="noStrike">
                <a:solidFill>
                  <a:srgbClr val="5E5B52"/>
                </a:solidFill>
                <a:latin typeface="Malgun Gothic" charset="0"/>
                <a:ea typeface="Malgun Gothic" charset="0"/>
              </a:rPr>
              <a:t>환경 조건이</a:t>
            </a:r>
            <a:endParaRPr lang="ko-KR" altLang="en-US" sz="1300" b="1" strike="noStrike">
              <a:solidFill>
                <a:srgbClr val="5E5B52"/>
              </a:solidFill>
              <a:latin typeface="Malgun Gothic" charset="0"/>
              <a:ea typeface="Malgun Gothic" charset="0"/>
            </a:endParaRPr>
          </a:p>
          <a:p>
            <a:pPr marL="0" indent="0" defTabSz="914400">
              <a:lnSpc>
                <a:spcPct val="110000"/>
              </a:lnSpc>
              <a:buFontTx/>
              <a:buNone/>
              <a:tabLst>
                <a:tab pos="0" algn="l"/>
              </a:tabLst>
            </a:pPr>
            <a:r>
              <a:rPr lang="ko-KR" sz="1300" b="1" strike="noStrike">
                <a:solidFill>
                  <a:srgbClr val="5E5B52"/>
                </a:solidFill>
                <a:latin typeface="Malgun Gothic" charset="0"/>
                <a:ea typeface="Malgun Gothic" charset="0"/>
              </a:rPr>
              <a:t>추천 이유로</a:t>
            </a:r>
            <a:endParaRPr lang="ko-KR" altLang="en-US" sz="1300" b="1" strike="noStrike">
              <a:solidFill>
                <a:srgbClr val="5E5B52"/>
              </a:solidFill>
              <a:latin typeface="Malgun Gothic" charset="0"/>
              <a:ea typeface="Malgun Gothic" charset="0"/>
            </a:endParaRPr>
          </a:p>
        </p:txBody>
      </p:sp>
      <p:sp>
        <p:nvSpPr>
          <p:cNvPr id="579" name="Shape 19"/>
          <p:cNvSpPr>
            <a:spLocks/>
          </p:cNvSpPr>
          <p:nvPr/>
        </p:nvSpPr>
        <p:spPr>
          <a:xfrm rot="0">
            <a:off x="7324090" y="1962150"/>
            <a:ext cx="2057400" cy="3200400"/>
          </a:xfrm>
          <a:prstGeom prst="roundRect">
            <a:avLst>
              <a:gd name="adj" fmla="val 6222"/>
            </a:avLst>
          </a:prstGeom>
          <a:solidFill>
            <a:srgbClr val="FFFCF6"/>
          </a:solidFill>
          <a:ln w="12700" cap="flat" cmpd="sng">
            <a:solidFill>
              <a:srgbClr val="D8CBB2">
                <a:alpha val="100000"/>
              </a:srgbClr>
            </a:solidFill>
            <a:prstDash val="solid"/>
            <a:round/>
          </a:ln>
          <a:effectLst>
            <a:outerShdw sx="100000" sy="100000" blurRad="101520" dist="25560" dir="5400000" rotWithShape="0" algn="bl">
              <a:srgbClr val="8A7A5C">
                <a:alpha val="17647"/>
              </a:srgbClr>
            </a:outerShdw>
          </a:effectLst>
        </p:spPr>
        <p:style>
          <a:lnRef idx="0"/>
          <a:fillRef idx="0"/>
          <a:effectRef idx="0"/>
          <a:fontRef idx="minor"/>
        </p:style>
        <p:txBody>
          <a:bodyPr wrap="square" lIns="90170" tIns="45085" rIns="90170" bIns="45085" numCol="1" vert="horz" anchor="t">
            <a:noAutofit/>
          </a:bodyPr>
          <a:lstStyle/>
          <a:p>
            <a:pPr marL="0" indent="0">
              <a:buFontTx/>
              <a:buNone/>
            </a:pPr>
            <a:endParaRPr lang="ko-KR" altLang="en-US" sz="1800" b="0" strike="noStrike">
              <a:solidFill>
                <a:srgbClr val="000000"/>
              </a:solidFill>
              <a:latin typeface="Noto Sans KR" charset="0"/>
            </a:endParaRPr>
          </a:p>
        </p:txBody>
      </p:sp>
      <p:pic>
        <p:nvPicPr>
          <p:cNvPr id="580" name="Image 3"/>
          <p:cNvPicPr>
            <a:picLocks/>
          </p:cNvPicPr>
          <p:nvPr/>
        </p:nvPicPr>
        <p:blipFill rotWithShape="1">
          <a:blip r:embed="rId4" cstate="print">
            <a:extLst>
              <a:ext uri="{28A0092B-C50C-407E-A947-70E740481C1C}">
                <a14:useLocalDpi xmlns:a14="http://schemas.microsoft.com/office/drawing/2010/main" val="0"/>
              </a:ext>
            </a:extLst>
          </a:blip>
          <a:stretch>
            <a:fillRect/>
          </a:stretch>
        </p:blipFill>
        <p:spPr>
          <a:xfrm rot="0">
            <a:off x="7415530" y="2053590"/>
            <a:ext cx="1874520" cy="1478280"/>
          </a:xfrm>
          <a:prstGeom prst="rect"/>
          <a:noFill/>
          <a:ln>
            <a:noFill/>
            <a:prstDash/>
          </a:ln>
        </p:spPr>
      </p:pic>
      <p:sp>
        <p:nvSpPr>
          <p:cNvPr id="581" name="Shape 20"/>
          <p:cNvSpPr>
            <a:spLocks/>
          </p:cNvSpPr>
          <p:nvPr/>
        </p:nvSpPr>
        <p:spPr>
          <a:xfrm rot="0">
            <a:off x="7461250" y="3653790"/>
            <a:ext cx="421005" cy="421005"/>
          </a:xfrm>
          <a:prstGeom prst="ellipse"/>
          <a:solidFill>
            <a:srgbClr val="2E5A46"/>
          </a:solidFill>
          <a:ln w="12700" cap="flat" cmpd="sng">
            <a:solidFill>
              <a:srgbClr val="2E5A46">
                <a:alpha val="100000"/>
              </a:srgbClr>
            </a:solidFill>
            <a:prstDash val="solid"/>
            <a:round/>
          </a:ln>
        </p:spPr>
        <p:style>
          <a:lnRef idx="0"/>
          <a:fillRef idx="0"/>
          <a:effectRef idx="0"/>
          <a:fontRef idx="minor"/>
        </p:style>
        <p:txBody>
          <a:bodyPr wrap="square" lIns="90170" tIns="45085" rIns="90170" bIns="45085" numCol="1" vert="horz" anchor="t">
            <a:noAutofit/>
          </a:bodyPr>
          <a:lstStyle/>
          <a:p>
            <a:pPr marL="0" indent="0">
              <a:buFontTx/>
              <a:buNone/>
            </a:pPr>
            <a:endParaRPr lang="ko-KR" altLang="en-US" sz="1800" b="0" strike="noStrike">
              <a:solidFill>
                <a:srgbClr val="000000"/>
              </a:solidFill>
              <a:latin typeface="Noto Sans KR" charset="0"/>
            </a:endParaRPr>
          </a:p>
        </p:txBody>
      </p:sp>
      <p:sp>
        <p:nvSpPr>
          <p:cNvPr id="582" name="Text 21"/>
          <p:cNvSpPr>
            <a:spLocks/>
          </p:cNvSpPr>
          <p:nvPr/>
        </p:nvSpPr>
        <p:spPr>
          <a:xfrm rot="0">
            <a:off x="7461250" y="3653790"/>
            <a:ext cx="421005" cy="421005"/>
          </a:xfrm>
          <a:prstGeom prst="rect"/>
          <a:noFill/>
          <a:ln>
            <a:noFill/>
            <a:prstDash/>
          </a:ln>
        </p:spPr>
        <p:style>
          <a:lnRef idx="0"/>
          <a:fillRef idx="0"/>
          <a:effectRef idx="0"/>
          <a:fontRef idx="minor"/>
        </p:style>
        <p:txBody>
          <a:bodyPr wrap="square" lIns="0" tIns="0" rIns="0" bIns="0" numCol="1" vert="horz" anchor="ctr">
            <a:noAutofit/>
          </a:bodyPr>
          <a:lstStyle/>
          <a:p>
            <a:pPr marL="0" indent="0" algn="ctr" defTabSz="914400">
              <a:lnSpc>
                <a:spcPct val="100000"/>
              </a:lnSpc>
              <a:buFontTx/>
              <a:buNone/>
              <a:tabLst>
                <a:tab pos="0" algn="l"/>
              </a:tabLst>
            </a:pPr>
            <a:r>
              <a:rPr lang="en-US" sz="1500" b="1" strike="noStrike">
                <a:solidFill>
                  <a:srgbClr val="FFFFFF"/>
                </a:solidFill>
                <a:latin typeface="Malgun Gothic" charset="0"/>
                <a:ea typeface="Malgun Gothic" charset="0"/>
              </a:rPr>
              <a:t>4</a:t>
            </a:r>
            <a:endParaRPr lang="ko-KR" altLang="en-US" sz="1500" b="1" strike="noStrike">
              <a:solidFill>
                <a:srgbClr val="FFFFFF"/>
              </a:solidFill>
              <a:latin typeface="Malgun Gothic" charset="0"/>
              <a:ea typeface="Malgun Gothic" charset="0"/>
            </a:endParaRPr>
          </a:p>
        </p:txBody>
      </p:sp>
      <p:sp>
        <p:nvSpPr>
          <p:cNvPr id="583" name="Text 22"/>
          <p:cNvSpPr>
            <a:spLocks/>
          </p:cNvSpPr>
          <p:nvPr/>
        </p:nvSpPr>
        <p:spPr>
          <a:xfrm rot="0">
            <a:off x="7964170" y="3653790"/>
            <a:ext cx="1325880" cy="421005"/>
          </a:xfrm>
          <a:prstGeom prst="rect"/>
          <a:noFill/>
          <a:ln>
            <a:noFill/>
            <a:prstDash/>
          </a:ln>
        </p:spPr>
        <p:style>
          <a:lnRef idx="0"/>
          <a:fillRef idx="0"/>
          <a:effectRef idx="0"/>
          <a:fontRef idx="minor"/>
        </p:style>
        <p:txBody>
          <a:bodyPr wrap="square" lIns="0" tIns="0" rIns="0" bIns="0" numCol="1" vert="horz" anchor="ctr">
            <a:noAutofit/>
          </a:bodyPr>
          <a:lstStyle/>
          <a:p>
            <a:pPr marL="0" indent="0" defTabSz="914400">
              <a:lnSpc>
                <a:spcPct val="100000"/>
              </a:lnSpc>
              <a:buFontTx/>
              <a:buNone/>
              <a:tabLst>
                <a:tab pos="0" algn="l"/>
              </a:tabLst>
            </a:pPr>
            <a:r>
              <a:rPr lang="ko-KR" sz="1900" b="1" strike="noStrike">
                <a:solidFill>
                  <a:srgbClr val="1E2621"/>
                </a:solidFill>
                <a:latin typeface="Malgun Gothic" charset="0"/>
                <a:ea typeface="Malgun Gothic" charset="0"/>
              </a:rPr>
              <a:t>운동 기록</a:t>
            </a:r>
            <a:endParaRPr lang="ko-KR" altLang="en-US" sz="1900" b="1" strike="noStrike">
              <a:solidFill>
                <a:srgbClr val="1E2621"/>
              </a:solidFill>
              <a:latin typeface="Malgun Gothic" charset="0"/>
              <a:ea typeface="Malgun Gothic" charset="0"/>
            </a:endParaRPr>
          </a:p>
        </p:txBody>
      </p:sp>
      <p:sp>
        <p:nvSpPr>
          <p:cNvPr id="584" name="Text 23"/>
          <p:cNvSpPr>
            <a:spLocks/>
          </p:cNvSpPr>
          <p:nvPr/>
        </p:nvSpPr>
        <p:spPr>
          <a:xfrm rot="0">
            <a:off x="7489190" y="4248150"/>
            <a:ext cx="1783080" cy="822960"/>
          </a:xfrm>
          <a:prstGeom prst="rect"/>
          <a:noFill/>
          <a:ln>
            <a:noFill/>
            <a:prstDash/>
          </a:ln>
        </p:spPr>
        <p:style>
          <a:lnRef idx="0"/>
          <a:fillRef idx="0"/>
          <a:effectRef idx="0"/>
          <a:fontRef idx="minor"/>
        </p:style>
        <p:txBody>
          <a:bodyPr wrap="square" lIns="0" tIns="0" rIns="0" bIns="0" numCol="1" vert="horz" anchor="t">
            <a:noAutofit/>
          </a:bodyPr>
          <a:lstStyle/>
          <a:p>
            <a:pPr marL="0" indent="0" defTabSz="914400">
              <a:lnSpc>
                <a:spcPct val="110000"/>
              </a:lnSpc>
              <a:buFontTx/>
              <a:buNone/>
              <a:tabLst>
                <a:tab pos="0" algn="l"/>
              </a:tabLst>
            </a:pPr>
            <a:r>
              <a:rPr lang="ko-KR" sz="1300" b="1" strike="noStrike">
                <a:solidFill>
                  <a:srgbClr val="5E5B52"/>
                </a:solidFill>
                <a:latin typeface="Malgun Gothic" charset="0"/>
                <a:ea typeface="Malgun Gothic" charset="0"/>
              </a:rPr>
              <a:t>칼로리 기록 →</a:t>
            </a:r>
            <a:endParaRPr lang="ko-KR" altLang="en-US" sz="1300" b="1" strike="noStrike">
              <a:solidFill>
                <a:srgbClr val="5E5B52"/>
              </a:solidFill>
              <a:latin typeface="Malgun Gothic" charset="0"/>
              <a:ea typeface="Malgun Gothic" charset="0"/>
            </a:endParaRPr>
          </a:p>
          <a:p>
            <a:pPr marL="0" indent="0" defTabSz="914400">
              <a:lnSpc>
                <a:spcPct val="110000"/>
              </a:lnSpc>
              <a:buFontTx/>
              <a:buNone/>
              <a:tabLst>
                <a:tab pos="0" algn="l"/>
              </a:tabLst>
            </a:pPr>
            <a:r>
              <a:rPr lang="ko-KR" sz="1300" b="1" strike="noStrike">
                <a:solidFill>
                  <a:srgbClr val="5E5B52"/>
                </a:solidFill>
                <a:latin typeface="Malgun Gothic" charset="0"/>
                <a:ea typeface="Malgun Gothic" charset="0"/>
              </a:rPr>
              <a:t>보상 </a:t>
            </a:r>
            <a:r>
              <a:rPr lang="en-US" sz="1300" b="1" strike="noStrike">
                <a:solidFill>
                  <a:srgbClr val="5E5B52"/>
                </a:solidFill>
                <a:latin typeface="Malgun Gothic" charset="0"/>
                <a:ea typeface="Malgun Gothic" charset="0"/>
              </a:rPr>
              <a:t>· </a:t>
            </a:r>
            <a:r>
              <a:rPr lang="ko-KR" sz="1300" b="1" strike="noStrike">
                <a:solidFill>
                  <a:srgbClr val="5E5B52"/>
                </a:solidFill>
                <a:latin typeface="Malgun Gothic" charset="0"/>
                <a:ea typeface="Malgun Gothic" charset="0"/>
              </a:rPr>
              <a:t>방 변화</a:t>
            </a:r>
            <a:endParaRPr lang="ko-KR" altLang="en-US" sz="1300" b="1" strike="noStrike">
              <a:solidFill>
                <a:srgbClr val="5E5B52"/>
              </a:solidFill>
              <a:latin typeface="Malgun Gothic" charset="0"/>
              <a:ea typeface="Malgun Gothic" charset="0"/>
            </a:endParaRPr>
          </a:p>
        </p:txBody>
      </p:sp>
      <p:sp>
        <p:nvSpPr>
          <p:cNvPr id="585" name="Shape 24"/>
          <p:cNvSpPr>
            <a:spLocks/>
          </p:cNvSpPr>
          <p:nvPr/>
        </p:nvSpPr>
        <p:spPr>
          <a:xfrm rot="0">
            <a:off x="9582785" y="1962150"/>
            <a:ext cx="2057400" cy="3200400"/>
          </a:xfrm>
          <a:prstGeom prst="roundRect">
            <a:avLst>
              <a:gd name="adj" fmla="val 6222"/>
            </a:avLst>
          </a:prstGeom>
          <a:solidFill>
            <a:srgbClr val="FFFCF6"/>
          </a:solidFill>
          <a:ln w="12700" cap="flat" cmpd="sng">
            <a:solidFill>
              <a:srgbClr val="D8CBB2">
                <a:alpha val="100000"/>
              </a:srgbClr>
            </a:solidFill>
            <a:prstDash val="solid"/>
            <a:round/>
          </a:ln>
          <a:effectLst>
            <a:outerShdw sx="100000" sy="100000" blurRad="101520" dist="25560" dir="5400000" rotWithShape="0" algn="bl">
              <a:srgbClr val="8A7A5C">
                <a:alpha val="17647"/>
              </a:srgbClr>
            </a:outerShdw>
          </a:effectLst>
        </p:spPr>
        <p:style>
          <a:lnRef idx="0"/>
          <a:fillRef idx="0"/>
          <a:effectRef idx="0"/>
          <a:fontRef idx="minor"/>
        </p:style>
        <p:txBody>
          <a:bodyPr wrap="square" lIns="90170" tIns="45085" rIns="90170" bIns="45085" numCol="1" vert="horz" anchor="t">
            <a:noAutofit/>
          </a:bodyPr>
          <a:lstStyle/>
          <a:p>
            <a:pPr marL="0" indent="0">
              <a:buFontTx/>
              <a:buNone/>
            </a:pPr>
            <a:endParaRPr lang="ko-KR" altLang="en-US" sz="1800" b="0" strike="noStrike">
              <a:solidFill>
                <a:srgbClr val="000000"/>
              </a:solidFill>
              <a:latin typeface="Noto Sans KR" charset="0"/>
            </a:endParaRPr>
          </a:p>
        </p:txBody>
      </p:sp>
      <p:pic>
        <p:nvPicPr>
          <p:cNvPr id="586" name="Image 4"/>
          <p:cNvPicPr>
            <a:picLocks/>
          </p:cNvPicPr>
          <p:nvPr/>
        </p:nvPicPr>
        <p:blipFill rotWithShape="1">
          <a:blip r:embed="rId5" cstate="print">
            <a:extLst>
              <a:ext uri="{28A0092B-C50C-407E-A947-70E740481C1C}">
                <a14:useLocalDpi xmlns:a14="http://schemas.microsoft.com/office/drawing/2010/main" val="0"/>
              </a:ext>
            </a:extLst>
          </a:blip>
          <a:stretch>
            <a:fillRect/>
          </a:stretch>
        </p:blipFill>
        <p:spPr>
          <a:xfrm rot="0">
            <a:off x="9674225" y="2053590"/>
            <a:ext cx="1874520" cy="1478280"/>
          </a:xfrm>
          <a:prstGeom prst="rect"/>
          <a:noFill/>
          <a:ln>
            <a:noFill/>
            <a:prstDash/>
          </a:ln>
        </p:spPr>
      </p:pic>
      <p:sp>
        <p:nvSpPr>
          <p:cNvPr id="587" name="Shape 25"/>
          <p:cNvSpPr>
            <a:spLocks/>
          </p:cNvSpPr>
          <p:nvPr/>
        </p:nvSpPr>
        <p:spPr>
          <a:xfrm rot="0">
            <a:off x="9719945" y="3653790"/>
            <a:ext cx="421005" cy="421005"/>
          </a:xfrm>
          <a:prstGeom prst="ellipse"/>
          <a:solidFill>
            <a:srgbClr val="2E5A46"/>
          </a:solidFill>
          <a:ln w="12700" cap="flat" cmpd="sng">
            <a:solidFill>
              <a:srgbClr val="2E5A46">
                <a:alpha val="100000"/>
              </a:srgbClr>
            </a:solidFill>
            <a:prstDash val="solid"/>
            <a:round/>
          </a:ln>
        </p:spPr>
        <p:style>
          <a:lnRef idx="0"/>
          <a:fillRef idx="0"/>
          <a:effectRef idx="0"/>
          <a:fontRef idx="minor"/>
        </p:style>
        <p:txBody>
          <a:bodyPr wrap="square" lIns="90170" tIns="45085" rIns="90170" bIns="45085" numCol="1" vert="horz" anchor="t">
            <a:noAutofit/>
          </a:bodyPr>
          <a:lstStyle/>
          <a:p>
            <a:pPr marL="0" indent="0">
              <a:buFontTx/>
              <a:buNone/>
            </a:pPr>
            <a:endParaRPr lang="ko-KR" altLang="en-US" sz="1800" b="0" strike="noStrike">
              <a:solidFill>
                <a:srgbClr val="000000"/>
              </a:solidFill>
              <a:latin typeface="Noto Sans KR" charset="0"/>
            </a:endParaRPr>
          </a:p>
        </p:txBody>
      </p:sp>
      <p:sp>
        <p:nvSpPr>
          <p:cNvPr id="588" name="Text 26"/>
          <p:cNvSpPr>
            <a:spLocks/>
          </p:cNvSpPr>
          <p:nvPr/>
        </p:nvSpPr>
        <p:spPr>
          <a:xfrm rot="0">
            <a:off x="9719945" y="3653790"/>
            <a:ext cx="421005" cy="421005"/>
          </a:xfrm>
          <a:prstGeom prst="rect"/>
          <a:noFill/>
          <a:ln>
            <a:noFill/>
            <a:prstDash/>
          </a:ln>
        </p:spPr>
        <p:style>
          <a:lnRef idx="0"/>
          <a:fillRef idx="0"/>
          <a:effectRef idx="0"/>
          <a:fontRef idx="minor"/>
        </p:style>
        <p:txBody>
          <a:bodyPr wrap="square" lIns="0" tIns="0" rIns="0" bIns="0" numCol="1" vert="horz" anchor="ctr">
            <a:noAutofit/>
          </a:bodyPr>
          <a:lstStyle/>
          <a:p>
            <a:pPr marL="0" indent="0" algn="ctr" defTabSz="914400">
              <a:lnSpc>
                <a:spcPct val="100000"/>
              </a:lnSpc>
              <a:buFontTx/>
              <a:buNone/>
              <a:tabLst>
                <a:tab pos="0" algn="l"/>
              </a:tabLst>
            </a:pPr>
            <a:r>
              <a:rPr lang="en-US" sz="1500" b="1" strike="noStrike">
                <a:solidFill>
                  <a:srgbClr val="FFFFFF"/>
                </a:solidFill>
                <a:latin typeface="Malgun Gothic" charset="0"/>
                <a:ea typeface="Malgun Gothic" charset="0"/>
              </a:rPr>
              <a:t>5</a:t>
            </a:r>
            <a:endParaRPr lang="ko-KR" altLang="en-US" sz="1500" b="1" strike="noStrike">
              <a:solidFill>
                <a:srgbClr val="FFFFFF"/>
              </a:solidFill>
              <a:latin typeface="Malgun Gothic" charset="0"/>
              <a:ea typeface="Malgun Gothic" charset="0"/>
            </a:endParaRPr>
          </a:p>
        </p:txBody>
      </p:sp>
      <p:sp>
        <p:nvSpPr>
          <p:cNvPr id="589" name="Text 27"/>
          <p:cNvSpPr>
            <a:spLocks/>
          </p:cNvSpPr>
          <p:nvPr/>
        </p:nvSpPr>
        <p:spPr>
          <a:xfrm rot="0">
            <a:off x="10222865" y="3653790"/>
            <a:ext cx="1325880" cy="421005"/>
          </a:xfrm>
          <a:prstGeom prst="rect"/>
          <a:noFill/>
          <a:ln>
            <a:noFill/>
            <a:prstDash/>
          </a:ln>
        </p:spPr>
        <p:style>
          <a:lnRef idx="0"/>
          <a:fillRef idx="0"/>
          <a:effectRef idx="0"/>
          <a:fontRef idx="minor"/>
        </p:style>
        <p:txBody>
          <a:bodyPr wrap="square" lIns="0" tIns="0" rIns="0" bIns="0" numCol="1" vert="horz" anchor="ctr">
            <a:noAutofit/>
          </a:bodyPr>
          <a:lstStyle/>
          <a:p>
            <a:pPr marL="0" indent="0" defTabSz="914400">
              <a:lnSpc>
                <a:spcPct val="100000"/>
              </a:lnSpc>
              <a:buFontTx/>
              <a:buNone/>
              <a:tabLst>
                <a:tab pos="0" algn="l"/>
              </a:tabLst>
            </a:pPr>
            <a:r>
              <a:rPr lang="ko-KR" sz="1900" b="1" strike="noStrike">
                <a:solidFill>
                  <a:srgbClr val="1E2621"/>
                </a:solidFill>
                <a:latin typeface="Malgun Gothic" charset="0"/>
                <a:ea typeface="Malgun Gothic" charset="0"/>
              </a:rPr>
              <a:t>친구 방문</a:t>
            </a:r>
            <a:endParaRPr lang="ko-KR" altLang="en-US" sz="1900" b="1" strike="noStrike">
              <a:solidFill>
                <a:srgbClr val="1E2621"/>
              </a:solidFill>
              <a:latin typeface="Malgun Gothic" charset="0"/>
              <a:ea typeface="Malgun Gothic" charset="0"/>
            </a:endParaRPr>
          </a:p>
        </p:txBody>
      </p:sp>
      <p:sp>
        <p:nvSpPr>
          <p:cNvPr id="590" name="Text 28"/>
          <p:cNvSpPr>
            <a:spLocks/>
          </p:cNvSpPr>
          <p:nvPr/>
        </p:nvSpPr>
        <p:spPr>
          <a:xfrm rot="0">
            <a:off x="9747250" y="4248150"/>
            <a:ext cx="1783080" cy="822960"/>
          </a:xfrm>
          <a:prstGeom prst="rect"/>
          <a:noFill/>
          <a:ln>
            <a:noFill/>
            <a:prstDash/>
          </a:ln>
        </p:spPr>
        <p:style>
          <a:lnRef idx="0"/>
          <a:fillRef idx="0"/>
          <a:effectRef idx="0"/>
          <a:fontRef idx="minor"/>
        </p:style>
        <p:txBody>
          <a:bodyPr wrap="square" lIns="0" tIns="0" rIns="0" bIns="0" numCol="1" vert="horz" anchor="t">
            <a:noAutofit/>
          </a:bodyPr>
          <a:lstStyle/>
          <a:p>
            <a:pPr marL="0" indent="0" defTabSz="914400">
              <a:lnSpc>
                <a:spcPct val="110000"/>
              </a:lnSpc>
              <a:buFontTx/>
              <a:buNone/>
              <a:tabLst>
                <a:tab pos="0" algn="l"/>
              </a:tabLst>
            </a:pPr>
            <a:r>
              <a:rPr lang="ko-KR" sz="1300" b="1" strike="noStrike">
                <a:solidFill>
                  <a:srgbClr val="5E5B52"/>
                </a:solidFill>
                <a:latin typeface="Malgun Gothic" charset="0"/>
                <a:ea typeface="Malgun Gothic" charset="0"/>
              </a:rPr>
              <a:t>나의 공간과 활동을</a:t>
            </a:r>
            <a:endParaRPr lang="ko-KR" altLang="en-US" sz="1300" b="1" strike="noStrike">
              <a:solidFill>
                <a:srgbClr val="5E5B52"/>
              </a:solidFill>
              <a:latin typeface="Malgun Gothic" charset="0"/>
              <a:ea typeface="Malgun Gothic" charset="0"/>
            </a:endParaRPr>
          </a:p>
          <a:p>
            <a:pPr marL="0" indent="0" defTabSz="914400">
              <a:lnSpc>
                <a:spcPct val="110000"/>
              </a:lnSpc>
              <a:buFontTx/>
              <a:buNone/>
              <a:tabLst>
                <a:tab pos="0" algn="l"/>
              </a:tabLst>
            </a:pPr>
            <a:r>
              <a:rPr lang="ko-KR" sz="1300" b="1" strike="noStrike">
                <a:solidFill>
                  <a:srgbClr val="5E5B52"/>
                </a:solidFill>
                <a:latin typeface="Malgun Gothic" charset="0"/>
                <a:ea typeface="Malgun Gothic" charset="0"/>
              </a:rPr>
              <a:t>친구와 공유</a:t>
            </a:r>
            <a:endParaRPr lang="ko-KR" altLang="en-US" sz="1300" b="1" strike="noStrike">
              <a:solidFill>
                <a:srgbClr val="5E5B52"/>
              </a:solidFill>
              <a:latin typeface="Malgun Gothic" charset="0"/>
              <a:ea typeface="Malgun Gothic" charset="0"/>
            </a:endParaRPr>
          </a:p>
        </p:txBody>
      </p:sp>
      <p:sp>
        <p:nvSpPr>
          <p:cNvPr id="591" name="Shape 29"/>
          <p:cNvSpPr>
            <a:spLocks/>
          </p:cNvSpPr>
          <p:nvPr/>
        </p:nvSpPr>
        <p:spPr>
          <a:xfrm rot="0">
            <a:off x="3108960" y="5783580"/>
            <a:ext cx="5943600" cy="475615"/>
          </a:xfrm>
          <a:prstGeom prst="roundRect">
            <a:avLst>
              <a:gd name="adj" fmla="val 50000"/>
            </a:avLst>
          </a:prstGeom>
          <a:solidFill>
            <a:srgbClr val="1E3B2F"/>
          </a:solidFill>
          <a:ln w="12700" cap="flat" cmpd="sng">
            <a:solidFill>
              <a:srgbClr val="1E3B2F">
                <a:alpha val="100000"/>
              </a:srgbClr>
            </a:solidFill>
            <a:prstDash val="solid"/>
            <a:round/>
          </a:ln>
        </p:spPr>
        <p:style>
          <a:lnRef idx="0"/>
          <a:fillRef idx="0"/>
          <a:effectRef idx="0"/>
          <a:fontRef idx="minor"/>
        </p:style>
        <p:txBody>
          <a:bodyPr wrap="square" lIns="90170" tIns="45085" rIns="90170" bIns="45085" numCol="1" vert="horz" anchor="t">
            <a:noAutofit/>
          </a:bodyPr>
          <a:lstStyle/>
          <a:p>
            <a:pPr marL="0" indent="0">
              <a:buFontTx/>
              <a:buNone/>
            </a:pPr>
            <a:endParaRPr lang="ko-KR" altLang="en-US" sz="1800" b="0" strike="noStrike">
              <a:solidFill>
                <a:srgbClr val="FFFFFF"/>
              </a:solidFill>
              <a:latin typeface="Noto Sans KR" charset="0"/>
            </a:endParaRPr>
          </a:p>
        </p:txBody>
      </p:sp>
      <p:sp>
        <p:nvSpPr>
          <p:cNvPr id="592" name="Text 30"/>
          <p:cNvSpPr>
            <a:spLocks/>
          </p:cNvSpPr>
          <p:nvPr/>
        </p:nvSpPr>
        <p:spPr>
          <a:xfrm rot="0">
            <a:off x="3108960" y="5783580"/>
            <a:ext cx="5943600" cy="475615"/>
          </a:xfrm>
          <a:prstGeom prst="rect"/>
          <a:noFill/>
          <a:ln>
            <a:noFill/>
            <a:prstDash/>
          </a:ln>
        </p:spPr>
        <p:style>
          <a:lnRef idx="0"/>
          <a:fillRef idx="0"/>
          <a:effectRef idx="0"/>
          <a:fontRef idx="minor"/>
        </p:style>
        <p:txBody>
          <a:bodyPr wrap="square" lIns="0" tIns="0" rIns="0" bIns="0" numCol="1" vert="horz" anchor="ctr">
            <a:noAutofit/>
          </a:bodyPr>
          <a:lstStyle/>
          <a:p>
            <a:pPr marL="0" indent="0" algn="ctr" defTabSz="914400">
              <a:lnSpc>
                <a:spcPct val="100000"/>
              </a:lnSpc>
              <a:buFontTx/>
              <a:buNone/>
              <a:tabLst>
                <a:tab pos="0" algn="l"/>
              </a:tabLst>
            </a:pPr>
            <a:r>
              <a:rPr lang="en-US" sz="1400" b="1" strike="noStrike">
                <a:solidFill>
                  <a:srgbClr val="FFFFFF"/>
                </a:solidFill>
                <a:latin typeface="Malgun Gothic" charset="0"/>
                <a:ea typeface="Malgun Gothic" charset="0"/>
              </a:rPr>
              <a:t>LIVE DEMO   hkjfduhalihufsduahufahoiuw.onrender.com</a:t>
            </a:r>
            <a:endParaRPr lang="ko-KR" altLang="en-US" sz="1400" b="1" strike="noStrike">
              <a:solidFill>
                <a:srgbClr val="FFFFFF"/>
              </a:solidFill>
              <a:latin typeface="Malgun Gothic" charset="0"/>
              <a:ea typeface="Malgun Gothic" charset="0"/>
            </a:endParaRPr>
          </a:p>
        </p:txBody>
      </p:sp>
    </p:spTree>
  </p:cSld>
  <mc:AlternateContent xmlns:mc="http://schemas.openxmlformats.org/markup-compatibility/2006">
    <mc:Choice xmlns:p14="http://schemas.microsoft.com/office/powerpoint/2010/main" Requires="p14">
      <p:transition spd="slow" p14:dur="2000"/>
    </mc:Choice>
    <mc:Fallback>
      <p:transition spd="slow"/>
    </mc:Fallback>
  </mc:AlternateContent>
  <p:timing>
    <p:tnLst>
      <p:par>
        <p:cTn id="1" dur="indefinite" restart="never" nodeType="tmRoot"/>
      </p:par>
    </p:tnLst>
  </p:timing>
</p:sld>
</file>

<file path=ppt/slides/slide2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E3B2F"/>
        </a:solidFill>
      </p:bgPr>
    </p:bg>
    <p:spTree>
      <p:nvGrpSpPr>
        <p:cNvPr id="1" name=""/>
        <p:cNvGrpSpPr/>
        <p:nvPr/>
      </p:nvGrpSpPr>
      <p:grpSpPr>
        <a:xfrm>
          <a:off x="0" y="0"/>
          <a:ext cx="0" cy="0"/>
          <a:chOff x="0" y="0"/>
          <a:chExt cx="0" cy="0"/>
        </a:xfrm>
      </p:grpSpPr>
      <p:sp>
        <p:nvSpPr>
          <p:cNvPr id="593" name="Shape 0"/>
          <p:cNvSpPr/>
          <p:nvPr/>
        </p:nvSpPr>
        <p:spPr>
          <a:xfrm>
            <a:off x="640080" y="575945"/>
            <a:ext cx="5156835" cy="2741930"/>
          </a:xfrm>
          <a:prstGeom prst="roundRect">
            <a:avLst>
              <a:gd name="adj" fmla="val 4668"/>
            </a:avLst>
          </a:prstGeom>
          <a:solidFill>
            <a:srgbClr val="fffcf6"/>
          </a:solidFill>
          <a:ln w="12700">
            <a:solidFill>
              <a:srgbClr val="d8cbb2"/>
            </a:solidFill>
            <a:round/>
          </a:ln>
          <a:effectLst>
            <a:outerShdw algn="bl" blurRad="101520" dir="5400000" dist="25560" kx="0" ky="0" rotWithShape="0" sx="100000" sy="100000">
              <a:srgbClr val="8a7a5c">
                <a:alpha val="18000"/>
              </a:srgbClr>
            </a:outerShdw>
          </a:effectLst>
        </p:spPr>
        <p:style>
          <a:lnRef idx="0"/>
          <a:fillRef idx="0"/>
          <a:effectRef idx="0"/>
          <a:fontRef idx="minor"/>
        </p:style>
        <p:txBody>
          <a:bodyPr lIns="90000" rIns="90000" tIns="45000" bIns="45000" anchor="t">
            <a:noAutofit/>
          </a:bodyPr>
          <a:p>
            <a:endParaRPr b="0" lang="en-US" sz="1800" spc="-1" strike="noStrike">
              <a:solidFill>
                <a:srgbClr val="000000"/>
              </a:solidFill>
              <a:latin typeface="Noto Sans KR"/>
            </a:endParaRPr>
          </a:p>
        </p:txBody>
      </p:sp>
      <p:pic>
        <p:nvPicPr>
          <p:cNvPr id="594" name="Image 0"/>
          <p:cNvPicPr/>
          <p:nvPr/>
        </p:nvPicPr>
        <p:blipFill>
          <a:blip r:embed="rId1"/>
          <a:stretch/>
        </p:blipFill>
        <p:spPr>
          <a:xfrm>
            <a:off x="749935" y="685800"/>
            <a:ext cx="4937125" cy="2522220"/>
          </a:xfrm>
          <a:prstGeom prst="rect">
            <a:avLst/>
          </a:prstGeom>
          <a:ln w="0">
            <a:noFill/>
          </a:ln>
        </p:spPr>
      </p:pic>
      <p:sp>
        <p:nvSpPr>
          <p:cNvPr id="595" name="Shape 1"/>
          <p:cNvSpPr/>
          <p:nvPr/>
        </p:nvSpPr>
        <p:spPr>
          <a:xfrm>
            <a:off x="6391910" y="575945"/>
            <a:ext cx="5156835" cy="2741930"/>
          </a:xfrm>
          <a:prstGeom prst="roundRect">
            <a:avLst>
              <a:gd name="adj" fmla="val 4668"/>
            </a:avLst>
          </a:prstGeom>
          <a:solidFill>
            <a:srgbClr val="fffcf6"/>
          </a:solidFill>
          <a:ln w="12700">
            <a:solidFill>
              <a:srgbClr val="d8cbb2"/>
            </a:solidFill>
            <a:round/>
          </a:ln>
          <a:effectLst>
            <a:outerShdw algn="bl" blurRad="101520" dir="5400000" dist="25560" kx="0" ky="0" rotWithShape="0" sx="100000" sy="100000">
              <a:srgbClr val="8a7a5c">
                <a:alpha val="18000"/>
              </a:srgbClr>
            </a:outerShdw>
          </a:effectLst>
        </p:spPr>
        <p:style>
          <a:lnRef idx="0"/>
          <a:fillRef idx="0"/>
          <a:effectRef idx="0"/>
          <a:fontRef idx="minor"/>
        </p:style>
        <p:txBody>
          <a:bodyPr lIns="90000" rIns="90000" tIns="45000" bIns="45000" anchor="t">
            <a:noAutofit/>
          </a:bodyPr>
          <a:p>
            <a:endParaRPr b="0" lang="en-US" sz="1800" spc="-1" strike="noStrike">
              <a:solidFill>
                <a:srgbClr val="000000"/>
              </a:solidFill>
              <a:latin typeface="Noto Sans KR"/>
            </a:endParaRPr>
          </a:p>
        </p:txBody>
      </p:sp>
      <p:pic>
        <p:nvPicPr>
          <p:cNvPr id="596" name="Image 1"/>
          <p:cNvPicPr/>
          <p:nvPr/>
        </p:nvPicPr>
        <p:blipFill>
          <a:blip r:embed="rId2"/>
          <a:stretch/>
        </p:blipFill>
        <p:spPr>
          <a:xfrm>
            <a:off x="6501130" y="685800"/>
            <a:ext cx="4937125" cy="2522220"/>
          </a:xfrm>
          <a:prstGeom prst="rect">
            <a:avLst/>
          </a:prstGeom>
          <a:ln w="0">
            <a:noFill/>
          </a:ln>
        </p:spPr>
      </p:pic>
      <p:sp>
        <p:nvSpPr>
          <p:cNvPr id="597" name="Shape 2"/>
          <p:cNvSpPr/>
          <p:nvPr/>
        </p:nvSpPr>
        <p:spPr>
          <a:xfrm>
            <a:off x="5852160" y="1737360"/>
            <a:ext cx="502285" cy="328930"/>
          </a:xfrm>
          <a:prstGeom prst="rightArrow">
            <a:avLst>
              <a:gd name="adj1" fmla="val 50000"/>
              <a:gd name="adj2" fmla="val 50000"/>
            </a:avLst>
          </a:prstGeom>
          <a:solidFill>
            <a:srgbClr val="d9a441"/>
          </a:solidFill>
          <a:ln w="12700">
            <a:solidFill>
              <a:srgbClr val="d9a441"/>
            </a:solidFill>
            <a:round/>
          </a:ln>
        </p:spPr>
        <p:style>
          <a:lnRef idx="0"/>
          <a:fillRef idx="0"/>
          <a:effectRef idx="0"/>
          <a:fontRef idx="minor"/>
        </p:style>
        <p:txBody>
          <a:bodyPr lIns="90000" rIns="90000" tIns="45000" bIns="45000" anchor="t">
            <a:noAutofit/>
          </a:bodyPr>
          <a:p>
            <a:endParaRPr b="0" lang="en-US" sz="1800" spc="-1" strike="noStrike">
              <a:solidFill>
                <a:srgbClr val="000000"/>
              </a:solidFill>
              <a:latin typeface="Noto Sans KR"/>
            </a:endParaRPr>
          </a:p>
        </p:txBody>
      </p:sp>
      <p:sp>
        <p:nvSpPr>
          <p:cNvPr id="598" name="Text 3"/>
          <p:cNvSpPr/>
          <p:nvPr/>
        </p:nvSpPr>
        <p:spPr>
          <a:xfrm>
            <a:off x="731520" y="3520440"/>
            <a:ext cx="10697845" cy="1736725"/>
          </a:xfrm>
          <a:prstGeom prst="rect">
            <a:avLst/>
          </a:prstGeom>
          <a:noFill/>
          <a:ln w="0">
            <a:noFill/>
          </a:ln>
        </p:spPr>
        <p:style>
          <a:lnRef idx="0"/>
          <a:fillRef idx="0"/>
          <a:effectRef idx="0"/>
          <a:fontRef idx="minor"/>
        </p:style>
        <p:txBody>
          <a:bodyPr lIns="0" rIns="0" tIns="0" bIns="0" anchor="t">
            <a:noAutofit/>
          </a:bodyPr>
          <a:p>
            <a:pPr defTabSz="914400">
              <a:lnSpc>
                <a:spcPct val="115000"/>
              </a:lnSpc>
              <a:tabLst>
                <a:tab algn="l" pos="0"/>
              </a:tabLst>
            </a:pPr>
            <a:r>
              <a:rPr b="1" lang="ko-KR" sz="3400" spc="-1" strike="noStrike">
                <a:solidFill>
                  <a:srgbClr val="b9cfc2"/>
                </a:solidFill>
                <a:latin typeface="Malgun Gothic"/>
                <a:ea typeface="Malgun Gothic"/>
              </a:rPr>
              <a:t>예전에는 내 방을 꾸미려고 접속했다면</a:t>
            </a:r>
            <a:r>
              <a:rPr b="1" lang="en-US" sz="3400" spc="-1" strike="noStrike">
                <a:solidFill>
                  <a:srgbClr val="b9cfc2"/>
                </a:solidFill>
                <a:latin typeface="Malgun Gothic"/>
                <a:ea typeface="Malgun Gothic"/>
              </a:rPr>
              <a:t>,</a:t>
            </a:r>
            <a:endParaRPr b="0" lang="en-US" sz="3400" spc="-1" strike="noStrike">
              <a:solidFill>
                <a:srgbClr val="ffffff"/>
              </a:solidFill>
              <a:latin typeface="Noto Sans KR"/>
            </a:endParaRPr>
          </a:p>
          <a:p>
            <a:pPr defTabSz="914400">
              <a:lnSpc>
                <a:spcPct val="115000"/>
              </a:lnSpc>
              <a:tabLst>
                <a:tab algn="l" pos="0"/>
              </a:tabLst>
            </a:pPr>
            <a:r>
              <a:rPr b="1" lang="ko-KR" sz="3400" spc="-1" strike="noStrike">
                <a:solidFill>
                  <a:srgbClr val="f7f1e6"/>
                </a:solidFill>
                <a:latin typeface="Malgun Gothic"/>
                <a:ea typeface="Malgun Gothic"/>
              </a:rPr>
              <a:t>이제는 운동으로 내 방을 채우는</a:t>
            </a:r>
            <a:endParaRPr b="0" lang="en-US" sz="3400" spc="-1" strike="noStrike">
              <a:solidFill>
                <a:srgbClr val="ffffff"/>
              </a:solidFill>
              <a:latin typeface="Noto Sans KR"/>
            </a:endParaRPr>
          </a:p>
          <a:p>
            <a:pPr defTabSz="914400">
              <a:lnSpc>
                <a:spcPct val="115000"/>
              </a:lnSpc>
              <a:tabLst>
                <a:tab algn="l" pos="0"/>
              </a:tabLst>
            </a:pPr>
            <a:r>
              <a:rPr b="1" lang="ko-KR" sz="3400" spc="-1" strike="noStrike">
                <a:solidFill>
                  <a:srgbClr val="d9a441"/>
                </a:solidFill>
                <a:latin typeface="Malgun Gothic"/>
                <a:ea typeface="Malgun Gothic"/>
              </a:rPr>
              <a:t>경험을 만들고 싶었습니다</a:t>
            </a:r>
            <a:r>
              <a:rPr b="1" lang="en-US" sz="3400" spc="-1" strike="noStrike">
                <a:solidFill>
                  <a:srgbClr val="d9a441"/>
                </a:solidFill>
                <a:latin typeface="Malgun Gothic"/>
                <a:ea typeface="Malgun Gothic"/>
              </a:rPr>
              <a:t>.</a:t>
            </a:r>
            <a:endParaRPr b="0" lang="en-US" sz="3400" spc="-1" strike="noStrike">
              <a:solidFill>
                <a:srgbClr val="ffffff"/>
              </a:solidFill>
              <a:latin typeface="Noto Sans KR"/>
            </a:endParaRPr>
          </a:p>
        </p:txBody>
      </p:sp>
      <p:sp>
        <p:nvSpPr>
          <p:cNvPr id="599" name="Text 4"/>
          <p:cNvSpPr/>
          <p:nvPr/>
        </p:nvSpPr>
        <p:spPr>
          <a:xfrm>
            <a:off x="731520" y="5486400"/>
            <a:ext cx="4571365" cy="502285"/>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1" lang="ko-KR" sz="2400" spc="-1" strike="noStrike">
                <a:solidFill>
                  <a:srgbClr val="f7f1e6"/>
                </a:solidFill>
                <a:latin typeface="Malgun Gothic"/>
                <a:ea typeface="Malgun Gothic"/>
              </a:rPr>
              <a:t>감사합니다</a:t>
            </a:r>
            <a:endParaRPr b="0" lang="en-US" sz="2400" spc="-1" strike="noStrike">
              <a:solidFill>
                <a:srgbClr val="ffffff"/>
              </a:solidFill>
              <a:latin typeface="Noto Sans KR"/>
            </a:endParaRPr>
          </a:p>
        </p:txBody>
      </p:sp>
      <p:sp>
        <p:nvSpPr>
          <p:cNvPr id="600" name="Text 5"/>
          <p:cNvSpPr/>
          <p:nvPr/>
        </p:nvSpPr>
        <p:spPr>
          <a:xfrm>
            <a:off x="731520" y="6016625"/>
            <a:ext cx="7314565" cy="319405"/>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1" lang="ko-KR" sz="1400" spc="-1" strike="noStrike">
                <a:solidFill>
                  <a:srgbClr val="9db5a8"/>
                </a:solidFill>
                <a:latin typeface="Malgun Gothic"/>
                <a:ea typeface="Malgun Gothic"/>
              </a:rPr>
              <a:t>팀 </a:t>
            </a:r>
            <a:r>
              <a:rPr b="1" lang="en-US" sz="1400" spc="-1" strike="noStrike">
                <a:solidFill>
                  <a:srgbClr val="9db5a8"/>
                </a:solidFill>
                <a:latin typeface="Malgun Gothic"/>
                <a:ea typeface="Malgun Gothic"/>
              </a:rPr>
              <a:t>MOTIVE   </a:t>
            </a:r>
            <a:r>
              <a:rPr b="1" lang="ko-KR" sz="1400" spc="-1" strike="noStrike">
                <a:solidFill>
                  <a:srgbClr val="9db5a8"/>
                </a:solidFill>
                <a:latin typeface="Malgun Gothic"/>
                <a:ea typeface="Malgun Gothic"/>
              </a:rPr>
              <a:t>신경호 </a:t>
            </a:r>
            <a:r>
              <a:rPr b="1" lang="en-US" sz="1400" spc="-1" strike="noStrike">
                <a:solidFill>
                  <a:srgbClr val="9db5a8"/>
                </a:solidFill>
                <a:latin typeface="Malgun Gothic"/>
                <a:ea typeface="Malgun Gothic"/>
              </a:rPr>
              <a:t>· </a:t>
            </a:r>
            <a:r>
              <a:rPr b="1" lang="ko-KR" sz="1400" spc="-1" strike="noStrike">
                <a:solidFill>
                  <a:srgbClr val="9db5a8"/>
                </a:solidFill>
                <a:latin typeface="Malgun Gothic"/>
                <a:ea typeface="Malgun Gothic"/>
              </a:rPr>
              <a:t>류지예 </a:t>
            </a:r>
            <a:r>
              <a:rPr b="1" lang="en-US" sz="1400" spc="-1" strike="noStrike">
                <a:solidFill>
                  <a:srgbClr val="9db5a8"/>
                </a:solidFill>
                <a:latin typeface="Malgun Gothic"/>
                <a:ea typeface="Malgun Gothic"/>
              </a:rPr>
              <a:t>· </a:t>
            </a:r>
            <a:r>
              <a:rPr b="1" lang="ko-KR" sz="1400" spc="-1" strike="noStrike">
                <a:solidFill>
                  <a:srgbClr val="9db5a8"/>
                </a:solidFill>
                <a:latin typeface="Malgun Gothic"/>
                <a:ea typeface="Malgun Gothic"/>
              </a:rPr>
              <a:t>백선영 </a:t>
            </a:r>
            <a:r>
              <a:rPr b="1" lang="en-US" sz="1400" spc="-1" strike="noStrike">
                <a:solidFill>
                  <a:srgbClr val="9db5a8"/>
                </a:solidFill>
                <a:latin typeface="Malgun Gothic"/>
                <a:ea typeface="Malgun Gothic"/>
              </a:rPr>
              <a:t>· </a:t>
            </a:r>
            <a:r>
              <a:rPr b="1" lang="ko-KR" sz="1400" spc="-1" strike="noStrike">
                <a:solidFill>
                  <a:srgbClr val="9db5a8"/>
                </a:solidFill>
                <a:latin typeface="Malgun Gothic"/>
                <a:ea typeface="Malgun Gothic"/>
              </a:rPr>
              <a:t>김형준</a:t>
            </a:r>
            <a:endParaRPr b="0" lang="en-US" sz="1400" spc="-1" strike="noStrike">
              <a:solidFill>
                <a:srgbClr val="ffffff"/>
              </a:solidFill>
              <a:latin typeface="Noto Sans KR"/>
            </a:endParaRPr>
          </a:p>
        </p:txBody>
      </p:sp>
    </p:spTree>
  </p:cSld>
  <mc:AlternateContent xmlns:mc="http://schemas.openxmlformats.org/markup-compatibility/2006">
    <mc:Choice xmlns:p14="http://schemas.microsoft.com/office/powerpoint/2010/main" Requires="p14">
      <p:transition spd="slow" p14:dur="2000"/>
    </mc:Choice>
    <mc:Fallback>
      <p:transition spd="slow"/>
    </mc:Fallback>
  </mc:AlternateContent>
  <p:timing>
    <p:tnLst>
      <p:par>
        <p:cTn id="1" dur="indefinite" restart="never" nodeType="tmRoot"/>
      </p:par>
    </p:tnLst>
  </p:timing>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xmlns:vt="http://schemas.openxmlformats.org/officeDocument/2006/docPropsVTypes">
  <Application>Polaris Office Slide</Application>
  <AppVersion>12.000</AppVersion>
  <Characters>0</Characters>
  <CharactersWithSpaces>0</CharactersWithSpaces>
  <Company>PptxGenJS</Company>
  <DocSecurity>0</DocSecurity>
  <HyperlinksChanged>false</HyperlinksChanged>
  <Lines>0</Lines>
  <LinksUpToDate>false</LinksUpToDate>
  <Pages>22</Pages>
  <Paragraphs>0</Paragraphs>
  <Words>0</Words>
  <TotalTime>0</TotalTime>
  <MMClips>0</MMClips>
  <ScaleCrop>false</ScaleCrop>
  <HeadingPairs>
    <vt:vector size="2" baseType="variant">
      <vt:variant>
        <vt:lpstr>Title</vt:lpstr>
      </vt:variant>
      <vt:variant>
        <vt:i4>1</vt:i4>
      </vt:variant>
    </vt:vector>
  </HeadingPairs>
  <TitlesOfParts>
    <vt:vector size="1" baseType="lpstr">
      <vt:lpstr>Title text</vt:lpstr>
    </vt:vector>
  </TitlesOfParts>
  <SharedDoc>false</SharedDoc>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revision>3</cp:revision>
  <dc:creator>PptxGenJS</dc:creator>
  <cp:lastModifiedBy>Rjy</cp:lastModifiedBy>
  <dc:title>우심운까 발표자료</dc:title>
  <dc:subject>PptxGenJS Presentation</dc:subject>
  <cp:version>11.105.321.56545</cp:version>
  <dcterms:modified xsi:type="dcterms:W3CDTF">2026-09-29T10:08:52Z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Notes">
    <vt:i4>17</vt:i4>
  </property>
  <property fmtid="{D5CDD505-2E9C-101B-9397-08002B2CF9AE}" pid="3" name="PresentationFormat">
    <vt:lpwstr>On-screen Show (16:9)</vt:lpwstr>
  </property>
  <property fmtid="{D5CDD505-2E9C-101B-9397-08002B2CF9AE}" pid="4" name="Slides">
    <vt:i4>17</vt:i4>
  </property>
</Properties>
</file>